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embeddings/oleObject2.bin" ContentType="application/vnd.openxmlformats-officedocument.oleObject"/>
  <Override PartName="/ppt/media/image10.svg" ContentType="image/svg+xml"/>
  <Override PartName="/ppt/media/image12.svg" ContentType="image/svg+xml"/>
  <Override PartName="/ppt/media/image15.svg" ContentType="image/svg+xml"/>
  <Override PartName="/ppt/media/image22.svg" ContentType="image/svg+xml"/>
  <Override PartName="/ppt/media/image3.svg" ContentType="image/svg+xml"/>
  <Override PartName="/ppt/media/image30.svg" ContentType="image/svg+xml"/>
  <Override PartName="/ppt/media/image32.svg" ContentType="image/svg+xml"/>
  <Override PartName="/ppt/media/image3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14747722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E8E1B9-0DBA-48B2-93F5-D2CE2569B816}" v="3" dt="2025-08-13T10:49:03.5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97" d="100"/>
          <a:sy n="97" d="100"/>
        </p:scale>
        <p:origin x="103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18118C-C1CC-49C5-B873-461F8868B346}" type="datetimeFigureOut">
              <a:rPr lang="en-IN" smtClean="0"/>
              <a:t>18-08-2025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92E0ED-C868-45A8-96AD-622E1B20D251}" type="slidenum">
              <a:rPr lang="en-IN" smtClean="0"/>
              <a:t>‹#›</a:t>
            </a:fld>
            <a:endParaRPr lang="en-IN"/>
          </a:p>
        </p:txBody>
      </p:sp>
    </p:spTree>
    <p:extLst>
      <p:ext uri="{BB962C8B-B14F-4D97-AF65-F5344CB8AC3E}">
        <p14:creationId xmlns:p14="http://schemas.microsoft.com/office/powerpoint/2010/main" val="627260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D529ACB-9F47-4B68-9A30-95119D34E58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10114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18AFFE-84BC-4C09-868C-1687D3AB3BC6}"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6025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498BC87-D17D-4D79-993F-1309A63429D1}" type="slidenum">
              <a:rPr lang="en-US" smtClean="0"/>
              <a:t>5</a:t>
            </a:fld>
            <a:endParaRPr lang="en-US"/>
          </a:p>
        </p:txBody>
      </p:sp>
    </p:spTree>
    <p:extLst>
      <p:ext uri="{BB962C8B-B14F-4D97-AF65-F5344CB8AC3E}">
        <p14:creationId xmlns:p14="http://schemas.microsoft.com/office/powerpoint/2010/main" val="453843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AR</a:t>
            </a:r>
            <a:endParaRPr lang="en-GB"/>
          </a:p>
        </p:txBody>
      </p:sp>
      <p:sp>
        <p:nvSpPr>
          <p:cNvPr id="4" name="Slide Number Placeholder 3"/>
          <p:cNvSpPr>
            <a:spLocks noGrp="1"/>
          </p:cNvSpPr>
          <p:nvPr>
            <p:ph type="sldNum" sz="quarter" idx="5"/>
          </p:nvPr>
        </p:nvSpPr>
        <p:spPr/>
        <p:txBody>
          <a:bodyPr/>
          <a:lstStyle/>
          <a:p>
            <a:fld id="{11CC66C9-F330-4513-9A5E-4D185516E494}" type="slidenum">
              <a:rPr lang="en-GB" smtClean="0"/>
              <a:t>6</a:t>
            </a:fld>
            <a:endParaRPr lang="en-GB"/>
          </a:p>
        </p:txBody>
      </p:sp>
    </p:spTree>
    <p:extLst>
      <p:ext uri="{BB962C8B-B14F-4D97-AF65-F5344CB8AC3E}">
        <p14:creationId xmlns:p14="http://schemas.microsoft.com/office/powerpoint/2010/main" val="2334408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1800" b="1">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770863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lean">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370342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eg"/><Relationship Id="rId5" Type="http://schemas.openxmlformats.org/officeDocument/2006/relationships/image" Target="../media/image2.png"/><Relationship Id="rId6"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userDrawn="1"/>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userDrawn="1"/>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userDrawn="1"/>
        </p:nvSpPr>
        <p:spPr>
          <a:xfrm>
            <a:off x="10057829" y="6697428"/>
            <a:ext cx="1796693" cy="104644"/>
          </a:xfrm>
          <a:prstGeom prst="rect">
            <a:avLst/>
          </a:prstGeom>
        </p:spPr>
        <p:txBody>
          <a:bodyPr wrap="square" lIns="0" tIns="0" rIns="0" bIns="0" anchor="ctr">
            <a:spAutoFit/>
          </a:bodyPr>
          <a:lstStyle/>
          <a:p>
            <a:pPr algn="r"/>
            <a:r>
              <a:rPr lang="en-US" sz="680" kern="1200" baseline="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userDrawn="1"/>
        </p:nvPicPr>
        <p:blipFill rotWithShape="1">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userDrawn="1"/>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0620853"/>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1.png"/><Relationship Id="rId10" Type="http://schemas.openxmlformats.org/officeDocument/2006/relationships/image" Target="../media/image1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jpeg"/><Relationship Id="rId3" Type="http://schemas.openxmlformats.org/officeDocument/2006/relationships/image" Target="../media/image14.png"/><Relationship Id="rId4" Type="http://schemas.openxmlformats.org/officeDocument/2006/relationships/image" Target="../media/image15.svg"/></Relationships>
</file>

<file path=ppt/slides/_rels/slide4.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slideLayout" Target="../slideLayouts/slideLayout1.xml"/><Relationship Id="rId4" Type="http://schemas.openxmlformats.org/officeDocument/2006/relationships/notesSlide" Target="../notesSlides/notesSlide2.xml"/><Relationship Id="rId5" Type="http://schemas.openxmlformats.org/officeDocument/2006/relationships/image" Target="../media/image1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7.jpeg"/><Relationship Id="rId4" Type="http://schemas.openxmlformats.org/officeDocument/2006/relationships/image" Target="../media/image18.png"/><Relationship Id="rId5" Type="http://schemas.openxmlformats.org/officeDocument/2006/relationships/image" Target="../media/image19.jpe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svg"/><Relationship Id="rId9" Type="http://schemas.openxmlformats.org/officeDocument/2006/relationships/image" Target="../media/image23.jpeg"/><Relationship Id="rId10" Type="http://schemas.openxmlformats.org/officeDocument/2006/relationships/image" Target="../media/image24.jpeg"/><Relationship Id="rId11" Type="http://schemas.openxmlformats.org/officeDocument/2006/relationships/image" Target="../media/image25.png"/><Relationship Id="rId12" Type="http://schemas.openxmlformats.org/officeDocument/2006/relationships/image" Target="../media/image26.jpeg"/><Relationship Id="rId13"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8.jpeg"/><Relationship Id="rId4" Type="http://schemas.openxmlformats.org/officeDocument/2006/relationships/image" Target="../media/image29.png"/><Relationship Id="rId5" Type="http://schemas.openxmlformats.org/officeDocument/2006/relationships/image" Target="../media/image30.svg"/><Relationship Id="rId6" Type="http://schemas.openxmlformats.org/officeDocument/2006/relationships/image" Target="../media/image31.png"/><Relationship Id="rId7" Type="http://schemas.openxmlformats.org/officeDocument/2006/relationships/image" Target="../media/image32.svg"/><Relationship Id="rId8" Type="http://schemas.openxmlformats.org/officeDocument/2006/relationships/image" Target="../media/image33.png"/><Relationship Id="rId9" Type="http://schemas.openxmlformats.org/officeDocument/2006/relationships/image" Target="../media/image34.svg"/></Relationships>
</file>

<file path=ppt/slides/_rels/slide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1.xml"/><Relationship Id="rId3" Type="http://schemas.openxmlformats.org/officeDocument/2006/relationships/oleObject" Target="../embeddings/oleObject1.bin"/><Relationship Id="rId4" Type="http://schemas.openxmlformats.org/officeDocument/2006/relationships/image" Target="../media/image35.emf"/></Relationships>
</file>

<file path=ppt/slides/_rels/slide8.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tags" Target="../tags/tag5.xml"/><Relationship Id="rId3" Type="http://schemas.openxmlformats.org/officeDocument/2006/relationships/slideLayout" Target="../slideLayouts/slideLayout1.xml"/><Relationship Id="rId4" Type="http://schemas.openxmlformats.org/officeDocument/2006/relationships/oleObject" Target="../embeddings/oleObject2.bin"/><Relationship Id="rId5" Type="http://schemas.openxmlformats.org/officeDocument/2006/relationships/image" Target="../media/image36.emf"/><Relationship Id="rId6" Type="http://schemas.openxmlformats.org/officeDocument/2006/relationships/image" Target="../media/image3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5">
            <a:extLst>
              <a:ext uri="{FF2B5EF4-FFF2-40B4-BE49-F238E27FC236}">
                <a16:creationId xmlns:a16="http://schemas.microsoft.com/office/drawing/2014/main" id="{BDA71247-2FC2-24C0-EF20-6B9D99D920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A4D3FFB-D84E-CC2E-DD53-51406460CFE7}"/>
              </a:ext>
            </a:extLst>
          </p:cNvPr>
          <p:cNvSpPr>
            <a:spLocks noGrp="1"/>
          </p:cNvSpPr>
          <p:nvPr>
            <p:ph type="title"/>
          </p:nvPr>
        </p:nvSpPr>
        <p:spPr>
          <a:xfrm>
            <a:off x="214184" y="13663"/>
            <a:ext cx="9728886" cy="678316"/>
          </a:xfrm>
        </p:spPr>
        <p:txBody>
          <a:bodyPr anchor="ctr"/>
          <a:lstStyle/>
          <a:p>
            <a:r>
              <a:rPr lang="en-US" sz="2000" u="sng" dirty="0">
                <a:solidFill>
                  <a:schemeClr val="tx1">
                    <a:lumMod val="85000"/>
                    <a:lumOff val="15000"/>
                  </a:schemeClr>
                </a:solidFill>
                <a:cs typeface="Arial"/>
              </a:rPr>
              <a:t>Lor EMI </a:t>
            </a:r>
            <a:r>
              <a:rPr lang="en-US" sz="2000" u="sng" dirty="0" err="1">
                <a:solidFill>
                  <a:schemeClr val="tx1">
                    <a:lumMod val="85000"/>
                    <a:lumOff val="15000"/>
                  </a:schemeClr>
                </a:solidFill>
                <a:cs typeface="Arial"/>
              </a:rPr>
              <a:t>Psumdol</a:t>
            </a:r>
            <a:r>
              <a:rPr lang="en-US" sz="2000" u="sng" dirty="0">
                <a:solidFill>
                  <a:schemeClr val="tx1">
                    <a:lumMod val="85000"/>
                    <a:lumOff val="15000"/>
                  </a:schemeClr>
                </a:solidFill>
                <a:cs typeface="Arial"/>
              </a:rPr>
              <a:t>:</a:t>
            </a:r>
            <a:r>
              <a:rPr lang="en-US" sz="2000" u="sng" spc="-10" dirty="0">
                <a:solidFill>
                  <a:schemeClr val="tx1">
                    <a:lumMod val="85000"/>
                    <a:lumOff val="15000"/>
                  </a:schemeClr>
                </a:solidFill>
                <a:cs typeface="Arial"/>
              </a:rPr>
              <a:t> </a:t>
            </a:r>
            <a:endParaRPr lang="en-IN" sz="2000" dirty="0">
              <a:solidFill>
                <a:schemeClr val="tx1">
                  <a:lumMod val="85000"/>
                  <a:lumOff val="15000"/>
                </a:schemeClr>
              </a:solidFill>
            </a:endParaRPr>
          </a:p>
        </p:txBody>
      </p:sp>
      <p:sp>
        <p:nvSpPr>
          <p:cNvPr id="57" name="Rectangle: Rounded Corners 56">
            <a:extLst>
              <a:ext uri="{FF2B5EF4-FFF2-40B4-BE49-F238E27FC236}">
                <a16:creationId xmlns:a16="http://schemas.microsoft.com/office/drawing/2014/main" id="{C59A5E1F-392A-A55A-43E6-459F6E8AE349}"/>
              </a:ext>
            </a:extLst>
          </p:cNvPr>
          <p:cNvSpPr/>
          <p:nvPr/>
        </p:nvSpPr>
        <p:spPr>
          <a:xfrm>
            <a:off x="1153230" y="5829361"/>
            <a:ext cx="728800" cy="257445"/>
          </a:xfrm>
          <a:prstGeom prst="roundRect">
            <a:avLst>
              <a:gd name="adj" fmla="val 2466546"/>
            </a:avLst>
          </a:prstGeom>
          <a:gradFill>
            <a:gsLst>
              <a:gs pos="0">
                <a:srgbClr val="B2E0FA"/>
              </a:gs>
              <a:gs pos="100000">
                <a:srgbClr val="459FED"/>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1" u="none" strike="noStrike" kern="0" cap="none" spc="0" normalizeH="0" baseline="0" noProof="0">
                <a:ln>
                  <a:noFill/>
                </a:ln>
                <a:solidFill>
                  <a:srgbClr val="252525"/>
                </a:solidFill>
                <a:effectLst/>
                <a:uLnTx/>
                <a:uFillTx/>
                <a:latin typeface="Arial" panose="020B0604020202020204" pitchFamily="34" charset="0"/>
                <a:ea typeface="+mn-ea"/>
                <a:cs typeface="Arial"/>
              </a:rPr>
              <a:t>1999</a:t>
            </a:r>
          </a:p>
        </p:txBody>
      </p:sp>
      <p:sp>
        <p:nvSpPr>
          <p:cNvPr id="58" name="Rectangle: Rounded Corners 57">
            <a:extLst>
              <a:ext uri="{FF2B5EF4-FFF2-40B4-BE49-F238E27FC236}">
                <a16:creationId xmlns:a16="http://schemas.microsoft.com/office/drawing/2014/main" id="{E26C50F7-B3F4-A0A8-979D-B334062F10F2}"/>
              </a:ext>
            </a:extLst>
          </p:cNvPr>
          <p:cNvSpPr/>
          <p:nvPr/>
        </p:nvSpPr>
        <p:spPr>
          <a:xfrm>
            <a:off x="3964135" y="5708956"/>
            <a:ext cx="728800" cy="257445"/>
          </a:xfrm>
          <a:prstGeom prst="roundRect">
            <a:avLst>
              <a:gd name="adj" fmla="val 2466546"/>
            </a:avLst>
          </a:prstGeom>
          <a:gradFill>
            <a:gsLst>
              <a:gs pos="0">
                <a:srgbClr val="B2E0FA"/>
              </a:gs>
              <a:gs pos="100000">
                <a:srgbClr val="459FED"/>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1" u="none" strike="noStrike" kern="0" cap="none" spc="0" normalizeH="0" baseline="0" noProof="0">
                <a:ln>
                  <a:noFill/>
                </a:ln>
                <a:solidFill>
                  <a:srgbClr val="252525"/>
                </a:solidFill>
                <a:effectLst/>
                <a:uLnTx/>
                <a:uFillTx/>
                <a:latin typeface="Arial" panose="020B0604020202020204" pitchFamily="34" charset="0"/>
                <a:ea typeface="+mn-ea"/>
                <a:cs typeface="Arial"/>
              </a:rPr>
              <a:t>2010</a:t>
            </a:r>
          </a:p>
        </p:txBody>
      </p:sp>
      <p:grpSp>
        <p:nvGrpSpPr>
          <p:cNvPr id="59" name="Group 58">
            <a:extLst>
              <a:ext uri="{FF2B5EF4-FFF2-40B4-BE49-F238E27FC236}">
                <a16:creationId xmlns:a16="http://schemas.microsoft.com/office/drawing/2014/main" id="{03EAA37E-796D-2602-5652-401A0EA8DFAB}"/>
              </a:ext>
            </a:extLst>
          </p:cNvPr>
          <p:cNvGrpSpPr/>
          <p:nvPr/>
        </p:nvGrpSpPr>
        <p:grpSpPr>
          <a:xfrm>
            <a:off x="7086818" y="4869736"/>
            <a:ext cx="364482" cy="505412"/>
            <a:chOff x="301361" y="5168023"/>
            <a:chExt cx="428627" cy="594362"/>
          </a:xfrm>
        </p:grpSpPr>
        <p:sp>
          <p:nvSpPr>
            <p:cNvPr id="60" name="Oval 59">
              <a:extLst>
                <a:ext uri="{FF2B5EF4-FFF2-40B4-BE49-F238E27FC236}">
                  <a16:creationId xmlns:a16="http://schemas.microsoft.com/office/drawing/2014/main" id="{B46D63CD-7681-0E6F-A221-BE0B61134DC9}"/>
                </a:ext>
              </a:extLst>
            </p:cNvPr>
            <p:cNvSpPr/>
            <p:nvPr/>
          </p:nvSpPr>
          <p:spPr bwMode="auto">
            <a:xfrm>
              <a:off x="356159" y="5676468"/>
              <a:ext cx="329564" cy="85917"/>
            </a:xfrm>
            <a:prstGeom prst="ellipse">
              <a:avLst/>
            </a:prstGeom>
            <a:solidFill>
              <a:srgbClr val="20303D">
                <a:alpha val="70000"/>
              </a:srgbClr>
            </a:solidFill>
            <a:ln w="9525">
              <a:noFill/>
              <a:miter lim="800000"/>
              <a:headEnd/>
              <a:tailEnd/>
            </a:ln>
            <a:effectLst/>
            <a:extLst>
              <a:ext uri="{AF507438-7753-43E0-B8FC-AC1667EBCBE1}">
                <a14:hiddenEffects xmlns:a14="http://schemas.microsoft.com/office/drawing/2010/main">
                  <a:effectLst>
                    <a:outerShdw blurRad="190500" dist="38100" dir="5400000" rotWithShape="0">
                      <a:srgbClr val="20303D">
                        <a:alpha val="20000"/>
                      </a:srgbClr>
                    </a:outerShdw>
                  </a:effectLst>
                </a14:hiddenEffects>
              </a:ext>
            </a:ex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  </a:t>
              </a:r>
            </a:p>
          </p:txBody>
        </p:sp>
        <p:sp>
          <p:nvSpPr>
            <p:cNvPr id="62" name="Freeform 9">
              <a:extLst>
                <a:ext uri="{FF2B5EF4-FFF2-40B4-BE49-F238E27FC236}">
                  <a16:creationId xmlns:a16="http://schemas.microsoft.com/office/drawing/2014/main" id="{5A20B6B5-FECD-92D7-CFD5-2E49B3AC7F26}"/>
                </a:ext>
              </a:extLst>
            </p:cNvPr>
            <p:cNvSpPr>
              <a:spLocks noEditPoints="1"/>
            </p:cNvSpPr>
            <p:nvPr/>
          </p:nvSpPr>
          <p:spPr bwMode="auto">
            <a:xfrm>
              <a:off x="301361" y="5168031"/>
              <a:ext cx="428626" cy="555626"/>
            </a:xfrm>
            <a:custGeom>
              <a:avLst/>
              <a:gdLst>
                <a:gd name="T0" fmla="*/ 790 w 1580"/>
                <a:gd name="T1" fmla="*/ 0 h 2048"/>
                <a:gd name="T2" fmla="*/ 0 w 1580"/>
                <a:gd name="T3" fmla="*/ 790 h 2048"/>
                <a:gd name="T4" fmla="*/ 122 w 1580"/>
                <a:gd name="T5" fmla="*/ 1265 h 2048"/>
                <a:gd name="T6" fmla="*/ 387 w 1580"/>
                <a:gd name="T7" fmla="*/ 1663 h 2048"/>
                <a:gd name="T8" fmla="*/ 772 w 1580"/>
                <a:gd name="T9" fmla="*/ 2042 h 2048"/>
                <a:gd name="T10" fmla="*/ 790 w 1580"/>
                <a:gd name="T11" fmla="*/ 2048 h 2048"/>
                <a:gd name="T12" fmla="*/ 808 w 1580"/>
                <a:gd name="T13" fmla="*/ 2042 h 2048"/>
                <a:gd name="T14" fmla="*/ 1193 w 1580"/>
                <a:gd name="T15" fmla="*/ 1663 h 2048"/>
                <a:gd name="T16" fmla="*/ 1458 w 1580"/>
                <a:gd name="T17" fmla="*/ 1265 h 2048"/>
                <a:gd name="T18" fmla="*/ 1580 w 1580"/>
                <a:gd name="T19" fmla="*/ 790 h 2048"/>
                <a:gd name="T20" fmla="*/ 790 w 1580"/>
                <a:gd name="T21" fmla="*/ 0 h 2048"/>
                <a:gd name="T22" fmla="*/ 790 w 1580"/>
                <a:gd name="T23" fmla="*/ 517 h 2048"/>
                <a:gd name="T24" fmla="*/ 1063 w 1580"/>
                <a:gd name="T25" fmla="*/ 790 h 2048"/>
                <a:gd name="T26" fmla="*/ 790 w 1580"/>
                <a:gd name="T27" fmla="*/ 1063 h 2048"/>
                <a:gd name="T28" fmla="*/ 517 w 1580"/>
                <a:gd name="T29" fmla="*/ 790 h 2048"/>
                <a:gd name="T30" fmla="*/ 790 w 1580"/>
                <a:gd name="T31" fmla="*/ 517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80" h="2048">
                  <a:moveTo>
                    <a:pt x="790" y="0"/>
                  </a:moveTo>
                  <a:cubicBezTo>
                    <a:pt x="354" y="0"/>
                    <a:pt x="0" y="355"/>
                    <a:pt x="0" y="790"/>
                  </a:cubicBezTo>
                  <a:cubicBezTo>
                    <a:pt x="0" y="941"/>
                    <a:pt x="41" y="1100"/>
                    <a:pt x="122" y="1265"/>
                  </a:cubicBezTo>
                  <a:cubicBezTo>
                    <a:pt x="186" y="1396"/>
                    <a:pt x="275" y="1530"/>
                    <a:pt x="387" y="1663"/>
                  </a:cubicBezTo>
                  <a:cubicBezTo>
                    <a:pt x="577" y="1890"/>
                    <a:pt x="764" y="2036"/>
                    <a:pt x="772" y="2042"/>
                  </a:cubicBezTo>
                  <a:cubicBezTo>
                    <a:pt x="777" y="2046"/>
                    <a:pt x="784" y="2048"/>
                    <a:pt x="790" y="2048"/>
                  </a:cubicBezTo>
                  <a:cubicBezTo>
                    <a:pt x="796" y="2048"/>
                    <a:pt x="803" y="2046"/>
                    <a:pt x="808" y="2042"/>
                  </a:cubicBezTo>
                  <a:cubicBezTo>
                    <a:pt x="816" y="2036"/>
                    <a:pt x="1003" y="1890"/>
                    <a:pt x="1193" y="1663"/>
                  </a:cubicBezTo>
                  <a:cubicBezTo>
                    <a:pt x="1305" y="1530"/>
                    <a:pt x="1394" y="1396"/>
                    <a:pt x="1458" y="1265"/>
                  </a:cubicBezTo>
                  <a:cubicBezTo>
                    <a:pt x="1539" y="1100"/>
                    <a:pt x="1580" y="941"/>
                    <a:pt x="1580" y="790"/>
                  </a:cubicBezTo>
                  <a:cubicBezTo>
                    <a:pt x="1580" y="355"/>
                    <a:pt x="1226" y="0"/>
                    <a:pt x="790" y="0"/>
                  </a:cubicBezTo>
                  <a:close/>
                  <a:moveTo>
                    <a:pt x="790" y="517"/>
                  </a:moveTo>
                  <a:cubicBezTo>
                    <a:pt x="941" y="517"/>
                    <a:pt x="1063" y="640"/>
                    <a:pt x="1063" y="790"/>
                  </a:cubicBezTo>
                  <a:cubicBezTo>
                    <a:pt x="1063" y="941"/>
                    <a:pt x="941" y="1063"/>
                    <a:pt x="790" y="1063"/>
                  </a:cubicBezTo>
                  <a:cubicBezTo>
                    <a:pt x="639" y="1063"/>
                    <a:pt x="517" y="941"/>
                    <a:pt x="517" y="790"/>
                  </a:cubicBezTo>
                  <a:cubicBezTo>
                    <a:pt x="517" y="640"/>
                    <a:pt x="639" y="517"/>
                    <a:pt x="790" y="517"/>
                  </a:cubicBezTo>
                  <a:close/>
                </a:path>
              </a:pathLst>
            </a:custGeom>
            <a:gradFill>
              <a:gsLst>
                <a:gs pos="0">
                  <a:schemeClr val="bg1"/>
                </a:gs>
                <a:gs pos="100000">
                  <a:srgbClr val="B2E0FA"/>
                </a:gs>
              </a:gsLst>
              <a:lin ang="2700000" scaled="0"/>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459FED">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63" name="Freeform 10">
              <a:extLst>
                <a:ext uri="{FF2B5EF4-FFF2-40B4-BE49-F238E27FC236}">
                  <a16:creationId xmlns:a16="http://schemas.microsoft.com/office/drawing/2014/main" id="{F9E6C9BE-A51A-07D4-DB9C-737750319ED8}"/>
                </a:ext>
              </a:extLst>
            </p:cNvPr>
            <p:cNvSpPr>
              <a:spLocks/>
            </p:cNvSpPr>
            <p:nvPr/>
          </p:nvSpPr>
          <p:spPr bwMode="auto">
            <a:xfrm>
              <a:off x="491862" y="5168023"/>
              <a:ext cx="238126" cy="555625"/>
            </a:xfrm>
            <a:custGeom>
              <a:avLst/>
              <a:gdLst>
                <a:gd name="T0" fmla="*/ 88 w 878"/>
                <a:gd name="T1" fmla="*/ 0 h 2048"/>
                <a:gd name="T2" fmla="*/ 0 w 878"/>
                <a:gd name="T3" fmla="*/ 5 h 2048"/>
                <a:gd name="T4" fmla="*/ 703 w 878"/>
                <a:gd name="T5" fmla="*/ 790 h 2048"/>
                <a:gd name="T6" fmla="*/ 581 w 878"/>
                <a:gd name="T7" fmla="*/ 1265 h 2048"/>
                <a:gd name="T8" fmla="*/ 316 w 878"/>
                <a:gd name="T9" fmla="*/ 1663 h 2048"/>
                <a:gd name="T10" fmla="*/ 0 w 878"/>
                <a:gd name="T11" fmla="*/ 1984 h 2048"/>
                <a:gd name="T12" fmla="*/ 70 w 878"/>
                <a:gd name="T13" fmla="*/ 2042 h 2048"/>
                <a:gd name="T14" fmla="*/ 88 w 878"/>
                <a:gd name="T15" fmla="*/ 2048 h 2048"/>
                <a:gd name="T16" fmla="*/ 106 w 878"/>
                <a:gd name="T17" fmla="*/ 2042 h 2048"/>
                <a:gd name="T18" fmla="*/ 491 w 878"/>
                <a:gd name="T19" fmla="*/ 1663 h 2048"/>
                <a:gd name="T20" fmla="*/ 756 w 878"/>
                <a:gd name="T21" fmla="*/ 1265 h 2048"/>
                <a:gd name="T22" fmla="*/ 878 w 878"/>
                <a:gd name="T23" fmla="*/ 790 h 2048"/>
                <a:gd name="T24" fmla="*/ 88 w 878"/>
                <a:gd name="T25" fmla="*/ 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8" h="2048">
                  <a:moveTo>
                    <a:pt x="88" y="0"/>
                  </a:moveTo>
                  <a:cubicBezTo>
                    <a:pt x="58" y="0"/>
                    <a:pt x="29" y="2"/>
                    <a:pt x="0" y="5"/>
                  </a:cubicBezTo>
                  <a:cubicBezTo>
                    <a:pt x="395" y="49"/>
                    <a:pt x="703" y="384"/>
                    <a:pt x="703" y="790"/>
                  </a:cubicBezTo>
                  <a:cubicBezTo>
                    <a:pt x="703" y="941"/>
                    <a:pt x="662" y="1101"/>
                    <a:pt x="581" y="1265"/>
                  </a:cubicBezTo>
                  <a:cubicBezTo>
                    <a:pt x="517" y="1396"/>
                    <a:pt x="428" y="1530"/>
                    <a:pt x="316" y="1663"/>
                  </a:cubicBezTo>
                  <a:cubicBezTo>
                    <a:pt x="194" y="1809"/>
                    <a:pt x="73" y="1921"/>
                    <a:pt x="0" y="1984"/>
                  </a:cubicBezTo>
                  <a:cubicBezTo>
                    <a:pt x="41" y="2019"/>
                    <a:pt x="67" y="2040"/>
                    <a:pt x="70" y="2042"/>
                  </a:cubicBezTo>
                  <a:cubicBezTo>
                    <a:pt x="75" y="2046"/>
                    <a:pt x="82" y="2048"/>
                    <a:pt x="88" y="2048"/>
                  </a:cubicBezTo>
                  <a:cubicBezTo>
                    <a:pt x="94" y="2048"/>
                    <a:pt x="101" y="2046"/>
                    <a:pt x="106" y="2042"/>
                  </a:cubicBezTo>
                  <a:cubicBezTo>
                    <a:pt x="114" y="2036"/>
                    <a:pt x="301" y="1890"/>
                    <a:pt x="491" y="1663"/>
                  </a:cubicBezTo>
                  <a:cubicBezTo>
                    <a:pt x="603" y="1530"/>
                    <a:pt x="692" y="1396"/>
                    <a:pt x="756" y="1265"/>
                  </a:cubicBezTo>
                  <a:cubicBezTo>
                    <a:pt x="837" y="1100"/>
                    <a:pt x="878" y="941"/>
                    <a:pt x="878" y="790"/>
                  </a:cubicBezTo>
                  <a:cubicBezTo>
                    <a:pt x="878" y="355"/>
                    <a:pt x="524" y="0"/>
                    <a:pt x="88" y="0"/>
                  </a:cubicBezTo>
                  <a:close/>
                </a:path>
              </a:pathLst>
            </a:custGeom>
            <a:solidFill>
              <a:srgbClr val="B2E0F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0070C0">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grpSp>
      <p:sp>
        <p:nvSpPr>
          <p:cNvPr id="65" name="Rectangle: Rounded Corners 64">
            <a:extLst>
              <a:ext uri="{FF2B5EF4-FFF2-40B4-BE49-F238E27FC236}">
                <a16:creationId xmlns:a16="http://schemas.microsoft.com/office/drawing/2014/main" id="{1E0634EE-3BD8-50E3-ED7B-9C97CAC09AA1}"/>
              </a:ext>
            </a:extLst>
          </p:cNvPr>
          <p:cNvSpPr/>
          <p:nvPr/>
        </p:nvSpPr>
        <p:spPr>
          <a:xfrm>
            <a:off x="6706865" y="4556686"/>
            <a:ext cx="1124388" cy="257445"/>
          </a:xfrm>
          <a:prstGeom prst="roundRect">
            <a:avLst>
              <a:gd name="adj" fmla="val 2466546"/>
            </a:avLst>
          </a:prstGeom>
          <a:gradFill>
            <a:gsLst>
              <a:gs pos="0">
                <a:srgbClr val="B2E0FA"/>
              </a:gs>
              <a:gs pos="100000">
                <a:srgbClr val="459FED"/>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1" u="none" strike="noStrike" kern="0" cap="none" spc="0" normalizeH="0" baseline="0" noProof="0">
                <a:ln>
                  <a:noFill/>
                </a:ln>
                <a:solidFill>
                  <a:srgbClr val="252525"/>
                </a:solidFill>
                <a:effectLst/>
                <a:uLnTx/>
                <a:uFillTx/>
                <a:latin typeface="Arial" panose="020B0604020202020204" pitchFamily="34" charset="0"/>
                <a:ea typeface="+mn-ea"/>
                <a:cs typeface="Arial"/>
              </a:rPr>
              <a:t>2017</a:t>
            </a:r>
          </a:p>
        </p:txBody>
      </p:sp>
      <p:grpSp>
        <p:nvGrpSpPr>
          <p:cNvPr id="67" name="Group 66">
            <a:extLst>
              <a:ext uri="{FF2B5EF4-FFF2-40B4-BE49-F238E27FC236}">
                <a16:creationId xmlns:a16="http://schemas.microsoft.com/office/drawing/2014/main" id="{E40C6F91-E075-8168-2B21-ED1C80453776}"/>
              </a:ext>
            </a:extLst>
          </p:cNvPr>
          <p:cNvGrpSpPr/>
          <p:nvPr/>
        </p:nvGrpSpPr>
        <p:grpSpPr>
          <a:xfrm>
            <a:off x="4146294" y="6049703"/>
            <a:ext cx="364482" cy="505412"/>
            <a:chOff x="301361" y="5168023"/>
            <a:chExt cx="428627" cy="594362"/>
          </a:xfrm>
        </p:grpSpPr>
        <p:sp>
          <p:nvSpPr>
            <p:cNvPr id="71" name="Oval 70">
              <a:extLst>
                <a:ext uri="{FF2B5EF4-FFF2-40B4-BE49-F238E27FC236}">
                  <a16:creationId xmlns:a16="http://schemas.microsoft.com/office/drawing/2014/main" id="{83DD5BEC-CDB5-16BB-E547-8BC85A2B55E4}"/>
                </a:ext>
              </a:extLst>
            </p:cNvPr>
            <p:cNvSpPr/>
            <p:nvPr/>
          </p:nvSpPr>
          <p:spPr bwMode="auto">
            <a:xfrm>
              <a:off x="356159" y="5676468"/>
              <a:ext cx="329564" cy="85917"/>
            </a:xfrm>
            <a:prstGeom prst="ellipse">
              <a:avLst/>
            </a:prstGeom>
            <a:solidFill>
              <a:srgbClr val="20303D">
                <a:alpha val="70000"/>
              </a:srgbClr>
            </a:solidFill>
            <a:ln w="9525">
              <a:noFill/>
              <a:miter lim="800000"/>
              <a:headEnd/>
              <a:tailEnd/>
            </a:ln>
            <a:effectLst/>
            <a:extLst>
              <a:ext uri="{AF507438-7753-43E0-B8FC-AC1667EBCBE1}">
                <a14:hiddenEffects xmlns:a14="http://schemas.microsoft.com/office/drawing/2010/main">
                  <a:effectLst>
                    <a:outerShdw blurRad="190500" dist="38100" dir="5400000" rotWithShape="0">
                      <a:srgbClr val="20303D">
                        <a:alpha val="20000"/>
                      </a:srgbClr>
                    </a:outerShdw>
                  </a:effectLst>
                </a14:hiddenEffects>
              </a:ext>
            </a:ex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  </a:t>
              </a:r>
            </a:p>
          </p:txBody>
        </p:sp>
        <p:sp>
          <p:nvSpPr>
            <p:cNvPr id="72" name="Freeform 9">
              <a:extLst>
                <a:ext uri="{FF2B5EF4-FFF2-40B4-BE49-F238E27FC236}">
                  <a16:creationId xmlns:a16="http://schemas.microsoft.com/office/drawing/2014/main" id="{13DFA869-1F16-FF4E-C203-F02E2A141232}"/>
                </a:ext>
              </a:extLst>
            </p:cNvPr>
            <p:cNvSpPr>
              <a:spLocks noEditPoints="1"/>
            </p:cNvSpPr>
            <p:nvPr/>
          </p:nvSpPr>
          <p:spPr bwMode="auto">
            <a:xfrm>
              <a:off x="301361" y="5168031"/>
              <a:ext cx="428626" cy="555626"/>
            </a:xfrm>
            <a:custGeom>
              <a:avLst/>
              <a:gdLst>
                <a:gd name="T0" fmla="*/ 790 w 1580"/>
                <a:gd name="T1" fmla="*/ 0 h 2048"/>
                <a:gd name="T2" fmla="*/ 0 w 1580"/>
                <a:gd name="T3" fmla="*/ 790 h 2048"/>
                <a:gd name="T4" fmla="*/ 122 w 1580"/>
                <a:gd name="T5" fmla="*/ 1265 h 2048"/>
                <a:gd name="T6" fmla="*/ 387 w 1580"/>
                <a:gd name="T7" fmla="*/ 1663 h 2048"/>
                <a:gd name="T8" fmla="*/ 772 w 1580"/>
                <a:gd name="T9" fmla="*/ 2042 h 2048"/>
                <a:gd name="T10" fmla="*/ 790 w 1580"/>
                <a:gd name="T11" fmla="*/ 2048 h 2048"/>
                <a:gd name="T12" fmla="*/ 808 w 1580"/>
                <a:gd name="T13" fmla="*/ 2042 h 2048"/>
                <a:gd name="T14" fmla="*/ 1193 w 1580"/>
                <a:gd name="T15" fmla="*/ 1663 h 2048"/>
                <a:gd name="T16" fmla="*/ 1458 w 1580"/>
                <a:gd name="T17" fmla="*/ 1265 h 2048"/>
                <a:gd name="T18" fmla="*/ 1580 w 1580"/>
                <a:gd name="T19" fmla="*/ 790 h 2048"/>
                <a:gd name="T20" fmla="*/ 790 w 1580"/>
                <a:gd name="T21" fmla="*/ 0 h 2048"/>
                <a:gd name="T22" fmla="*/ 790 w 1580"/>
                <a:gd name="T23" fmla="*/ 517 h 2048"/>
                <a:gd name="T24" fmla="*/ 1063 w 1580"/>
                <a:gd name="T25" fmla="*/ 790 h 2048"/>
                <a:gd name="T26" fmla="*/ 790 w 1580"/>
                <a:gd name="T27" fmla="*/ 1063 h 2048"/>
                <a:gd name="T28" fmla="*/ 517 w 1580"/>
                <a:gd name="T29" fmla="*/ 790 h 2048"/>
                <a:gd name="T30" fmla="*/ 790 w 1580"/>
                <a:gd name="T31" fmla="*/ 517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80" h="2048">
                  <a:moveTo>
                    <a:pt x="790" y="0"/>
                  </a:moveTo>
                  <a:cubicBezTo>
                    <a:pt x="354" y="0"/>
                    <a:pt x="0" y="355"/>
                    <a:pt x="0" y="790"/>
                  </a:cubicBezTo>
                  <a:cubicBezTo>
                    <a:pt x="0" y="941"/>
                    <a:pt x="41" y="1100"/>
                    <a:pt x="122" y="1265"/>
                  </a:cubicBezTo>
                  <a:cubicBezTo>
                    <a:pt x="186" y="1396"/>
                    <a:pt x="275" y="1530"/>
                    <a:pt x="387" y="1663"/>
                  </a:cubicBezTo>
                  <a:cubicBezTo>
                    <a:pt x="577" y="1890"/>
                    <a:pt x="764" y="2036"/>
                    <a:pt x="772" y="2042"/>
                  </a:cubicBezTo>
                  <a:cubicBezTo>
                    <a:pt x="777" y="2046"/>
                    <a:pt x="784" y="2048"/>
                    <a:pt x="790" y="2048"/>
                  </a:cubicBezTo>
                  <a:cubicBezTo>
                    <a:pt x="796" y="2048"/>
                    <a:pt x="803" y="2046"/>
                    <a:pt x="808" y="2042"/>
                  </a:cubicBezTo>
                  <a:cubicBezTo>
                    <a:pt x="816" y="2036"/>
                    <a:pt x="1003" y="1890"/>
                    <a:pt x="1193" y="1663"/>
                  </a:cubicBezTo>
                  <a:cubicBezTo>
                    <a:pt x="1305" y="1530"/>
                    <a:pt x="1394" y="1396"/>
                    <a:pt x="1458" y="1265"/>
                  </a:cubicBezTo>
                  <a:cubicBezTo>
                    <a:pt x="1539" y="1100"/>
                    <a:pt x="1580" y="941"/>
                    <a:pt x="1580" y="790"/>
                  </a:cubicBezTo>
                  <a:cubicBezTo>
                    <a:pt x="1580" y="355"/>
                    <a:pt x="1226" y="0"/>
                    <a:pt x="790" y="0"/>
                  </a:cubicBezTo>
                  <a:close/>
                  <a:moveTo>
                    <a:pt x="790" y="517"/>
                  </a:moveTo>
                  <a:cubicBezTo>
                    <a:pt x="941" y="517"/>
                    <a:pt x="1063" y="640"/>
                    <a:pt x="1063" y="790"/>
                  </a:cubicBezTo>
                  <a:cubicBezTo>
                    <a:pt x="1063" y="941"/>
                    <a:pt x="941" y="1063"/>
                    <a:pt x="790" y="1063"/>
                  </a:cubicBezTo>
                  <a:cubicBezTo>
                    <a:pt x="639" y="1063"/>
                    <a:pt x="517" y="941"/>
                    <a:pt x="517" y="790"/>
                  </a:cubicBezTo>
                  <a:cubicBezTo>
                    <a:pt x="517" y="640"/>
                    <a:pt x="639" y="517"/>
                    <a:pt x="790" y="517"/>
                  </a:cubicBezTo>
                  <a:close/>
                </a:path>
              </a:pathLst>
            </a:custGeom>
            <a:gradFill>
              <a:gsLst>
                <a:gs pos="0">
                  <a:schemeClr val="bg1"/>
                </a:gs>
                <a:gs pos="100000">
                  <a:srgbClr val="B2E0FA"/>
                </a:gs>
              </a:gsLst>
              <a:lin ang="2700000" scaled="0"/>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459FED">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73" name="Freeform 10">
              <a:extLst>
                <a:ext uri="{FF2B5EF4-FFF2-40B4-BE49-F238E27FC236}">
                  <a16:creationId xmlns:a16="http://schemas.microsoft.com/office/drawing/2014/main" id="{7930D6DA-B3EE-0398-0B68-F046DF8D81DA}"/>
                </a:ext>
              </a:extLst>
            </p:cNvPr>
            <p:cNvSpPr>
              <a:spLocks/>
            </p:cNvSpPr>
            <p:nvPr/>
          </p:nvSpPr>
          <p:spPr bwMode="auto">
            <a:xfrm>
              <a:off x="491862" y="5168023"/>
              <a:ext cx="238126" cy="555625"/>
            </a:xfrm>
            <a:custGeom>
              <a:avLst/>
              <a:gdLst>
                <a:gd name="T0" fmla="*/ 88 w 878"/>
                <a:gd name="T1" fmla="*/ 0 h 2048"/>
                <a:gd name="T2" fmla="*/ 0 w 878"/>
                <a:gd name="T3" fmla="*/ 5 h 2048"/>
                <a:gd name="T4" fmla="*/ 703 w 878"/>
                <a:gd name="T5" fmla="*/ 790 h 2048"/>
                <a:gd name="T6" fmla="*/ 581 w 878"/>
                <a:gd name="T7" fmla="*/ 1265 h 2048"/>
                <a:gd name="T8" fmla="*/ 316 w 878"/>
                <a:gd name="T9" fmla="*/ 1663 h 2048"/>
                <a:gd name="T10" fmla="*/ 0 w 878"/>
                <a:gd name="T11" fmla="*/ 1984 h 2048"/>
                <a:gd name="T12" fmla="*/ 70 w 878"/>
                <a:gd name="T13" fmla="*/ 2042 h 2048"/>
                <a:gd name="T14" fmla="*/ 88 w 878"/>
                <a:gd name="T15" fmla="*/ 2048 h 2048"/>
                <a:gd name="T16" fmla="*/ 106 w 878"/>
                <a:gd name="T17" fmla="*/ 2042 h 2048"/>
                <a:gd name="T18" fmla="*/ 491 w 878"/>
                <a:gd name="T19" fmla="*/ 1663 h 2048"/>
                <a:gd name="T20" fmla="*/ 756 w 878"/>
                <a:gd name="T21" fmla="*/ 1265 h 2048"/>
                <a:gd name="T22" fmla="*/ 878 w 878"/>
                <a:gd name="T23" fmla="*/ 790 h 2048"/>
                <a:gd name="T24" fmla="*/ 88 w 878"/>
                <a:gd name="T25" fmla="*/ 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8" h="2048">
                  <a:moveTo>
                    <a:pt x="88" y="0"/>
                  </a:moveTo>
                  <a:cubicBezTo>
                    <a:pt x="58" y="0"/>
                    <a:pt x="29" y="2"/>
                    <a:pt x="0" y="5"/>
                  </a:cubicBezTo>
                  <a:cubicBezTo>
                    <a:pt x="395" y="49"/>
                    <a:pt x="703" y="384"/>
                    <a:pt x="703" y="790"/>
                  </a:cubicBezTo>
                  <a:cubicBezTo>
                    <a:pt x="703" y="941"/>
                    <a:pt x="662" y="1101"/>
                    <a:pt x="581" y="1265"/>
                  </a:cubicBezTo>
                  <a:cubicBezTo>
                    <a:pt x="517" y="1396"/>
                    <a:pt x="428" y="1530"/>
                    <a:pt x="316" y="1663"/>
                  </a:cubicBezTo>
                  <a:cubicBezTo>
                    <a:pt x="194" y="1809"/>
                    <a:pt x="73" y="1921"/>
                    <a:pt x="0" y="1984"/>
                  </a:cubicBezTo>
                  <a:cubicBezTo>
                    <a:pt x="41" y="2019"/>
                    <a:pt x="67" y="2040"/>
                    <a:pt x="70" y="2042"/>
                  </a:cubicBezTo>
                  <a:cubicBezTo>
                    <a:pt x="75" y="2046"/>
                    <a:pt x="82" y="2048"/>
                    <a:pt x="88" y="2048"/>
                  </a:cubicBezTo>
                  <a:cubicBezTo>
                    <a:pt x="94" y="2048"/>
                    <a:pt x="101" y="2046"/>
                    <a:pt x="106" y="2042"/>
                  </a:cubicBezTo>
                  <a:cubicBezTo>
                    <a:pt x="114" y="2036"/>
                    <a:pt x="301" y="1890"/>
                    <a:pt x="491" y="1663"/>
                  </a:cubicBezTo>
                  <a:cubicBezTo>
                    <a:pt x="603" y="1530"/>
                    <a:pt x="692" y="1396"/>
                    <a:pt x="756" y="1265"/>
                  </a:cubicBezTo>
                  <a:cubicBezTo>
                    <a:pt x="837" y="1100"/>
                    <a:pt x="878" y="941"/>
                    <a:pt x="878" y="790"/>
                  </a:cubicBezTo>
                  <a:cubicBezTo>
                    <a:pt x="878" y="355"/>
                    <a:pt x="524" y="0"/>
                    <a:pt x="88" y="0"/>
                  </a:cubicBezTo>
                  <a:close/>
                </a:path>
              </a:pathLst>
            </a:custGeom>
            <a:solidFill>
              <a:srgbClr val="B2E0F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0070C0">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grpSp>
      <p:grpSp>
        <p:nvGrpSpPr>
          <p:cNvPr id="74" name="Group 73">
            <a:extLst>
              <a:ext uri="{FF2B5EF4-FFF2-40B4-BE49-F238E27FC236}">
                <a16:creationId xmlns:a16="http://schemas.microsoft.com/office/drawing/2014/main" id="{12E430A1-8351-D09B-E7B3-664F1822D884}"/>
              </a:ext>
            </a:extLst>
          </p:cNvPr>
          <p:cNvGrpSpPr/>
          <p:nvPr/>
        </p:nvGrpSpPr>
        <p:grpSpPr>
          <a:xfrm>
            <a:off x="1335389" y="6181625"/>
            <a:ext cx="364482" cy="505412"/>
            <a:chOff x="301361" y="5168023"/>
            <a:chExt cx="428627" cy="594362"/>
          </a:xfrm>
        </p:grpSpPr>
        <p:sp>
          <p:nvSpPr>
            <p:cNvPr id="76" name="Oval 75">
              <a:extLst>
                <a:ext uri="{FF2B5EF4-FFF2-40B4-BE49-F238E27FC236}">
                  <a16:creationId xmlns:a16="http://schemas.microsoft.com/office/drawing/2014/main" id="{B3B9D7A2-5556-B99D-A24C-0A30ED129701}"/>
                </a:ext>
              </a:extLst>
            </p:cNvPr>
            <p:cNvSpPr/>
            <p:nvPr/>
          </p:nvSpPr>
          <p:spPr bwMode="auto">
            <a:xfrm>
              <a:off x="356159" y="5676468"/>
              <a:ext cx="329564" cy="85917"/>
            </a:xfrm>
            <a:prstGeom prst="ellipse">
              <a:avLst/>
            </a:prstGeom>
            <a:solidFill>
              <a:srgbClr val="20303D">
                <a:alpha val="70000"/>
              </a:srgbClr>
            </a:solidFill>
            <a:ln w="9525">
              <a:noFill/>
              <a:miter lim="800000"/>
              <a:headEnd/>
              <a:tailEnd/>
            </a:ln>
            <a:effectLst/>
            <a:extLst>
              <a:ext uri="{AF507438-7753-43E0-B8FC-AC1667EBCBE1}">
                <a14:hiddenEffects xmlns:a14="http://schemas.microsoft.com/office/drawing/2010/main">
                  <a:effectLst>
                    <a:outerShdw blurRad="190500" dist="38100" dir="5400000" rotWithShape="0">
                      <a:srgbClr val="20303D">
                        <a:alpha val="20000"/>
                      </a:srgbClr>
                    </a:outerShdw>
                  </a:effectLst>
                </a14:hiddenEffects>
              </a:ext>
            </a:ex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  </a:t>
              </a:r>
            </a:p>
          </p:txBody>
        </p:sp>
        <p:sp>
          <p:nvSpPr>
            <p:cNvPr id="77" name="Freeform 9">
              <a:extLst>
                <a:ext uri="{FF2B5EF4-FFF2-40B4-BE49-F238E27FC236}">
                  <a16:creationId xmlns:a16="http://schemas.microsoft.com/office/drawing/2014/main" id="{52696E87-A1ED-C906-4CF2-B0EBCB5266A2}"/>
                </a:ext>
              </a:extLst>
            </p:cNvPr>
            <p:cNvSpPr>
              <a:spLocks noEditPoints="1"/>
            </p:cNvSpPr>
            <p:nvPr/>
          </p:nvSpPr>
          <p:spPr bwMode="auto">
            <a:xfrm>
              <a:off x="301361" y="5168031"/>
              <a:ext cx="428626" cy="555626"/>
            </a:xfrm>
            <a:custGeom>
              <a:avLst/>
              <a:gdLst>
                <a:gd name="T0" fmla="*/ 790 w 1580"/>
                <a:gd name="T1" fmla="*/ 0 h 2048"/>
                <a:gd name="T2" fmla="*/ 0 w 1580"/>
                <a:gd name="T3" fmla="*/ 790 h 2048"/>
                <a:gd name="T4" fmla="*/ 122 w 1580"/>
                <a:gd name="T5" fmla="*/ 1265 h 2048"/>
                <a:gd name="T6" fmla="*/ 387 w 1580"/>
                <a:gd name="T7" fmla="*/ 1663 h 2048"/>
                <a:gd name="T8" fmla="*/ 772 w 1580"/>
                <a:gd name="T9" fmla="*/ 2042 h 2048"/>
                <a:gd name="T10" fmla="*/ 790 w 1580"/>
                <a:gd name="T11" fmla="*/ 2048 h 2048"/>
                <a:gd name="T12" fmla="*/ 808 w 1580"/>
                <a:gd name="T13" fmla="*/ 2042 h 2048"/>
                <a:gd name="T14" fmla="*/ 1193 w 1580"/>
                <a:gd name="T15" fmla="*/ 1663 h 2048"/>
                <a:gd name="T16" fmla="*/ 1458 w 1580"/>
                <a:gd name="T17" fmla="*/ 1265 h 2048"/>
                <a:gd name="T18" fmla="*/ 1580 w 1580"/>
                <a:gd name="T19" fmla="*/ 790 h 2048"/>
                <a:gd name="T20" fmla="*/ 790 w 1580"/>
                <a:gd name="T21" fmla="*/ 0 h 2048"/>
                <a:gd name="T22" fmla="*/ 790 w 1580"/>
                <a:gd name="T23" fmla="*/ 517 h 2048"/>
                <a:gd name="T24" fmla="*/ 1063 w 1580"/>
                <a:gd name="T25" fmla="*/ 790 h 2048"/>
                <a:gd name="T26" fmla="*/ 790 w 1580"/>
                <a:gd name="T27" fmla="*/ 1063 h 2048"/>
                <a:gd name="T28" fmla="*/ 517 w 1580"/>
                <a:gd name="T29" fmla="*/ 790 h 2048"/>
                <a:gd name="T30" fmla="*/ 790 w 1580"/>
                <a:gd name="T31" fmla="*/ 517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80" h="2048">
                  <a:moveTo>
                    <a:pt x="790" y="0"/>
                  </a:moveTo>
                  <a:cubicBezTo>
                    <a:pt x="354" y="0"/>
                    <a:pt x="0" y="355"/>
                    <a:pt x="0" y="790"/>
                  </a:cubicBezTo>
                  <a:cubicBezTo>
                    <a:pt x="0" y="941"/>
                    <a:pt x="41" y="1100"/>
                    <a:pt x="122" y="1265"/>
                  </a:cubicBezTo>
                  <a:cubicBezTo>
                    <a:pt x="186" y="1396"/>
                    <a:pt x="275" y="1530"/>
                    <a:pt x="387" y="1663"/>
                  </a:cubicBezTo>
                  <a:cubicBezTo>
                    <a:pt x="577" y="1890"/>
                    <a:pt x="764" y="2036"/>
                    <a:pt x="772" y="2042"/>
                  </a:cubicBezTo>
                  <a:cubicBezTo>
                    <a:pt x="777" y="2046"/>
                    <a:pt x="784" y="2048"/>
                    <a:pt x="790" y="2048"/>
                  </a:cubicBezTo>
                  <a:cubicBezTo>
                    <a:pt x="796" y="2048"/>
                    <a:pt x="803" y="2046"/>
                    <a:pt x="808" y="2042"/>
                  </a:cubicBezTo>
                  <a:cubicBezTo>
                    <a:pt x="816" y="2036"/>
                    <a:pt x="1003" y="1890"/>
                    <a:pt x="1193" y="1663"/>
                  </a:cubicBezTo>
                  <a:cubicBezTo>
                    <a:pt x="1305" y="1530"/>
                    <a:pt x="1394" y="1396"/>
                    <a:pt x="1458" y="1265"/>
                  </a:cubicBezTo>
                  <a:cubicBezTo>
                    <a:pt x="1539" y="1100"/>
                    <a:pt x="1580" y="941"/>
                    <a:pt x="1580" y="790"/>
                  </a:cubicBezTo>
                  <a:cubicBezTo>
                    <a:pt x="1580" y="355"/>
                    <a:pt x="1226" y="0"/>
                    <a:pt x="790" y="0"/>
                  </a:cubicBezTo>
                  <a:close/>
                  <a:moveTo>
                    <a:pt x="790" y="517"/>
                  </a:moveTo>
                  <a:cubicBezTo>
                    <a:pt x="941" y="517"/>
                    <a:pt x="1063" y="640"/>
                    <a:pt x="1063" y="790"/>
                  </a:cubicBezTo>
                  <a:cubicBezTo>
                    <a:pt x="1063" y="941"/>
                    <a:pt x="941" y="1063"/>
                    <a:pt x="790" y="1063"/>
                  </a:cubicBezTo>
                  <a:cubicBezTo>
                    <a:pt x="639" y="1063"/>
                    <a:pt x="517" y="941"/>
                    <a:pt x="517" y="790"/>
                  </a:cubicBezTo>
                  <a:cubicBezTo>
                    <a:pt x="517" y="640"/>
                    <a:pt x="639" y="517"/>
                    <a:pt x="790" y="517"/>
                  </a:cubicBezTo>
                  <a:close/>
                </a:path>
              </a:pathLst>
            </a:custGeom>
            <a:gradFill>
              <a:gsLst>
                <a:gs pos="0">
                  <a:schemeClr val="bg1"/>
                </a:gs>
                <a:gs pos="100000">
                  <a:srgbClr val="B2E0FA"/>
                </a:gs>
              </a:gsLst>
              <a:lin ang="2700000" scaled="0"/>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459FED">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78" name="Freeform 10">
              <a:extLst>
                <a:ext uri="{FF2B5EF4-FFF2-40B4-BE49-F238E27FC236}">
                  <a16:creationId xmlns:a16="http://schemas.microsoft.com/office/drawing/2014/main" id="{78E63691-CF86-C9D7-1B70-389BDAD22278}"/>
                </a:ext>
              </a:extLst>
            </p:cNvPr>
            <p:cNvSpPr>
              <a:spLocks/>
            </p:cNvSpPr>
            <p:nvPr/>
          </p:nvSpPr>
          <p:spPr bwMode="auto">
            <a:xfrm>
              <a:off x="491862" y="5168023"/>
              <a:ext cx="238126" cy="555625"/>
            </a:xfrm>
            <a:custGeom>
              <a:avLst/>
              <a:gdLst>
                <a:gd name="T0" fmla="*/ 88 w 878"/>
                <a:gd name="T1" fmla="*/ 0 h 2048"/>
                <a:gd name="T2" fmla="*/ 0 w 878"/>
                <a:gd name="T3" fmla="*/ 5 h 2048"/>
                <a:gd name="T4" fmla="*/ 703 w 878"/>
                <a:gd name="T5" fmla="*/ 790 h 2048"/>
                <a:gd name="T6" fmla="*/ 581 w 878"/>
                <a:gd name="T7" fmla="*/ 1265 h 2048"/>
                <a:gd name="T8" fmla="*/ 316 w 878"/>
                <a:gd name="T9" fmla="*/ 1663 h 2048"/>
                <a:gd name="T10" fmla="*/ 0 w 878"/>
                <a:gd name="T11" fmla="*/ 1984 h 2048"/>
                <a:gd name="T12" fmla="*/ 70 w 878"/>
                <a:gd name="T13" fmla="*/ 2042 h 2048"/>
                <a:gd name="T14" fmla="*/ 88 w 878"/>
                <a:gd name="T15" fmla="*/ 2048 h 2048"/>
                <a:gd name="T16" fmla="*/ 106 w 878"/>
                <a:gd name="T17" fmla="*/ 2042 h 2048"/>
                <a:gd name="T18" fmla="*/ 491 w 878"/>
                <a:gd name="T19" fmla="*/ 1663 h 2048"/>
                <a:gd name="T20" fmla="*/ 756 w 878"/>
                <a:gd name="T21" fmla="*/ 1265 h 2048"/>
                <a:gd name="T22" fmla="*/ 878 w 878"/>
                <a:gd name="T23" fmla="*/ 790 h 2048"/>
                <a:gd name="T24" fmla="*/ 88 w 878"/>
                <a:gd name="T25" fmla="*/ 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8" h="2048">
                  <a:moveTo>
                    <a:pt x="88" y="0"/>
                  </a:moveTo>
                  <a:cubicBezTo>
                    <a:pt x="58" y="0"/>
                    <a:pt x="29" y="2"/>
                    <a:pt x="0" y="5"/>
                  </a:cubicBezTo>
                  <a:cubicBezTo>
                    <a:pt x="395" y="49"/>
                    <a:pt x="703" y="384"/>
                    <a:pt x="703" y="790"/>
                  </a:cubicBezTo>
                  <a:cubicBezTo>
                    <a:pt x="703" y="941"/>
                    <a:pt x="662" y="1101"/>
                    <a:pt x="581" y="1265"/>
                  </a:cubicBezTo>
                  <a:cubicBezTo>
                    <a:pt x="517" y="1396"/>
                    <a:pt x="428" y="1530"/>
                    <a:pt x="316" y="1663"/>
                  </a:cubicBezTo>
                  <a:cubicBezTo>
                    <a:pt x="194" y="1809"/>
                    <a:pt x="73" y="1921"/>
                    <a:pt x="0" y="1984"/>
                  </a:cubicBezTo>
                  <a:cubicBezTo>
                    <a:pt x="41" y="2019"/>
                    <a:pt x="67" y="2040"/>
                    <a:pt x="70" y="2042"/>
                  </a:cubicBezTo>
                  <a:cubicBezTo>
                    <a:pt x="75" y="2046"/>
                    <a:pt x="82" y="2048"/>
                    <a:pt x="88" y="2048"/>
                  </a:cubicBezTo>
                  <a:cubicBezTo>
                    <a:pt x="94" y="2048"/>
                    <a:pt x="101" y="2046"/>
                    <a:pt x="106" y="2042"/>
                  </a:cubicBezTo>
                  <a:cubicBezTo>
                    <a:pt x="114" y="2036"/>
                    <a:pt x="301" y="1890"/>
                    <a:pt x="491" y="1663"/>
                  </a:cubicBezTo>
                  <a:cubicBezTo>
                    <a:pt x="603" y="1530"/>
                    <a:pt x="692" y="1396"/>
                    <a:pt x="756" y="1265"/>
                  </a:cubicBezTo>
                  <a:cubicBezTo>
                    <a:pt x="837" y="1100"/>
                    <a:pt x="878" y="941"/>
                    <a:pt x="878" y="790"/>
                  </a:cubicBezTo>
                  <a:cubicBezTo>
                    <a:pt x="878" y="355"/>
                    <a:pt x="524" y="0"/>
                    <a:pt x="88" y="0"/>
                  </a:cubicBezTo>
                  <a:close/>
                </a:path>
              </a:pathLst>
            </a:custGeom>
            <a:solidFill>
              <a:srgbClr val="B2E0F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0070C0">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grpSp>
      <p:grpSp>
        <p:nvGrpSpPr>
          <p:cNvPr id="79" name="Group 78">
            <a:extLst>
              <a:ext uri="{FF2B5EF4-FFF2-40B4-BE49-F238E27FC236}">
                <a16:creationId xmlns:a16="http://schemas.microsoft.com/office/drawing/2014/main" id="{BFF3C12F-7851-F97D-3C41-079572229DC0}"/>
              </a:ext>
            </a:extLst>
          </p:cNvPr>
          <p:cNvGrpSpPr/>
          <p:nvPr/>
        </p:nvGrpSpPr>
        <p:grpSpPr>
          <a:xfrm>
            <a:off x="11159533" y="2480612"/>
            <a:ext cx="364482" cy="505412"/>
            <a:chOff x="301361" y="5168023"/>
            <a:chExt cx="428627" cy="594362"/>
          </a:xfrm>
        </p:grpSpPr>
        <p:sp>
          <p:nvSpPr>
            <p:cNvPr id="80" name="Oval 79">
              <a:extLst>
                <a:ext uri="{FF2B5EF4-FFF2-40B4-BE49-F238E27FC236}">
                  <a16:creationId xmlns:a16="http://schemas.microsoft.com/office/drawing/2014/main" id="{00DFECB7-F4FF-AEA9-2928-C83AFBB61AF1}"/>
                </a:ext>
              </a:extLst>
            </p:cNvPr>
            <p:cNvSpPr/>
            <p:nvPr/>
          </p:nvSpPr>
          <p:spPr bwMode="auto">
            <a:xfrm>
              <a:off x="356159" y="5676468"/>
              <a:ext cx="329564" cy="85917"/>
            </a:xfrm>
            <a:prstGeom prst="ellipse">
              <a:avLst/>
            </a:prstGeom>
            <a:solidFill>
              <a:srgbClr val="20303D">
                <a:alpha val="70000"/>
              </a:srgbClr>
            </a:solidFill>
            <a:ln w="9525">
              <a:noFill/>
              <a:miter lim="800000"/>
              <a:headEnd/>
              <a:tailEnd/>
            </a:ln>
            <a:effectLst/>
            <a:extLst>
              <a:ext uri="{AF507438-7753-43E0-B8FC-AC1667EBCBE1}">
                <a14:hiddenEffects xmlns:a14="http://schemas.microsoft.com/office/drawing/2010/main">
                  <a:effectLst>
                    <a:outerShdw blurRad="190500" dist="38100" dir="5400000" rotWithShape="0">
                      <a:srgbClr val="20303D">
                        <a:alpha val="20000"/>
                      </a:srgbClr>
                    </a:outerShdw>
                  </a:effectLst>
                </a14:hiddenEffects>
              </a:ext>
            </a:ex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  </a:t>
              </a:r>
            </a:p>
          </p:txBody>
        </p:sp>
        <p:sp>
          <p:nvSpPr>
            <p:cNvPr id="81" name="Freeform 9">
              <a:extLst>
                <a:ext uri="{FF2B5EF4-FFF2-40B4-BE49-F238E27FC236}">
                  <a16:creationId xmlns:a16="http://schemas.microsoft.com/office/drawing/2014/main" id="{7C4FF16F-9846-D6F9-ABDD-F9ED6993CEDE}"/>
                </a:ext>
              </a:extLst>
            </p:cNvPr>
            <p:cNvSpPr>
              <a:spLocks noEditPoints="1"/>
            </p:cNvSpPr>
            <p:nvPr/>
          </p:nvSpPr>
          <p:spPr bwMode="auto">
            <a:xfrm>
              <a:off x="301361" y="5168031"/>
              <a:ext cx="428626" cy="555626"/>
            </a:xfrm>
            <a:custGeom>
              <a:avLst/>
              <a:gdLst>
                <a:gd name="T0" fmla="*/ 790 w 1580"/>
                <a:gd name="T1" fmla="*/ 0 h 2048"/>
                <a:gd name="T2" fmla="*/ 0 w 1580"/>
                <a:gd name="T3" fmla="*/ 790 h 2048"/>
                <a:gd name="T4" fmla="*/ 122 w 1580"/>
                <a:gd name="T5" fmla="*/ 1265 h 2048"/>
                <a:gd name="T6" fmla="*/ 387 w 1580"/>
                <a:gd name="T7" fmla="*/ 1663 h 2048"/>
                <a:gd name="T8" fmla="*/ 772 w 1580"/>
                <a:gd name="T9" fmla="*/ 2042 h 2048"/>
                <a:gd name="T10" fmla="*/ 790 w 1580"/>
                <a:gd name="T11" fmla="*/ 2048 h 2048"/>
                <a:gd name="T12" fmla="*/ 808 w 1580"/>
                <a:gd name="T13" fmla="*/ 2042 h 2048"/>
                <a:gd name="T14" fmla="*/ 1193 w 1580"/>
                <a:gd name="T15" fmla="*/ 1663 h 2048"/>
                <a:gd name="T16" fmla="*/ 1458 w 1580"/>
                <a:gd name="T17" fmla="*/ 1265 h 2048"/>
                <a:gd name="T18" fmla="*/ 1580 w 1580"/>
                <a:gd name="T19" fmla="*/ 790 h 2048"/>
                <a:gd name="T20" fmla="*/ 790 w 1580"/>
                <a:gd name="T21" fmla="*/ 0 h 2048"/>
                <a:gd name="T22" fmla="*/ 790 w 1580"/>
                <a:gd name="T23" fmla="*/ 517 h 2048"/>
                <a:gd name="T24" fmla="*/ 1063 w 1580"/>
                <a:gd name="T25" fmla="*/ 790 h 2048"/>
                <a:gd name="T26" fmla="*/ 790 w 1580"/>
                <a:gd name="T27" fmla="*/ 1063 h 2048"/>
                <a:gd name="T28" fmla="*/ 517 w 1580"/>
                <a:gd name="T29" fmla="*/ 790 h 2048"/>
                <a:gd name="T30" fmla="*/ 790 w 1580"/>
                <a:gd name="T31" fmla="*/ 517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80" h="2048">
                  <a:moveTo>
                    <a:pt x="790" y="0"/>
                  </a:moveTo>
                  <a:cubicBezTo>
                    <a:pt x="354" y="0"/>
                    <a:pt x="0" y="355"/>
                    <a:pt x="0" y="790"/>
                  </a:cubicBezTo>
                  <a:cubicBezTo>
                    <a:pt x="0" y="941"/>
                    <a:pt x="41" y="1100"/>
                    <a:pt x="122" y="1265"/>
                  </a:cubicBezTo>
                  <a:cubicBezTo>
                    <a:pt x="186" y="1396"/>
                    <a:pt x="275" y="1530"/>
                    <a:pt x="387" y="1663"/>
                  </a:cubicBezTo>
                  <a:cubicBezTo>
                    <a:pt x="577" y="1890"/>
                    <a:pt x="764" y="2036"/>
                    <a:pt x="772" y="2042"/>
                  </a:cubicBezTo>
                  <a:cubicBezTo>
                    <a:pt x="777" y="2046"/>
                    <a:pt x="784" y="2048"/>
                    <a:pt x="790" y="2048"/>
                  </a:cubicBezTo>
                  <a:cubicBezTo>
                    <a:pt x="796" y="2048"/>
                    <a:pt x="803" y="2046"/>
                    <a:pt x="808" y="2042"/>
                  </a:cubicBezTo>
                  <a:cubicBezTo>
                    <a:pt x="816" y="2036"/>
                    <a:pt x="1003" y="1890"/>
                    <a:pt x="1193" y="1663"/>
                  </a:cubicBezTo>
                  <a:cubicBezTo>
                    <a:pt x="1305" y="1530"/>
                    <a:pt x="1394" y="1396"/>
                    <a:pt x="1458" y="1265"/>
                  </a:cubicBezTo>
                  <a:cubicBezTo>
                    <a:pt x="1539" y="1100"/>
                    <a:pt x="1580" y="941"/>
                    <a:pt x="1580" y="790"/>
                  </a:cubicBezTo>
                  <a:cubicBezTo>
                    <a:pt x="1580" y="355"/>
                    <a:pt x="1226" y="0"/>
                    <a:pt x="790" y="0"/>
                  </a:cubicBezTo>
                  <a:close/>
                  <a:moveTo>
                    <a:pt x="790" y="517"/>
                  </a:moveTo>
                  <a:cubicBezTo>
                    <a:pt x="941" y="517"/>
                    <a:pt x="1063" y="640"/>
                    <a:pt x="1063" y="790"/>
                  </a:cubicBezTo>
                  <a:cubicBezTo>
                    <a:pt x="1063" y="941"/>
                    <a:pt x="941" y="1063"/>
                    <a:pt x="790" y="1063"/>
                  </a:cubicBezTo>
                  <a:cubicBezTo>
                    <a:pt x="639" y="1063"/>
                    <a:pt x="517" y="941"/>
                    <a:pt x="517" y="790"/>
                  </a:cubicBezTo>
                  <a:cubicBezTo>
                    <a:pt x="517" y="640"/>
                    <a:pt x="639" y="517"/>
                    <a:pt x="790" y="517"/>
                  </a:cubicBezTo>
                  <a:close/>
                </a:path>
              </a:pathLst>
            </a:custGeom>
            <a:gradFill>
              <a:gsLst>
                <a:gs pos="0">
                  <a:schemeClr val="bg1"/>
                </a:gs>
                <a:gs pos="100000">
                  <a:srgbClr val="B2E0FA"/>
                </a:gs>
              </a:gsLst>
              <a:lin ang="2700000" scaled="0"/>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459FED">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82" name="Freeform 10">
              <a:extLst>
                <a:ext uri="{FF2B5EF4-FFF2-40B4-BE49-F238E27FC236}">
                  <a16:creationId xmlns:a16="http://schemas.microsoft.com/office/drawing/2014/main" id="{CA2A8CD9-4CC5-0A5A-D8B1-10E8410D4120}"/>
                </a:ext>
              </a:extLst>
            </p:cNvPr>
            <p:cNvSpPr>
              <a:spLocks/>
            </p:cNvSpPr>
            <p:nvPr/>
          </p:nvSpPr>
          <p:spPr bwMode="auto">
            <a:xfrm>
              <a:off x="491862" y="5168023"/>
              <a:ext cx="238126" cy="555625"/>
            </a:xfrm>
            <a:custGeom>
              <a:avLst/>
              <a:gdLst>
                <a:gd name="T0" fmla="*/ 88 w 878"/>
                <a:gd name="T1" fmla="*/ 0 h 2048"/>
                <a:gd name="T2" fmla="*/ 0 w 878"/>
                <a:gd name="T3" fmla="*/ 5 h 2048"/>
                <a:gd name="T4" fmla="*/ 703 w 878"/>
                <a:gd name="T5" fmla="*/ 790 h 2048"/>
                <a:gd name="T6" fmla="*/ 581 w 878"/>
                <a:gd name="T7" fmla="*/ 1265 h 2048"/>
                <a:gd name="T8" fmla="*/ 316 w 878"/>
                <a:gd name="T9" fmla="*/ 1663 h 2048"/>
                <a:gd name="T10" fmla="*/ 0 w 878"/>
                <a:gd name="T11" fmla="*/ 1984 h 2048"/>
                <a:gd name="T12" fmla="*/ 70 w 878"/>
                <a:gd name="T13" fmla="*/ 2042 h 2048"/>
                <a:gd name="T14" fmla="*/ 88 w 878"/>
                <a:gd name="T15" fmla="*/ 2048 h 2048"/>
                <a:gd name="T16" fmla="*/ 106 w 878"/>
                <a:gd name="T17" fmla="*/ 2042 h 2048"/>
                <a:gd name="T18" fmla="*/ 491 w 878"/>
                <a:gd name="T19" fmla="*/ 1663 h 2048"/>
                <a:gd name="T20" fmla="*/ 756 w 878"/>
                <a:gd name="T21" fmla="*/ 1265 h 2048"/>
                <a:gd name="T22" fmla="*/ 878 w 878"/>
                <a:gd name="T23" fmla="*/ 790 h 2048"/>
                <a:gd name="T24" fmla="*/ 88 w 878"/>
                <a:gd name="T25" fmla="*/ 0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8" h="2048">
                  <a:moveTo>
                    <a:pt x="88" y="0"/>
                  </a:moveTo>
                  <a:cubicBezTo>
                    <a:pt x="58" y="0"/>
                    <a:pt x="29" y="2"/>
                    <a:pt x="0" y="5"/>
                  </a:cubicBezTo>
                  <a:cubicBezTo>
                    <a:pt x="395" y="49"/>
                    <a:pt x="703" y="384"/>
                    <a:pt x="703" y="790"/>
                  </a:cubicBezTo>
                  <a:cubicBezTo>
                    <a:pt x="703" y="941"/>
                    <a:pt x="662" y="1101"/>
                    <a:pt x="581" y="1265"/>
                  </a:cubicBezTo>
                  <a:cubicBezTo>
                    <a:pt x="517" y="1396"/>
                    <a:pt x="428" y="1530"/>
                    <a:pt x="316" y="1663"/>
                  </a:cubicBezTo>
                  <a:cubicBezTo>
                    <a:pt x="194" y="1809"/>
                    <a:pt x="73" y="1921"/>
                    <a:pt x="0" y="1984"/>
                  </a:cubicBezTo>
                  <a:cubicBezTo>
                    <a:pt x="41" y="2019"/>
                    <a:pt x="67" y="2040"/>
                    <a:pt x="70" y="2042"/>
                  </a:cubicBezTo>
                  <a:cubicBezTo>
                    <a:pt x="75" y="2046"/>
                    <a:pt x="82" y="2048"/>
                    <a:pt x="88" y="2048"/>
                  </a:cubicBezTo>
                  <a:cubicBezTo>
                    <a:pt x="94" y="2048"/>
                    <a:pt x="101" y="2046"/>
                    <a:pt x="106" y="2042"/>
                  </a:cubicBezTo>
                  <a:cubicBezTo>
                    <a:pt x="114" y="2036"/>
                    <a:pt x="301" y="1890"/>
                    <a:pt x="491" y="1663"/>
                  </a:cubicBezTo>
                  <a:cubicBezTo>
                    <a:pt x="603" y="1530"/>
                    <a:pt x="692" y="1396"/>
                    <a:pt x="756" y="1265"/>
                  </a:cubicBezTo>
                  <a:cubicBezTo>
                    <a:pt x="837" y="1100"/>
                    <a:pt x="878" y="941"/>
                    <a:pt x="878" y="790"/>
                  </a:cubicBezTo>
                  <a:cubicBezTo>
                    <a:pt x="878" y="355"/>
                    <a:pt x="524" y="0"/>
                    <a:pt x="88" y="0"/>
                  </a:cubicBezTo>
                  <a:close/>
                </a:path>
              </a:pathLst>
            </a:custGeom>
            <a:solidFill>
              <a:srgbClr val="B2E0FA"/>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190500" dist="38100" dir="5400000" rotWithShape="0">
                      <a:srgbClr val="0070C0">
                        <a:alpha val="20000"/>
                      </a:srgbClr>
                    </a:outerShdw>
                  </a:effectLst>
                </a14:hiddenEffects>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grpSp>
      <p:sp>
        <p:nvSpPr>
          <p:cNvPr id="83" name="Rectangle: Rounded Corners 82">
            <a:extLst>
              <a:ext uri="{FF2B5EF4-FFF2-40B4-BE49-F238E27FC236}">
                <a16:creationId xmlns:a16="http://schemas.microsoft.com/office/drawing/2014/main" id="{AC291F06-AB8E-D127-8996-AD9850E71B0C}"/>
              </a:ext>
            </a:extLst>
          </p:cNvPr>
          <p:cNvSpPr/>
          <p:nvPr/>
        </p:nvSpPr>
        <p:spPr>
          <a:xfrm>
            <a:off x="9264458" y="2519460"/>
            <a:ext cx="1747596" cy="257445"/>
          </a:xfrm>
          <a:prstGeom prst="roundRect">
            <a:avLst>
              <a:gd name="adj" fmla="val 2466546"/>
            </a:avLst>
          </a:prstGeom>
          <a:gradFill>
            <a:gsLst>
              <a:gs pos="0">
                <a:srgbClr val="B2E0FA"/>
              </a:gs>
              <a:gs pos="100000">
                <a:srgbClr val="459FED"/>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1" u="none" strike="noStrike" kern="0" cap="none" spc="0" normalizeH="0" baseline="0" noProof="0">
                <a:ln>
                  <a:noFill/>
                </a:ln>
                <a:solidFill>
                  <a:srgbClr val="252525"/>
                </a:solidFill>
                <a:effectLst/>
                <a:uLnTx/>
                <a:uFillTx/>
                <a:latin typeface="Arial" panose="020B0604020202020204" pitchFamily="34" charset="0"/>
                <a:ea typeface="+mn-ea"/>
                <a:cs typeface="Arial"/>
              </a:rPr>
              <a:t>2025 ors Itamet</a:t>
            </a:r>
          </a:p>
        </p:txBody>
      </p:sp>
      <p:grpSp>
        <p:nvGrpSpPr>
          <p:cNvPr id="84" name="Group 83">
            <a:extLst>
              <a:ext uri="{FF2B5EF4-FFF2-40B4-BE49-F238E27FC236}">
                <a16:creationId xmlns:a16="http://schemas.microsoft.com/office/drawing/2014/main" id="{7E53F775-BB98-5917-CA92-A46DFCD98769}"/>
              </a:ext>
            </a:extLst>
          </p:cNvPr>
          <p:cNvGrpSpPr/>
          <p:nvPr/>
        </p:nvGrpSpPr>
        <p:grpSpPr>
          <a:xfrm>
            <a:off x="180443" y="4092621"/>
            <a:ext cx="2674375" cy="1629792"/>
            <a:chOff x="308843" y="3359160"/>
            <a:chExt cx="2674375" cy="1629792"/>
          </a:xfrm>
        </p:grpSpPr>
        <p:sp>
          <p:nvSpPr>
            <p:cNvPr id="85" name="Rectangle: Rounded Corners 84">
              <a:extLst>
                <a:ext uri="{FF2B5EF4-FFF2-40B4-BE49-F238E27FC236}">
                  <a16:creationId xmlns:a16="http://schemas.microsoft.com/office/drawing/2014/main" id="{8225511A-4CBA-4C44-92FB-F555BBF002AE}"/>
                </a:ext>
              </a:extLst>
            </p:cNvPr>
            <p:cNvSpPr/>
            <p:nvPr/>
          </p:nvSpPr>
          <p:spPr bwMode="auto">
            <a:xfrm>
              <a:off x="308843" y="3359160"/>
              <a:ext cx="2674375" cy="1629792"/>
            </a:xfrm>
            <a:prstGeom prst="roundRect">
              <a:avLst>
                <a:gd name="adj" fmla="val 2434"/>
              </a:avLst>
            </a:prstGeom>
            <a:solidFill>
              <a:schemeClr val="bg1">
                <a:alpha val="15000"/>
              </a:schemeClr>
            </a:solidFill>
            <a:ln w="6350">
              <a:gradFill>
                <a:gsLst>
                  <a:gs pos="0">
                    <a:schemeClr val="accent1">
                      <a:lumMod val="5000"/>
                      <a:lumOff val="95000"/>
                      <a:alpha val="70000"/>
                    </a:schemeClr>
                  </a:gs>
                  <a:gs pos="50000">
                    <a:schemeClr val="bg1">
                      <a:alpha val="20000"/>
                    </a:schemeClr>
                  </a:gs>
                  <a:gs pos="100000">
                    <a:schemeClr val="bg1">
                      <a:alpha val="40000"/>
                    </a:schemeClr>
                  </a:gs>
                </a:gsLst>
                <a:lin ang="5400000" scaled="1"/>
              </a:gradFill>
              <a:miter lim="800000"/>
              <a:headEnd/>
              <a:tailEnd/>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Arial"/>
              </a:endParaRPr>
            </a:p>
          </p:txBody>
        </p:sp>
        <p:sp>
          <p:nvSpPr>
            <p:cNvPr id="86" name="object 103">
              <a:extLst>
                <a:ext uri="{FF2B5EF4-FFF2-40B4-BE49-F238E27FC236}">
                  <a16:creationId xmlns:a16="http://schemas.microsoft.com/office/drawing/2014/main" id="{0F96346C-C551-0471-FB73-6D168012E296}"/>
                </a:ext>
              </a:extLst>
            </p:cNvPr>
            <p:cNvSpPr txBox="1"/>
            <p:nvPr/>
          </p:nvSpPr>
          <p:spPr>
            <a:xfrm>
              <a:off x="385459" y="3451191"/>
              <a:ext cx="2521143" cy="470935"/>
            </a:xfrm>
            <a:prstGeom prst="roundRect">
              <a:avLst>
                <a:gd name="adj" fmla="val 13484"/>
              </a:avLst>
            </a:prstGeom>
            <a:gradFill>
              <a:gsLst>
                <a:gs pos="0">
                  <a:srgbClr val="B2E0FA"/>
                </a:gs>
                <a:gs pos="100000">
                  <a:srgbClr val="459FED">
                    <a:alpha val="61000"/>
                  </a:srgbClr>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400" b="1" i="1" u="none" strike="noStrike" kern="0" cap="none" spc="0" normalizeH="0" baseline="0">
                  <a:ln>
                    <a:noFill/>
                  </a:ln>
                  <a:solidFill>
                    <a:srgbClr val="252525"/>
                  </a:solidFill>
                  <a:effectLst/>
                  <a:uLnTx/>
                  <a:uFillTx/>
                  <a:latin typeface="Arial"/>
                  <a:cs typeface="Arial"/>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52525"/>
                  </a:solidFill>
                  <a:effectLst/>
                  <a:uLnTx/>
                  <a:uFillTx/>
                  <a:latin typeface="Arial"/>
                  <a:ea typeface="+mn-ea"/>
                  <a:cs typeface="Arial"/>
                </a:rPr>
                <a:t>Consect</a:t>
              </a:r>
              <a:endParaRPr kumimoji="0" sz="1400" b="1" i="0" u="none" strike="noStrike" kern="0" cap="none" spc="0" normalizeH="0" baseline="0" noProof="0">
                <a:ln>
                  <a:noFill/>
                </a:ln>
                <a:solidFill>
                  <a:srgbClr val="252525"/>
                </a:solidFill>
                <a:effectLst/>
                <a:uLnTx/>
                <a:uFillTx/>
                <a:latin typeface="Arial"/>
                <a:ea typeface="+mn-ea"/>
                <a:cs typeface="Arial"/>
              </a:endParaRPr>
            </a:p>
          </p:txBody>
        </p:sp>
        <p:sp>
          <p:nvSpPr>
            <p:cNvPr id="87" name="TextBox 86">
              <a:extLst>
                <a:ext uri="{FF2B5EF4-FFF2-40B4-BE49-F238E27FC236}">
                  <a16:creationId xmlns:a16="http://schemas.microsoft.com/office/drawing/2014/main" id="{57E9DD53-752C-8B82-33CC-288376235467}"/>
                </a:ext>
              </a:extLst>
            </p:cNvPr>
            <p:cNvSpPr txBox="1"/>
            <p:nvPr/>
          </p:nvSpPr>
          <p:spPr>
            <a:xfrm>
              <a:off x="395887" y="4014158"/>
              <a:ext cx="2500287" cy="846386"/>
            </a:xfrm>
            <a:prstGeom prst="rect">
              <a:avLst/>
            </a:prstGeom>
            <a:noFill/>
          </p:spPr>
          <p:txBody>
            <a:bodyPr wrap="square" rtlCol="0">
              <a:spAutoFit/>
            </a:bodyPr>
            <a:lstStyle/>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Eturadip I2S Cingelit </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Seddoei usmo Dtemporinci Didu</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Ntutlaboree tdolorem agnaal iquautenim adm inimveniam quisn</a:t>
              </a:r>
            </a:p>
          </p:txBody>
        </p:sp>
      </p:grpSp>
      <p:grpSp>
        <p:nvGrpSpPr>
          <p:cNvPr id="88" name="Group 87">
            <a:extLst>
              <a:ext uri="{FF2B5EF4-FFF2-40B4-BE49-F238E27FC236}">
                <a16:creationId xmlns:a16="http://schemas.microsoft.com/office/drawing/2014/main" id="{C98218A9-C83D-D024-B981-E714BF2F9CED}"/>
              </a:ext>
            </a:extLst>
          </p:cNvPr>
          <p:cNvGrpSpPr/>
          <p:nvPr/>
        </p:nvGrpSpPr>
        <p:grpSpPr>
          <a:xfrm>
            <a:off x="3050077" y="3882248"/>
            <a:ext cx="2674375" cy="1676092"/>
            <a:chOff x="3283572" y="2850580"/>
            <a:chExt cx="2674375" cy="1676092"/>
          </a:xfrm>
        </p:grpSpPr>
        <p:sp>
          <p:nvSpPr>
            <p:cNvPr id="89" name="Rectangle: Rounded Corners 88">
              <a:extLst>
                <a:ext uri="{FF2B5EF4-FFF2-40B4-BE49-F238E27FC236}">
                  <a16:creationId xmlns:a16="http://schemas.microsoft.com/office/drawing/2014/main" id="{9C0C4102-6D35-4751-B94C-B8C2D98C6C6C}"/>
                </a:ext>
              </a:extLst>
            </p:cNvPr>
            <p:cNvSpPr/>
            <p:nvPr/>
          </p:nvSpPr>
          <p:spPr bwMode="auto">
            <a:xfrm>
              <a:off x="3283572" y="2850580"/>
              <a:ext cx="2674375" cy="1676092"/>
            </a:xfrm>
            <a:prstGeom prst="roundRect">
              <a:avLst>
                <a:gd name="adj" fmla="val 2434"/>
              </a:avLst>
            </a:prstGeom>
            <a:solidFill>
              <a:schemeClr val="bg1">
                <a:alpha val="15000"/>
              </a:schemeClr>
            </a:solidFill>
            <a:ln w="6350">
              <a:gradFill>
                <a:gsLst>
                  <a:gs pos="0">
                    <a:schemeClr val="accent1">
                      <a:lumMod val="5000"/>
                      <a:lumOff val="95000"/>
                      <a:alpha val="70000"/>
                    </a:schemeClr>
                  </a:gs>
                  <a:gs pos="50000">
                    <a:schemeClr val="bg1">
                      <a:alpha val="20000"/>
                    </a:schemeClr>
                  </a:gs>
                  <a:gs pos="100000">
                    <a:schemeClr val="bg1">
                      <a:alpha val="40000"/>
                    </a:schemeClr>
                  </a:gs>
                </a:gsLst>
                <a:lin ang="5400000" scaled="1"/>
              </a:gradFill>
              <a:miter lim="800000"/>
              <a:headEnd/>
              <a:tailEnd/>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Arial"/>
              </a:endParaRPr>
            </a:p>
          </p:txBody>
        </p:sp>
        <p:sp>
          <p:nvSpPr>
            <p:cNvPr id="90" name="object 103">
              <a:extLst>
                <a:ext uri="{FF2B5EF4-FFF2-40B4-BE49-F238E27FC236}">
                  <a16:creationId xmlns:a16="http://schemas.microsoft.com/office/drawing/2014/main" id="{3BCF786F-1D16-B9AB-8C3B-E0A02B64B68F}"/>
                </a:ext>
              </a:extLst>
            </p:cNvPr>
            <p:cNvSpPr txBox="1"/>
            <p:nvPr/>
          </p:nvSpPr>
          <p:spPr>
            <a:xfrm>
              <a:off x="3360188" y="2942611"/>
              <a:ext cx="2521143" cy="470935"/>
            </a:xfrm>
            <a:prstGeom prst="roundRect">
              <a:avLst>
                <a:gd name="adj" fmla="val 13484"/>
              </a:avLst>
            </a:prstGeom>
            <a:gradFill>
              <a:gsLst>
                <a:gs pos="0">
                  <a:srgbClr val="B2E0FA"/>
                </a:gs>
                <a:gs pos="100000">
                  <a:srgbClr val="459FED">
                    <a:alpha val="61000"/>
                  </a:srgbClr>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200" b="1" i="0" u="none" strike="noStrike" kern="0" cap="none" spc="0" normalizeH="0" baseline="0">
                  <a:ln>
                    <a:noFill/>
                  </a:ln>
                  <a:solidFill>
                    <a:srgbClr val="252525"/>
                  </a:solidFill>
                  <a:effectLst/>
                  <a:uLnTx/>
                  <a:uFillTx/>
                  <a:latin typeface="Arial"/>
                  <a:cs typeface="Arial"/>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52525"/>
                  </a:solidFill>
                  <a:effectLst/>
                  <a:uLnTx/>
                  <a:uFillTx/>
                  <a:latin typeface="Arial"/>
                  <a:ea typeface="+mn-ea"/>
                  <a:cs typeface="Arial"/>
                </a:rPr>
                <a:t>Ostrude Xercit-at-Ion (Ullamcol + ABO RISNI)</a:t>
              </a:r>
            </a:p>
          </p:txBody>
        </p:sp>
        <p:sp>
          <p:nvSpPr>
            <p:cNvPr id="91" name="TextBox 90">
              <a:extLst>
                <a:ext uri="{FF2B5EF4-FFF2-40B4-BE49-F238E27FC236}">
                  <a16:creationId xmlns:a16="http://schemas.microsoft.com/office/drawing/2014/main" id="{AFFC8EE3-3E87-91BD-06EE-455E61B7D04F}"/>
                </a:ext>
              </a:extLst>
            </p:cNvPr>
            <p:cNvSpPr txBox="1"/>
            <p:nvPr/>
          </p:nvSpPr>
          <p:spPr>
            <a:xfrm>
              <a:off x="3393606" y="3544712"/>
              <a:ext cx="2487725" cy="807913"/>
            </a:xfrm>
            <a:prstGeom prst="rect">
              <a:avLst/>
            </a:prstGeom>
            <a:noFill/>
          </p:spPr>
          <p:txBody>
            <a:bodyPr wrap="square" rtlCol="0">
              <a:spAutoFit/>
            </a:bodyPr>
            <a:lstStyle/>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Siutaliq uipexe A2C O2M modocon sequatdu </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Isaut Eirur’e dolor inrepre H2E nderitin</a:t>
              </a:r>
            </a:p>
          </p:txBody>
        </p:sp>
      </p:grpSp>
      <p:grpSp>
        <p:nvGrpSpPr>
          <p:cNvPr id="92" name="Group 91">
            <a:extLst>
              <a:ext uri="{FF2B5EF4-FFF2-40B4-BE49-F238E27FC236}">
                <a16:creationId xmlns:a16="http://schemas.microsoft.com/office/drawing/2014/main" id="{8E54AA67-042B-A31A-1425-DD2B4245853E}"/>
              </a:ext>
            </a:extLst>
          </p:cNvPr>
          <p:cNvGrpSpPr/>
          <p:nvPr/>
        </p:nvGrpSpPr>
        <p:grpSpPr>
          <a:xfrm>
            <a:off x="8357017" y="74499"/>
            <a:ext cx="3729673" cy="2352434"/>
            <a:chOff x="8330178" y="128935"/>
            <a:chExt cx="3729673" cy="2352434"/>
          </a:xfrm>
        </p:grpSpPr>
        <p:sp>
          <p:nvSpPr>
            <p:cNvPr id="95" name="Rectangle: Rounded Corners 94">
              <a:extLst>
                <a:ext uri="{FF2B5EF4-FFF2-40B4-BE49-F238E27FC236}">
                  <a16:creationId xmlns:a16="http://schemas.microsoft.com/office/drawing/2014/main" id="{71805A1C-54E4-984B-40E5-38EADA9DF222}"/>
                </a:ext>
              </a:extLst>
            </p:cNvPr>
            <p:cNvSpPr/>
            <p:nvPr/>
          </p:nvSpPr>
          <p:spPr bwMode="auto">
            <a:xfrm>
              <a:off x="8330178" y="128935"/>
              <a:ext cx="3729673" cy="2352434"/>
            </a:xfrm>
            <a:prstGeom prst="roundRect">
              <a:avLst>
                <a:gd name="adj" fmla="val 2434"/>
              </a:avLst>
            </a:prstGeom>
            <a:solidFill>
              <a:schemeClr val="bg1">
                <a:alpha val="90000"/>
              </a:schemeClr>
            </a:solidFill>
            <a:ln w="6350">
              <a:gradFill>
                <a:gsLst>
                  <a:gs pos="0">
                    <a:schemeClr val="accent1">
                      <a:lumMod val="5000"/>
                      <a:lumOff val="95000"/>
                      <a:alpha val="70000"/>
                    </a:schemeClr>
                  </a:gs>
                  <a:gs pos="50000">
                    <a:schemeClr val="bg1">
                      <a:alpha val="20000"/>
                    </a:schemeClr>
                  </a:gs>
                  <a:gs pos="100000">
                    <a:schemeClr val="bg1">
                      <a:alpha val="40000"/>
                    </a:schemeClr>
                  </a:gs>
                </a:gsLst>
                <a:lin ang="5400000" scaled="1"/>
              </a:gradFill>
              <a:miter lim="800000"/>
              <a:headEnd/>
              <a:tailEnd/>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Arial"/>
              </a:endParaRPr>
            </a:p>
          </p:txBody>
        </p:sp>
        <p:sp>
          <p:nvSpPr>
            <p:cNvPr id="96" name="TextBox 95">
              <a:extLst>
                <a:ext uri="{FF2B5EF4-FFF2-40B4-BE49-F238E27FC236}">
                  <a16:creationId xmlns:a16="http://schemas.microsoft.com/office/drawing/2014/main" id="{180F6F6D-53AD-C0E7-EEF0-715FE98A4742}"/>
                </a:ext>
              </a:extLst>
            </p:cNvPr>
            <p:cNvSpPr txBox="1"/>
            <p:nvPr/>
          </p:nvSpPr>
          <p:spPr>
            <a:xfrm>
              <a:off x="8442770" y="1338741"/>
              <a:ext cx="3504488" cy="1015663"/>
            </a:xfrm>
            <a:prstGeom prst="rect">
              <a:avLst/>
            </a:prstGeom>
            <a:noFill/>
          </p:spPr>
          <p:txBody>
            <a:bodyPr wrap="square" rtlCol="0">
              <a:spAutoFit/>
            </a:bodyPr>
            <a:lstStyle/>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1" i="0" u="none" strike="noStrike" kern="0" cap="none" spc="0" normalizeH="0" baseline="0" noProof="0">
                  <a:ln>
                    <a:noFill/>
                  </a:ln>
                  <a:solidFill>
                    <a:srgbClr val="000000">
                      <a:lumMod val="75000"/>
                      <a:lumOff val="25000"/>
                    </a:srgbClr>
                  </a:solidFill>
                  <a:effectLst/>
                  <a:uLnTx/>
                  <a:uFillTx/>
                  <a:latin typeface="Arial"/>
                  <a:ea typeface="+mn-ea"/>
                  <a:cs typeface="Arial"/>
                </a:rPr>
                <a:t>Voluptat EVE Litesse </a:t>
              </a: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 CI-Llumdol, ORE Eufugiatnul Lapariat (UREXC, EPTEU, RSINT)</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Occaeca tcupid, atatnonp roi dents untincu, lpaquioff ici adeserunt moll it animide</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Stlabo rumcurabitu rnon Nullasita (ME, TnI slt.)</a:t>
              </a:r>
            </a:p>
          </p:txBody>
        </p:sp>
        <p:sp>
          <p:nvSpPr>
            <p:cNvPr id="97" name="object 103">
              <a:extLst>
                <a:ext uri="{FF2B5EF4-FFF2-40B4-BE49-F238E27FC236}">
                  <a16:creationId xmlns:a16="http://schemas.microsoft.com/office/drawing/2014/main" id="{ADD49712-194D-C75F-6E07-65CE1582A32D}"/>
                </a:ext>
              </a:extLst>
            </p:cNvPr>
            <p:cNvSpPr txBox="1"/>
            <p:nvPr/>
          </p:nvSpPr>
          <p:spPr>
            <a:xfrm>
              <a:off x="8437026" y="226530"/>
              <a:ext cx="3515976" cy="1067426"/>
            </a:xfrm>
            <a:prstGeom prst="roundRect">
              <a:avLst>
                <a:gd name="adj" fmla="val 5526"/>
              </a:avLst>
            </a:prstGeom>
            <a:gradFill>
              <a:gsLst>
                <a:gs pos="0">
                  <a:srgbClr val="B2E0FA"/>
                </a:gs>
                <a:gs pos="100000">
                  <a:srgbClr val="459FED">
                    <a:alpha val="61000"/>
                  </a:srgbClr>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200" b="1" i="0" u="none" strike="noStrike" kern="0" cap="none" spc="0" normalizeH="0" baseline="0">
                  <a:ln>
                    <a:noFill/>
                  </a:ln>
                  <a:solidFill>
                    <a:srgbClr val="252525"/>
                  </a:solidFill>
                  <a:effectLst/>
                  <a:uLnTx/>
                  <a:uFillTx/>
                  <a:latin typeface="Arial"/>
                  <a:cs typeface="Arial"/>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252525"/>
                  </a:solidFill>
                  <a:effectLst/>
                  <a:uLnTx/>
                  <a:uFillTx/>
                  <a:latin typeface="Arial"/>
                  <a:ea typeface="+mn-ea"/>
                  <a:cs typeface="Arial"/>
                </a:rPr>
                <a:t>Empuscon Vallis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0" cap="none" spc="0" normalizeH="0" baseline="0" noProof="0">
                <a:ln>
                  <a:noFill/>
                </a:ln>
                <a:solidFill>
                  <a:srgbClr val="252525"/>
                </a:solidFill>
                <a:effectLst/>
                <a:uLnTx/>
                <a:uFillTx/>
                <a:latin typeface="Arial"/>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252525"/>
                  </a:solidFill>
                  <a:effectLst/>
                  <a:uLnTx/>
                  <a:uFillTx/>
                  <a:latin typeface="Arial"/>
                  <a:ea typeface="+mn-ea"/>
                  <a:cs typeface="Arial"/>
                </a:rPr>
                <a:t>QUISACL &amp; ECTUSP EL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52525"/>
                  </a:solidFill>
                  <a:effectLst/>
                  <a:uLnTx/>
                  <a:uFillTx/>
                  <a:latin typeface="Arial"/>
                  <a:ea typeface="+mn-ea"/>
                  <a:cs typeface="Arial"/>
                </a:rPr>
                <a:t>LE-NTESQ UEINIPSUMID &amp; ORCIPO RTADA PIBUSVIVA</a:t>
              </a:r>
            </a:p>
          </p:txBody>
        </p:sp>
      </p:grpSp>
      <p:grpSp>
        <p:nvGrpSpPr>
          <p:cNvPr id="98" name="Group 97">
            <a:extLst>
              <a:ext uri="{FF2B5EF4-FFF2-40B4-BE49-F238E27FC236}">
                <a16:creationId xmlns:a16="http://schemas.microsoft.com/office/drawing/2014/main" id="{4FE1A414-5286-3503-908A-0D3600E9E911}"/>
              </a:ext>
            </a:extLst>
          </p:cNvPr>
          <p:cNvGrpSpPr/>
          <p:nvPr/>
        </p:nvGrpSpPr>
        <p:grpSpPr>
          <a:xfrm>
            <a:off x="5919711" y="2769122"/>
            <a:ext cx="2674375" cy="1676092"/>
            <a:chOff x="6258301" y="2096974"/>
            <a:chExt cx="2674375" cy="1676092"/>
          </a:xfrm>
        </p:grpSpPr>
        <p:sp>
          <p:nvSpPr>
            <p:cNvPr id="100" name="Rectangle: Rounded Corners 99">
              <a:extLst>
                <a:ext uri="{FF2B5EF4-FFF2-40B4-BE49-F238E27FC236}">
                  <a16:creationId xmlns:a16="http://schemas.microsoft.com/office/drawing/2014/main" id="{1F56E150-B2F1-8C50-9ABF-C726DD403396}"/>
                </a:ext>
              </a:extLst>
            </p:cNvPr>
            <p:cNvSpPr/>
            <p:nvPr/>
          </p:nvSpPr>
          <p:spPr bwMode="auto">
            <a:xfrm>
              <a:off x="6258301" y="2096974"/>
              <a:ext cx="2674375" cy="1676092"/>
            </a:xfrm>
            <a:prstGeom prst="roundRect">
              <a:avLst>
                <a:gd name="adj" fmla="val 2434"/>
              </a:avLst>
            </a:prstGeom>
            <a:solidFill>
              <a:schemeClr val="bg1">
                <a:alpha val="15000"/>
              </a:schemeClr>
            </a:solidFill>
            <a:ln w="6350">
              <a:gradFill>
                <a:gsLst>
                  <a:gs pos="0">
                    <a:schemeClr val="accent1">
                      <a:lumMod val="5000"/>
                      <a:lumOff val="95000"/>
                      <a:alpha val="70000"/>
                    </a:schemeClr>
                  </a:gs>
                  <a:gs pos="50000">
                    <a:schemeClr val="bg1">
                      <a:alpha val="20000"/>
                    </a:schemeClr>
                  </a:gs>
                  <a:gs pos="100000">
                    <a:schemeClr val="bg1">
                      <a:alpha val="40000"/>
                    </a:schemeClr>
                  </a:gs>
                </a:gsLst>
                <a:lin ang="5400000" scaled="1"/>
              </a:gradFill>
              <a:miter lim="800000"/>
              <a:headEnd/>
              <a:tailEnd/>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Arial"/>
              </a:endParaRPr>
            </a:p>
          </p:txBody>
        </p:sp>
        <p:sp>
          <p:nvSpPr>
            <p:cNvPr id="109" name="TextBox 108">
              <a:extLst>
                <a:ext uri="{FF2B5EF4-FFF2-40B4-BE49-F238E27FC236}">
                  <a16:creationId xmlns:a16="http://schemas.microsoft.com/office/drawing/2014/main" id="{7553EAAD-29B9-CE64-0590-ADA3C36FF607}"/>
                </a:ext>
              </a:extLst>
            </p:cNvPr>
            <p:cNvSpPr txBox="1"/>
            <p:nvPr/>
          </p:nvSpPr>
          <p:spPr>
            <a:xfrm>
              <a:off x="6334917" y="2711026"/>
              <a:ext cx="2526002" cy="1015663"/>
            </a:xfrm>
            <a:prstGeom prst="rect">
              <a:avLst/>
            </a:prstGeom>
            <a:noFill/>
          </p:spPr>
          <p:txBody>
            <a:bodyPr wrap="square" rtlCol="0">
              <a:spAutoFit/>
            </a:bodyPr>
            <a:lstStyle/>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Mussusci pi T2T Ortore Getfe Lisportt ito rvolutpa tcrasult</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Riciesli gulas edmagna D2I Ctum. &amp; portal oremi psumdolo</a:t>
              </a:r>
            </a:p>
            <a:p>
              <a:pPr marL="114300" marR="0" lvl="0" indent="-1143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lumMod val="75000"/>
                      <a:lumOff val="25000"/>
                    </a:srgbClr>
                  </a:solidFill>
                  <a:effectLst/>
                  <a:uLnTx/>
                  <a:uFillTx/>
                  <a:latin typeface="Arial"/>
                  <a:ea typeface="+mn-ea"/>
                  <a:cs typeface="Arial"/>
                </a:rPr>
                <a:t>Rsita Metco ns Ecte turadipis</a:t>
              </a:r>
            </a:p>
          </p:txBody>
        </p:sp>
        <p:sp>
          <p:nvSpPr>
            <p:cNvPr id="113" name="object 103">
              <a:extLst>
                <a:ext uri="{FF2B5EF4-FFF2-40B4-BE49-F238E27FC236}">
                  <a16:creationId xmlns:a16="http://schemas.microsoft.com/office/drawing/2014/main" id="{AEABCEBA-5E0A-95EE-C1DD-3A05988CFEB7}"/>
                </a:ext>
              </a:extLst>
            </p:cNvPr>
            <p:cNvSpPr txBox="1"/>
            <p:nvPr/>
          </p:nvSpPr>
          <p:spPr>
            <a:xfrm>
              <a:off x="6334917" y="2163566"/>
              <a:ext cx="2521143" cy="470935"/>
            </a:xfrm>
            <a:prstGeom prst="roundRect">
              <a:avLst>
                <a:gd name="adj" fmla="val 13484"/>
              </a:avLst>
            </a:prstGeom>
            <a:gradFill>
              <a:gsLst>
                <a:gs pos="0">
                  <a:srgbClr val="B2E0FA"/>
                </a:gs>
                <a:gs pos="100000">
                  <a:srgbClr val="459FED">
                    <a:alpha val="61000"/>
                  </a:srgbClr>
                </a:gs>
              </a:gsLst>
              <a:lin ang="2700000" scaled="0"/>
            </a:gradFill>
            <a:ln w="6350" cmpd="sng">
              <a:noFill/>
            </a:ln>
            <a:effectLst>
              <a:outerShdw blurRad="190500" dist="38100" dir="5400000" rotWithShape="0">
                <a:srgbClr val="7ECAF8">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200" b="1" i="0" u="none" strike="noStrike" kern="0" cap="none" spc="0" normalizeH="0" baseline="0">
                  <a:ln>
                    <a:noFill/>
                  </a:ln>
                  <a:solidFill>
                    <a:srgbClr val="252525"/>
                  </a:solidFill>
                  <a:effectLst/>
                  <a:uLnTx/>
                  <a:uFillTx/>
                  <a:latin typeface="Arial"/>
                  <a:cs typeface="Arial"/>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52525"/>
                  </a:solidFill>
                  <a:effectLst/>
                  <a:uLnTx/>
                  <a:uFillTx/>
                  <a:latin typeface="Arial"/>
                  <a:ea typeface="+mn-ea"/>
                  <a:cs typeface="Arial"/>
                </a:rPr>
                <a:t>Cingeli Tseddo Eiusm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52525"/>
                  </a:solidFill>
                  <a:effectLst/>
                  <a:uLnTx/>
                  <a:uFillTx/>
                  <a:latin typeface="Arial"/>
                  <a:ea typeface="+mn-ea"/>
                  <a:cs typeface="Arial"/>
                </a:rPr>
                <a:t>(Odtempor + INC IDIDU)</a:t>
              </a:r>
            </a:p>
          </p:txBody>
        </p:sp>
      </p:grpSp>
      <p:sp>
        <p:nvSpPr>
          <p:cNvPr id="114" name="TextBox 113">
            <a:extLst>
              <a:ext uri="{FF2B5EF4-FFF2-40B4-BE49-F238E27FC236}">
                <a16:creationId xmlns:a16="http://schemas.microsoft.com/office/drawing/2014/main" id="{35E8F3CC-48B6-07C6-0C78-47643AC6D753}"/>
              </a:ext>
            </a:extLst>
          </p:cNvPr>
          <p:cNvSpPr txBox="1"/>
          <p:nvPr/>
        </p:nvSpPr>
        <p:spPr>
          <a:xfrm>
            <a:off x="214184" y="794468"/>
            <a:ext cx="7729130" cy="682238"/>
          </a:xfrm>
          <a:prstGeom prst="rect">
            <a:avLst/>
          </a:prstGeom>
          <a:noFill/>
        </p:spPr>
        <p:txBody>
          <a:bodyPr wrap="square" rtlCol="0">
            <a:spAutoFit/>
          </a:bodyPr>
          <a:lstStyle/>
          <a:p>
            <a:pPr marL="12700" marR="0" lvl="0" indent="0" algn="l" defTabSz="914400" rtl="0" eaLnBrk="1" fontAlgn="auto" latinLnBrk="0" hangingPunct="1">
              <a:lnSpc>
                <a:spcPts val="2280"/>
              </a:lnSpc>
              <a:spcBef>
                <a:spcPts val="100"/>
              </a:spcBef>
              <a:spcAft>
                <a:spcPts val="0"/>
              </a:spcAft>
              <a:buClrTx/>
              <a:buSzTx/>
              <a:buFontTx/>
              <a:buNone/>
              <a:tabLst/>
              <a:defRPr/>
            </a:pPr>
            <a:r>
              <a:rPr kumimoji="0" lang="en-US" sz="2000" b="1" i="0" u="none" strike="noStrike" kern="1200" cap="none" spc="-10" normalizeH="0" baseline="0" noProof="0">
                <a:ln>
                  <a:noFill/>
                </a:ln>
                <a:effectLst/>
                <a:uLnTx/>
                <a:uFillTx/>
                <a:latin typeface="Arial" panose="020B0604020202020204" pitchFamily="34" charset="0"/>
                <a:ea typeface="+mn-ea"/>
                <a:cs typeface="Arial"/>
              </a:rPr>
              <a:t>25 Ntutl ab </a:t>
            </a:r>
            <a:r>
              <a:rPr kumimoji="0" lang="en-US" sz="2000" b="1" i="0" u="none" strike="noStrike" kern="1200" cap="none" spc="0" normalizeH="0" baseline="0" noProof="0">
                <a:ln>
                  <a:noFill/>
                </a:ln>
                <a:effectLst/>
                <a:uLnTx/>
                <a:uFillTx/>
                <a:latin typeface="Arial" panose="020B0604020202020204" pitchFamily="34" charset="0"/>
                <a:ea typeface="+mn-ea"/>
                <a:cs typeface="Arial"/>
              </a:rPr>
              <a:t>oreetdo loremag Naaliqu Aut Enimadminimven iamqui Snostrudexe rci Tation Ullam</a:t>
            </a:r>
            <a:endParaRPr kumimoji="0" lang="en-US" sz="2000" b="1" i="0" u="none" strike="noStrike" kern="1200" cap="none" spc="0" normalizeH="0" baseline="0" noProof="0" dirty="0">
              <a:ln>
                <a:noFill/>
              </a:ln>
              <a:effectLst/>
              <a:uLnTx/>
              <a:uFillTx/>
              <a:latin typeface="Arial" panose="020B0604020202020204" pitchFamily="34" charset="0"/>
              <a:ea typeface="+mn-ea"/>
              <a:cs typeface="Arial"/>
            </a:endParaRPr>
          </a:p>
        </p:txBody>
      </p:sp>
    </p:spTree>
    <p:extLst>
      <p:ext uri="{BB962C8B-B14F-4D97-AF65-F5344CB8AC3E}">
        <p14:creationId xmlns:p14="http://schemas.microsoft.com/office/powerpoint/2010/main" val="2508115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A5821822-A4D7-4ECA-8593-EE9CFFE61E0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13" name="Picture 12">
            <a:extLst>
              <a:ext uri="{FF2B5EF4-FFF2-40B4-BE49-F238E27FC236}">
                <a16:creationId xmlns:a16="http://schemas.microsoft.com/office/drawing/2014/main" id="{317A0E46-58AD-459E-87D9-8FC6E432AAF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D1E8BE6E-DF1A-4D42-9686-B6FF06C364D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D5CBAFDC-B216-40BD-95A4-FC63FEADAB29}"/>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pSp>
        <p:nvGrpSpPr>
          <p:cNvPr id="76" name="Group 75">
            <a:extLst>
              <a:ext uri="{FF2B5EF4-FFF2-40B4-BE49-F238E27FC236}">
                <a16:creationId xmlns:a16="http://schemas.microsoft.com/office/drawing/2014/main" id="{A19F96F2-4B42-302D-E449-B89B374955F5}"/>
              </a:ext>
            </a:extLst>
          </p:cNvPr>
          <p:cNvGrpSpPr/>
          <p:nvPr/>
        </p:nvGrpSpPr>
        <p:grpSpPr>
          <a:xfrm>
            <a:off x="10617444" y="1160796"/>
            <a:ext cx="1194558" cy="827435"/>
            <a:chOff x="10617444" y="1160796"/>
            <a:chExt cx="1194558" cy="827435"/>
          </a:xfrm>
        </p:grpSpPr>
        <p:sp>
          <p:nvSpPr>
            <p:cNvPr id="136" name="TextBox 135">
              <a:extLst>
                <a:ext uri="{FF2B5EF4-FFF2-40B4-BE49-F238E27FC236}">
                  <a16:creationId xmlns:a16="http://schemas.microsoft.com/office/drawing/2014/main" id="{51074BAC-D109-4E53-97E1-12519BF31338}"/>
                </a:ext>
              </a:extLst>
            </p:cNvPr>
            <p:cNvSpPr txBox="1"/>
            <p:nvPr/>
          </p:nvSpPr>
          <p:spPr>
            <a:xfrm>
              <a:off x="10617444" y="1160796"/>
              <a:ext cx="119455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a:ln>
                    <a:noFill/>
                  </a:ln>
                  <a:solidFill>
                    <a:srgbClr val="22D1AB"/>
                  </a:solidFill>
                  <a:effectLst/>
                  <a:uLnTx/>
                  <a:uFillTx/>
                  <a:latin typeface="Arial" panose="020B0604020202020204" pitchFamily="34" charset="0"/>
                  <a:ea typeface="+mn-ea"/>
                  <a:cs typeface="Arial"/>
                </a:rPr>
                <a:t>CO LAB ORIS</a:t>
              </a:r>
            </a:p>
          </p:txBody>
        </p:sp>
        <p:sp>
          <p:nvSpPr>
            <p:cNvPr id="17" name="Freeform 9">
              <a:extLst>
                <a:ext uri="{FF2B5EF4-FFF2-40B4-BE49-F238E27FC236}">
                  <a16:creationId xmlns:a16="http://schemas.microsoft.com/office/drawing/2014/main" id="{EA95DE8C-0989-415C-8BC1-F8C03F9D44EC}"/>
                </a:ext>
              </a:extLst>
            </p:cNvPr>
            <p:cNvSpPr>
              <a:spLocks noEditPoints="1"/>
            </p:cNvSpPr>
            <p:nvPr/>
          </p:nvSpPr>
          <p:spPr bwMode="auto">
            <a:xfrm>
              <a:off x="11155216" y="1501259"/>
              <a:ext cx="292080" cy="425950"/>
            </a:xfrm>
            <a:custGeom>
              <a:avLst/>
              <a:gdLst>
                <a:gd name="T0" fmla="*/ 68 w 137"/>
                <a:gd name="T1" fmla="*/ 98 h 203"/>
                <a:gd name="T2" fmla="*/ 97 w 137"/>
                <a:gd name="T3" fmla="*/ 68 h 203"/>
                <a:gd name="T4" fmla="*/ 68 w 137"/>
                <a:gd name="T5" fmla="*/ 39 h 203"/>
                <a:gd name="T6" fmla="*/ 39 w 137"/>
                <a:gd name="T7" fmla="*/ 68 h 203"/>
                <a:gd name="T8" fmla="*/ 68 w 137"/>
                <a:gd name="T9" fmla="*/ 98 h 203"/>
                <a:gd name="T10" fmla="*/ 68 w 137"/>
                <a:gd name="T11" fmla="*/ 47 h 203"/>
                <a:gd name="T12" fmla="*/ 90 w 137"/>
                <a:gd name="T13" fmla="*/ 68 h 203"/>
                <a:gd name="T14" fmla="*/ 68 w 137"/>
                <a:gd name="T15" fmla="*/ 90 h 203"/>
                <a:gd name="T16" fmla="*/ 47 w 137"/>
                <a:gd name="T17" fmla="*/ 68 h 203"/>
                <a:gd name="T18" fmla="*/ 68 w 137"/>
                <a:gd name="T19" fmla="*/ 47 h 203"/>
                <a:gd name="T20" fmla="*/ 8 w 137"/>
                <a:gd name="T21" fmla="*/ 68 h 203"/>
                <a:gd name="T22" fmla="*/ 68 w 137"/>
                <a:gd name="T23" fmla="*/ 8 h 203"/>
                <a:gd name="T24" fmla="*/ 129 w 137"/>
                <a:gd name="T25" fmla="*/ 68 h 203"/>
                <a:gd name="T26" fmla="*/ 69 w 137"/>
                <a:gd name="T27" fmla="*/ 191 h 203"/>
                <a:gd name="T28" fmla="*/ 68 w 137"/>
                <a:gd name="T29" fmla="*/ 193 h 203"/>
                <a:gd name="T30" fmla="*/ 67 w 137"/>
                <a:gd name="T31" fmla="*/ 191 h 203"/>
                <a:gd name="T32" fmla="*/ 8 w 137"/>
                <a:gd name="T33" fmla="*/ 68 h 203"/>
                <a:gd name="T34" fmla="*/ 43 w 137"/>
                <a:gd name="T35" fmla="*/ 167 h 203"/>
                <a:gd name="T36" fmla="*/ 48 w 137"/>
                <a:gd name="T37" fmla="*/ 175 h 203"/>
                <a:gd name="T38" fmla="*/ 48 w 137"/>
                <a:gd name="T39" fmla="*/ 175 h 203"/>
                <a:gd name="T40" fmla="*/ 65 w 137"/>
                <a:gd name="T41" fmla="*/ 201 h 203"/>
                <a:gd name="T42" fmla="*/ 68 w 137"/>
                <a:gd name="T43" fmla="*/ 203 h 203"/>
                <a:gd name="T44" fmla="*/ 71 w 137"/>
                <a:gd name="T45" fmla="*/ 201 h 203"/>
                <a:gd name="T46" fmla="*/ 88 w 137"/>
                <a:gd name="T47" fmla="*/ 175 h 203"/>
                <a:gd name="T48" fmla="*/ 93 w 137"/>
                <a:gd name="T49" fmla="*/ 167 h 203"/>
                <a:gd name="T50" fmla="*/ 94 w 137"/>
                <a:gd name="T51" fmla="*/ 166 h 203"/>
                <a:gd name="T52" fmla="*/ 137 w 137"/>
                <a:gd name="T53" fmla="*/ 68 h 203"/>
                <a:gd name="T54" fmla="*/ 68 w 137"/>
                <a:gd name="T55" fmla="*/ 0 h 203"/>
                <a:gd name="T56" fmla="*/ 0 w 137"/>
                <a:gd name="T57" fmla="*/ 68 h 203"/>
                <a:gd name="T58" fmla="*/ 43 w 137"/>
                <a:gd name="T59" fmla="*/ 166 h 203"/>
                <a:gd name="T60" fmla="*/ 43 w 137"/>
                <a:gd name="T61" fmla="*/ 167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7" h="203">
                  <a:moveTo>
                    <a:pt x="68" y="98"/>
                  </a:moveTo>
                  <a:cubicBezTo>
                    <a:pt x="84" y="98"/>
                    <a:pt x="97" y="85"/>
                    <a:pt x="97" y="68"/>
                  </a:cubicBezTo>
                  <a:cubicBezTo>
                    <a:pt x="97" y="52"/>
                    <a:pt x="84" y="39"/>
                    <a:pt x="68" y="39"/>
                  </a:cubicBezTo>
                  <a:cubicBezTo>
                    <a:pt x="52" y="39"/>
                    <a:pt x="39" y="52"/>
                    <a:pt x="39" y="68"/>
                  </a:cubicBezTo>
                  <a:cubicBezTo>
                    <a:pt x="39" y="85"/>
                    <a:pt x="52" y="98"/>
                    <a:pt x="68" y="98"/>
                  </a:cubicBezTo>
                  <a:close/>
                  <a:moveTo>
                    <a:pt x="68" y="47"/>
                  </a:moveTo>
                  <a:cubicBezTo>
                    <a:pt x="80" y="47"/>
                    <a:pt x="90" y="57"/>
                    <a:pt x="90" y="68"/>
                  </a:cubicBezTo>
                  <a:cubicBezTo>
                    <a:pt x="90" y="80"/>
                    <a:pt x="80" y="90"/>
                    <a:pt x="68" y="90"/>
                  </a:cubicBezTo>
                  <a:cubicBezTo>
                    <a:pt x="56" y="90"/>
                    <a:pt x="47" y="80"/>
                    <a:pt x="47" y="68"/>
                  </a:cubicBezTo>
                  <a:cubicBezTo>
                    <a:pt x="47" y="57"/>
                    <a:pt x="56" y="47"/>
                    <a:pt x="68" y="47"/>
                  </a:cubicBezTo>
                  <a:close/>
                  <a:moveTo>
                    <a:pt x="8" y="68"/>
                  </a:moveTo>
                  <a:cubicBezTo>
                    <a:pt x="8" y="35"/>
                    <a:pt x="35" y="8"/>
                    <a:pt x="68" y="8"/>
                  </a:cubicBezTo>
                  <a:cubicBezTo>
                    <a:pt x="102" y="8"/>
                    <a:pt x="129" y="35"/>
                    <a:pt x="129" y="68"/>
                  </a:cubicBezTo>
                  <a:cubicBezTo>
                    <a:pt x="129" y="98"/>
                    <a:pt x="83" y="170"/>
                    <a:pt x="69" y="191"/>
                  </a:cubicBezTo>
                  <a:cubicBezTo>
                    <a:pt x="68" y="193"/>
                    <a:pt x="68" y="193"/>
                    <a:pt x="68" y="193"/>
                  </a:cubicBezTo>
                  <a:cubicBezTo>
                    <a:pt x="67" y="191"/>
                    <a:pt x="67" y="191"/>
                    <a:pt x="67" y="191"/>
                  </a:cubicBezTo>
                  <a:cubicBezTo>
                    <a:pt x="53" y="170"/>
                    <a:pt x="8" y="98"/>
                    <a:pt x="8" y="68"/>
                  </a:cubicBezTo>
                  <a:close/>
                  <a:moveTo>
                    <a:pt x="43" y="167"/>
                  </a:moveTo>
                  <a:cubicBezTo>
                    <a:pt x="48" y="175"/>
                    <a:pt x="48" y="175"/>
                    <a:pt x="48" y="175"/>
                  </a:cubicBezTo>
                  <a:cubicBezTo>
                    <a:pt x="48" y="175"/>
                    <a:pt x="48" y="175"/>
                    <a:pt x="48" y="175"/>
                  </a:cubicBezTo>
                  <a:cubicBezTo>
                    <a:pt x="57" y="190"/>
                    <a:pt x="64" y="200"/>
                    <a:pt x="65" y="201"/>
                  </a:cubicBezTo>
                  <a:cubicBezTo>
                    <a:pt x="66" y="202"/>
                    <a:pt x="67" y="203"/>
                    <a:pt x="68" y="203"/>
                  </a:cubicBezTo>
                  <a:cubicBezTo>
                    <a:pt x="69" y="203"/>
                    <a:pt x="71" y="202"/>
                    <a:pt x="71" y="201"/>
                  </a:cubicBezTo>
                  <a:cubicBezTo>
                    <a:pt x="72" y="200"/>
                    <a:pt x="79" y="190"/>
                    <a:pt x="88" y="175"/>
                  </a:cubicBezTo>
                  <a:cubicBezTo>
                    <a:pt x="93" y="167"/>
                    <a:pt x="93" y="167"/>
                    <a:pt x="93" y="167"/>
                  </a:cubicBezTo>
                  <a:cubicBezTo>
                    <a:pt x="94" y="166"/>
                    <a:pt x="94" y="166"/>
                    <a:pt x="94" y="166"/>
                  </a:cubicBezTo>
                  <a:cubicBezTo>
                    <a:pt x="113" y="134"/>
                    <a:pt x="137" y="91"/>
                    <a:pt x="137" y="68"/>
                  </a:cubicBezTo>
                  <a:cubicBezTo>
                    <a:pt x="137" y="31"/>
                    <a:pt x="106" y="0"/>
                    <a:pt x="68" y="0"/>
                  </a:cubicBezTo>
                  <a:cubicBezTo>
                    <a:pt x="31" y="0"/>
                    <a:pt x="0" y="31"/>
                    <a:pt x="0" y="68"/>
                  </a:cubicBezTo>
                  <a:cubicBezTo>
                    <a:pt x="0" y="91"/>
                    <a:pt x="23" y="134"/>
                    <a:pt x="43" y="166"/>
                  </a:cubicBezTo>
                  <a:lnTo>
                    <a:pt x="43" y="167"/>
                  </a:lnTo>
                  <a:close/>
                </a:path>
              </a:pathLst>
            </a:custGeom>
            <a:solidFill>
              <a:srgbClr val="22D1AB"/>
            </a:solidFill>
            <a:ln>
              <a:noFill/>
            </a:ln>
            <a:effectLst>
              <a:outerShdw blurRad="190500" dist="38100" dir="5400000" rotWithShape="0">
                <a:srgbClr val="17B28A">
                  <a:alpha val="30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1" name="Freeform 13">
              <a:extLst>
                <a:ext uri="{FF2B5EF4-FFF2-40B4-BE49-F238E27FC236}">
                  <a16:creationId xmlns:a16="http://schemas.microsoft.com/office/drawing/2014/main" id="{DF1A8F2A-0E1B-4FD3-BB78-7EDCA4912FA8}"/>
                </a:ext>
              </a:extLst>
            </p:cNvPr>
            <p:cNvSpPr>
              <a:spLocks/>
            </p:cNvSpPr>
            <p:nvPr/>
          </p:nvSpPr>
          <p:spPr bwMode="auto">
            <a:xfrm>
              <a:off x="11091932" y="1871399"/>
              <a:ext cx="413780" cy="116832"/>
            </a:xfrm>
            <a:custGeom>
              <a:avLst/>
              <a:gdLst>
                <a:gd name="T0" fmla="*/ 118 w 196"/>
                <a:gd name="T1" fmla="*/ 0 h 53"/>
                <a:gd name="T2" fmla="*/ 114 w 196"/>
                <a:gd name="T3" fmla="*/ 6 h 53"/>
                <a:gd name="T4" fmla="*/ 190 w 196"/>
                <a:gd name="T5" fmla="*/ 27 h 53"/>
                <a:gd name="T6" fmla="*/ 98 w 196"/>
                <a:gd name="T7" fmla="*/ 47 h 53"/>
                <a:gd name="T8" fmla="*/ 6 w 196"/>
                <a:gd name="T9" fmla="*/ 27 h 53"/>
                <a:gd name="T10" fmla="*/ 85 w 196"/>
                <a:gd name="T11" fmla="*/ 6 h 53"/>
                <a:gd name="T12" fmla="*/ 81 w 196"/>
                <a:gd name="T13" fmla="*/ 0 h 53"/>
                <a:gd name="T14" fmla="*/ 0 w 196"/>
                <a:gd name="T15" fmla="*/ 27 h 53"/>
                <a:gd name="T16" fmla="*/ 98 w 196"/>
                <a:gd name="T17" fmla="*/ 53 h 53"/>
                <a:gd name="T18" fmla="*/ 196 w 196"/>
                <a:gd name="T19" fmla="*/ 27 h 53"/>
                <a:gd name="T20" fmla="*/ 118 w 196"/>
                <a:gd name="T21"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6" h="53">
                  <a:moveTo>
                    <a:pt x="118" y="0"/>
                  </a:moveTo>
                  <a:cubicBezTo>
                    <a:pt x="114" y="6"/>
                    <a:pt x="114" y="6"/>
                    <a:pt x="114" y="6"/>
                  </a:cubicBezTo>
                  <a:cubicBezTo>
                    <a:pt x="161" y="8"/>
                    <a:pt x="190" y="19"/>
                    <a:pt x="190" y="27"/>
                  </a:cubicBezTo>
                  <a:cubicBezTo>
                    <a:pt x="190" y="35"/>
                    <a:pt x="155" y="47"/>
                    <a:pt x="98" y="47"/>
                  </a:cubicBezTo>
                  <a:cubicBezTo>
                    <a:pt x="41" y="47"/>
                    <a:pt x="6" y="35"/>
                    <a:pt x="6" y="27"/>
                  </a:cubicBezTo>
                  <a:cubicBezTo>
                    <a:pt x="6" y="19"/>
                    <a:pt x="36" y="8"/>
                    <a:pt x="85" y="6"/>
                  </a:cubicBezTo>
                  <a:cubicBezTo>
                    <a:pt x="81" y="0"/>
                    <a:pt x="81" y="0"/>
                    <a:pt x="81" y="0"/>
                  </a:cubicBezTo>
                  <a:cubicBezTo>
                    <a:pt x="39" y="2"/>
                    <a:pt x="0" y="11"/>
                    <a:pt x="0" y="27"/>
                  </a:cubicBezTo>
                  <a:cubicBezTo>
                    <a:pt x="0" y="44"/>
                    <a:pt x="51" y="53"/>
                    <a:pt x="98" y="53"/>
                  </a:cubicBezTo>
                  <a:cubicBezTo>
                    <a:pt x="146" y="53"/>
                    <a:pt x="196" y="44"/>
                    <a:pt x="196" y="27"/>
                  </a:cubicBezTo>
                  <a:cubicBezTo>
                    <a:pt x="196" y="12"/>
                    <a:pt x="159" y="3"/>
                    <a:pt x="118" y="0"/>
                  </a:cubicBezTo>
                  <a:close/>
                </a:path>
              </a:pathLst>
            </a:custGeom>
            <a:solidFill>
              <a:srgbClr val="00F08E"/>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142" name="Text Box 4">
            <a:extLst>
              <a:ext uri="{FF2B5EF4-FFF2-40B4-BE49-F238E27FC236}">
                <a16:creationId xmlns:a16="http://schemas.microsoft.com/office/drawing/2014/main" id="{2AB0ED26-65AF-4CB8-9340-6FB42E1BDBCB}"/>
              </a:ext>
            </a:extLst>
          </p:cNvPr>
          <p:cNvSpPr txBox="1">
            <a:spLocks noChangeArrowheads="1"/>
          </p:cNvSpPr>
          <p:nvPr/>
        </p:nvSpPr>
        <p:spPr bwMode="auto">
          <a:xfrm>
            <a:off x="11845185" y="6611782"/>
            <a:ext cx="257929" cy="246221"/>
          </a:xfrm>
          <a:prstGeom prst="rect">
            <a:avLst/>
          </a:prstGeom>
          <a:noFill/>
          <a:ln w="9525">
            <a:noFill/>
            <a:miter lim="800000"/>
            <a:headEnd/>
            <a:tailEnd/>
          </a:ln>
          <a:effectLst/>
        </p:spPr>
        <p:txBody>
          <a:bodyPr wrap="square" lIns="18000" rIns="18000">
            <a:spAutoFit/>
          </a:bodyPr>
          <a:lstStyle/>
          <a:p>
            <a:pPr marL="0" marR="0" lvl="0" indent="0" algn="r" defTabSz="914400" rtl="0" eaLnBrk="1" fontAlgn="base" latinLnBrk="0" hangingPunct="1">
              <a:lnSpc>
                <a:spcPct val="100000"/>
              </a:lnSpc>
              <a:spcBef>
                <a:spcPct val="50000"/>
              </a:spcBef>
              <a:spcAft>
                <a:spcPct val="0"/>
              </a:spcAft>
              <a:buClrTx/>
              <a:buSzTx/>
              <a:buFontTx/>
              <a:buNone/>
              <a:tabLst/>
              <a:defRPr/>
            </a:pPr>
            <a:fld id="{DFAE5542-8650-40DC-84AD-2254F3EF757C}" type="slidenum">
              <a:rPr kumimoji="0" lang="en-US" sz="1000" b="1" i="0" u="none" strike="noStrike" kern="1200" cap="none" spc="0" normalizeH="0" baseline="0" noProof="0">
                <a:ln>
                  <a:noFill/>
                </a:ln>
                <a:solidFill>
                  <a:prstClr val="white">
                    <a:lumMod val="65000"/>
                  </a:prstClr>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50000"/>
                </a:spcBef>
                <a:spcAft>
                  <a:spcPct val="0"/>
                </a:spcAft>
                <a:buClrTx/>
                <a:buSzTx/>
                <a:buFontTx/>
                <a:buNone/>
                <a:tabLst/>
                <a:defRPr/>
              </a:pPr>
              <a:t>2</a:t>
            </a:fld>
            <a:endParaRPr kumimoji="0" lang="en-US" sz="1000" b="1" i="0" u="none" strike="noStrike" kern="1200" cap="none" spc="0" normalizeH="0" baseline="0" noProof="0">
              <a:ln>
                <a:noFill/>
              </a:ln>
              <a:solidFill>
                <a:prstClr val="white">
                  <a:lumMod val="65000"/>
                </a:prstClr>
              </a:solidFill>
              <a:effectLst/>
              <a:uLnTx/>
              <a:uFillTx/>
              <a:latin typeface="Arial" panose="020B0604020202020204" pitchFamily="34" charset="0"/>
              <a:ea typeface="+mn-ea"/>
              <a:cs typeface="+mn-cs"/>
            </a:endParaRPr>
          </a:p>
        </p:txBody>
      </p:sp>
      <p:grpSp>
        <p:nvGrpSpPr>
          <p:cNvPr id="46" name="Group 45">
            <a:extLst>
              <a:ext uri="{FF2B5EF4-FFF2-40B4-BE49-F238E27FC236}">
                <a16:creationId xmlns:a16="http://schemas.microsoft.com/office/drawing/2014/main" id="{854EECF5-2E4B-4752-AE20-D0AF0AE2C152}"/>
              </a:ext>
            </a:extLst>
          </p:cNvPr>
          <p:cNvGrpSpPr/>
          <p:nvPr/>
        </p:nvGrpSpPr>
        <p:grpSpPr>
          <a:xfrm>
            <a:off x="2730500" y="3551347"/>
            <a:ext cx="1918231" cy="141554"/>
            <a:chOff x="2769914" y="3611179"/>
            <a:chExt cx="1918231" cy="141554"/>
          </a:xfrm>
        </p:grpSpPr>
        <p:sp>
          <p:nvSpPr>
            <p:cNvPr id="33" name="Freeform 21">
              <a:extLst>
                <a:ext uri="{FF2B5EF4-FFF2-40B4-BE49-F238E27FC236}">
                  <a16:creationId xmlns:a16="http://schemas.microsoft.com/office/drawing/2014/main" id="{24A54876-A2CF-4870-8D68-1458BB396FE6}"/>
                </a:ext>
              </a:extLst>
            </p:cNvPr>
            <p:cNvSpPr>
              <a:spLocks/>
            </p:cNvSpPr>
            <p:nvPr/>
          </p:nvSpPr>
          <p:spPr bwMode="auto">
            <a:xfrm rot="10800000">
              <a:off x="4325065" y="3611179"/>
              <a:ext cx="363080" cy="141554"/>
            </a:xfrm>
            <a:custGeom>
              <a:avLst/>
              <a:gdLst>
                <a:gd name="T0" fmla="*/ 79 w 79"/>
                <a:gd name="T1" fmla="*/ 40 h 40"/>
                <a:gd name="T2" fmla="*/ 79 w 79"/>
                <a:gd name="T3" fmla="*/ 40 h 40"/>
                <a:gd name="T4" fmla="*/ 40 w 79"/>
                <a:gd name="T5" fmla="*/ 1 h 40"/>
                <a:gd name="T6" fmla="*/ 40 w 79"/>
                <a:gd name="T7" fmla="*/ 0 h 40"/>
                <a:gd name="T8" fmla="*/ 40 w 79"/>
                <a:gd name="T9" fmla="*/ 1 h 40"/>
                <a:gd name="T10" fmla="*/ 0 w 79"/>
                <a:gd name="T11" fmla="*/ 40 h 40"/>
                <a:gd name="T12" fmla="*/ 0 w 79"/>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79" h="40">
                  <a:moveTo>
                    <a:pt x="79" y="40"/>
                  </a:moveTo>
                  <a:cubicBezTo>
                    <a:pt x="79" y="40"/>
                    <a:pt x="79" y="40"/>
                    <a:pt x="79" y="40"/>
                  </a:cubicBezTo>
                  <a:cubicBezTo>
                    <a:pt x="57" y="40"/>
                    <a:pt x="40" y="22"/>
                    <a:pt x="40" y="1"/>
                  </a:cubicBezTo>
                  <a:cubicBezTo>
                    <a:pt x="40" y="0"/>
                    <a:pt x="40" y="0"/>
                    <a:pt x="40" y="0"/>
                  </a:cubicBezTo>
                  <a:cubicBezTo>
                    <a:pt x="40" y="1"/>
                    <a:pt x="40" y="1"/>
                    <a:pt x="40" y="1"/>
                  </a:cubicBezTo>
                  <a:cubicBezTo>
                    <a:pt x="40" y="22"/>
                    <a:pt x="22" y="40"/>
                    <a:pt x="0" y="40"/>
                  </a:cubicBezTo>
                  <a:cubicBezTo>
                    <a:pt x="0" y="40"/>
                    <a:pt x="0" y="40"/>
                    <a:pt x="0" y="40"/>
                  </a:cubicBezTo>
                </a:path>
              </a:pathLst>
            </a:custGeom>
            <a:noFill/>
            <a:ln w="6350" cap="rnd">
              <a:solidFill>
                <a:schemeClr val="bg1">
                  <a:alpha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35" name="Straight Connector 34">
              <a:extLst>
                <a:ext uri="{FF2B5EF4-FFF2-40B4-BE49-F238E27FC236}">
                  <a16:creationId xmlns:a16="http://schemas.microsoft.com/office/drawing/2014/main" id="{DF9BBBBD-E8F7-4882-87E4-8873F681090A}"/>
                </a:ext>
              </a:extLst>
            </p:cNvPr>
            <p:cNvCxnSpPr>
              <a:cxnSpLocks/>
              <a:stCxn id="33" idx="0"/>
            </p:cNvCxnSpPr>
            <p:nvPr/>
          </p:nvCxnSpPr>
          <p:spPr bwMode="auto">
            <a:xfrm flipH="1">
              <a:off x="2769914" y="3611179"/>
              <a:ext cx="1555151" cy="0"/>
            </a:xfrm>
            <a:prstGeom prst="line">
              <a:avLst/>
            </a:prstGeom>
            <a:noFill/>
            <a:ln w="6350" cap="flat" cmpd="sng" algn="ctr">
              <a:solidFill>
                <a:schemeClr val="bg1">
                  <a:alpha val="50000"/>
                </a:schemeClr>
              </a:solidFill>
              <a:prstDash val="solid"/>
              <a:round/>
              <a:headEnd type="none" w="med" len="med"/>
              <a:tailEnd type="none" w="med" len="med"/>
            </a:ln>
            <a:effectLst/>
          </p:spPr>
        </p:cxnSp>
      </p:grpSp>
      <p:grpSp>
        <p:nvGrpSpPr>
          <p:cNvPr id="40" name="Group 39">
            <a:extLst>
              <a:ext uri="{FF2B5EF4-FFF2-40B4-BE49-F238E27FC236}">
                <a16:creationId xmlns:a16="http://schemas.microsoft.com/office/drawing/2014/main" id="{265DDA21-3F2A-40ED-804B-482C5EAB26A2}"/>
              </a:ext>
            </a:extLst>
          </p:cNvPr>
          <p:cNvGrpSpPr/>
          <p:nvPr/>
        </p:nvGrpSpPr>
        <p:grpSpPr>
          <a:xfrm>
            <a:off x="176213" y="4544899"/>
            <a:ext cx="1891901" cy="141554"/>
            <a:chOff x="176213" y="4544899"/>
            <a:chExt cx="1891901" cy="141554"/>
          </a:xfrm>
        </p:grpSpPr>
        <p:sp>
          <p:nvSpPr>
            <p:cNvPr id="147" name="Freeform 21">
              <a:extLst>
                <a:ext uri="{FF2B5EF4-FFF2-40B4-BE49-F238E27FC236}">
                  <a16:creationId xmlns:a16="http://schemas.microsoft.com/office/drawing/2014/main" id="{C9359467-BFF0-42BC-9C19-C92A98AEAD15}"/>
                </a:ext>
              </a:extLst>
            </p:cNvPr>
            <p:cNvSpPr>
              <a:spLocks/>
            </p:cNvSpPr>
            <p:nvPr/>
          </p:nvSpPr>
          <p:spPr bwMode="auto">
            <a:xfrm rot="10800000">
              <a:off x="733526" y="4544899"/>
              <a:ext cx="363080" cy="141554"/>
            </a:xfrm>
            <a:custGeom>
              <a:avLst/>
              <a:gdLst>
                <a:gd name="T0" fmla="*/ 79 w 79"/>
                <a:gd name="T1" fmla="*/ 40 h 40"/>
                <a:gd name="T2" fmla="*/ 79 w 79"/>
                <a:gd name="T3" fmla="*/ 40 h 40"/>
                <a:gd name="T4" fmla="*/ 40 w 79"/>
                <a:gd name="T5" fmla="*/ 1 h 40"/>
                <a:gd name="T6" fmla="*/ 40 w 79"/>
                <a:gd name="T7" fmla="*/ 0 h 40"/>
                <a:gd name="T8" fmla="*/ 40 w 79"/>
                <a:gd name="T9" fmla="*/ 1 h 40"/>
                <a:gd name="T10" fmla="*/ 0 w 79"/>
                <a:gd name="T11" fmla="*/ 40 h 40"/>
                <a:gd name="T12" fmla="*/ 0 w 79"/>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79" h="40">
                  <a:moveTo>
                    <a:pt x="79" y="40"/>
                  </a:moveTo>
                  <a:cubicBezTo>
                    <a:pt x="79" y="40"/>
                    <a:pt x="79" y="40"/>
                    <a:pt x="79" y="40"/>
                  </a:cubicBezTo>
                  <a:cubicBezTo>
                    <a:pt x="57" y="40"/>
                    <a:pt x="40" y="22"/>
                    <a:pt x="40" y="1"/>
                  </a:cubicBezTo>
                  <a:cubicBezTo>
                    <a:pt x="40" y="0"/>
                    <a:pt x="40" y="0"/>
                    <a:pt x="40" y="0"/>
                  </a:cubicBezTo>
                  <a:cubicBezTo>
                    <a:pt x="40" y="1"/>
                    <a:pt x="40" y="1"/>
                    <a:pt x="40" y="1"/>
                  </a:cubicBezTo>
                  <a:cubicBezTo>
                    <a:pt x="40" y="22"/>
                    <a:pt x="22" y="40"/>
                    <a:pt x="0" y="40"/>
                  </a:cubicBezTo>
                  <a:cubicBezTo>
                    <a:pt x="0" y="40"/>
                    <a:pt x="0" y="40"/>
                    <a:pt x="0" y="40"/>
                  </a:cubicBezTo>
                </a:path>
              </a:pathLst>
            </a:custGeom>
            <a:noFill/>
            <a:ln w="6350" cap="rnd">
              <a:solidFill>
                <a:schemeClr val="bg1">
                  <a:alpha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148" name="Straight Connector 147">
              <a:extLst>
                <a:ext uri="{FF2B5EF4-FFF2-40B4-BE49-F238E27FC236}">
                  <a16:creationId xmlns:a16="http://schemas.microsoft.com/office/drawing/2014/main" id="{3C6365CD-899E-4A7D-968F-A5C6FBBDD183}"/>
                </a:ext>
              </a:extLst>
            </p:cNvPr>
            <p:cNvCxnSpPr>
              <a:cxnSpLocks/>
            </p:cNvCxnSpPr>
            <p:nvPr/>
          </p:nvCxnSpPr>
          <p:spPr bwMode="auto">
            <a:xfrm flipH="1">
              <a:off x="176213" y="4545017"/>
              <a:ext cx="557314" cy="0"/>
            </a:xfrm>
            <a:prstGeom prst="line">
              <a:avLst/>
            </a:prstGeom>
            <a:noFill/>
            <a:ln w="6350" cap="flat" cmpd="sng" algn="ctr">
              <a:solidFill>
                <a:schemeClr val="bg1">
                  <a:alpha val="50000"/>
                </a:schemeClr>
              </a:solidFill>
              <a:prstDash val="solid"/>
              <a:round/>
              <a:headEnd type="none" w="med" len="med"/>
              <a:tailEnd type="none" w="med" len="med"/>
            </a:ln>
            <a:effectLst/>
          </p:spPr>
        </p:cxnSp>
        <p:cxnSp>
          <p:nvCxnSpPr>
            <p:cNvPr id="149" name="Straight Connector 148">
              <a:extLst>
                <a:ext uri="{FF2B5EF4-FFF2-40B4-BE49-F238E27FC236}">
                  <a16:creationId xmlns:a16="http://schemas.microsoft.com/office/drawing/2014/main" id="{0507F5B8-79CF-4EAB-90D0-13063F5AA22A}"/>
                </a:ext>
              </a:extLst>
            </p:cNvPr>
            <p:cNvCxnSpPr>
              <a:cxnSpLocks/>
            </p:cNvCxnSpPr>
            <p:nvPr/>
          </p:nvCxnSpPr>
          <p:spPr bwMode="auto">
            <a:xfrm flipH="1">
              <a:off x="1096609" y="4545017"/>
              <a:ext cx="971505" cy="0"/>
            </a:xfrm>
            <a:prstGeom prst="line">
              <a:avLst/>
            </a:prstGeom>
            <a:noFill/>
            <a:ln w="6350" cap="flat" cmpd="sng" algn="ctr">
              <a:solidFill>
                <a:schemeClr val="bg1">
                  <a:alpha val="50000"/>
                </a:schemeClr>
              </a:solidFill>
              <a:prstDash val="solid"/>
              <a:round/>
              <a:headEnd type="none" w="med" len="med"/>
              <a:tailEnd type="none" w="med" len="med"/>
            </a:ln>
            <a:effectLst/>
          </p:spPr>
        </p:cxnSp>
      </p:grpSp>
      <p:grpSp>
        <p:nvGrpSpPr>
          <p:cNvPr id="150" name="Group 149">
            <a:extLst>
              <a:ext uri="{FF2B5EF4-FFF2-40B4-BE49-F238E27FC236}">
                <a16:creationId xmlns:a16="http://schemas.microsoft.com/office/drawing/2014/main" id="{C1548497-FF44-4B7A-9C22-FC9B20847710}"/>
              </a:ext>
            </a:extLst>
          </p:cNvPr>
          <p:cNvGrpSpPr/>
          <p:nvPr/>
        </p:nvGrpSpPr>
        <p:grpSpPr>
          <a:xfrm>
            <a:off x="7634241" y="2166472"/>
            <a:ext cx="2141774" cy="141554"/>
            <a:chOff x="93724" y="4544899"/>
            <a:chExt cx="1966497" cy="141554"/>
          </a:xfrm>
        </p:grpSpPr>
        <p:sp>
          <p:nvSpPr>
            <p:cNvPr id="151" name="Freeform 21">
              <a:extLst>
                <a:ext uri="{FF2B5EF4-FFF2-40B4-BE49-F238E27FC236}">
                  <a16:creationId xmlns:a16="http://schemas.microsoft.com/office/drawing/2014/main" id="{A0F89EE2-CC0D-4BF4-A847-4A9482A864B2}"/>
                </a:ext>
              </a:extLst>
            </p:cNvPr>
            <p:cNvSpPr>
              <a:spLocks/>
            </p:cNvSpPr>
            <p:nvPr/>
          </p:nvSpPr>
          <p:spPr bwMode="auto">
            <a:xfrm rot="10800000">
              <a:off x="1551716" y="4544899"/>
              <a:ext cx="363080" cy="141554"/>
            </a:xfrm>
            <a:custGeom>
              <a:avLst/>
              <a:gdLst>
                <a:gd name="T0" fmla="*/ 79 w 79"/>
                <a:gd name="T1" fmla="*/ 40 h 40"/>
                <a:gd name="T2" fmla="*/ 79 w 79"/>
                <a:gd name="T3" fmla="*/ 40 h 40"/>
                <a:gd name="T4" fmla="*/ 40 w 79"/>
                <a:gd name="T5" fmla="*/ 1 h 40"/>
                <a:gd name="T6" fmla="*/ 40 w 79"/>
                <a:gd name="T7" fmla="*/ 0 h 40"/>
                <a:gd name="T8" fmla="*/ 40 w 79"/>
                <a:gd name="T9" fmla="*/ 1 h 40"/>
                <a:gd name="T10" fmla="*/ 0 w 79"/>
                <a:gd name="T11" fmla="*/ 40 h 40"/>
                <a:gd name="T12" fmla="*/ 0 w 79"/>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79" h="40">
                  <a:moveTo>
                    <a:pt x="79" y="40"/>
                  </a:moveTo>
                  <a:cubicBezTo>
                    <a:pt x="79" y="40"/>
                    <a:pt x="79" y="40"/>
                    <a:pt x="79" y="40"/>
                  </a:cubicBezTo>
                  <a:cubicBezTo>
                    <a:pt x="57" y="40"/>
                    <a:pt x="40" y="22"/>
                    <a:pt x="40" y="1"/>
                  </a:cubicBezTo>
                  <a:cubicBezTo>
                    <a:pt x="40" y="0"/>
                    <a:pt x="40" y="0"/>
                    <a:pt x="40" y="0"/>
                  </a:cubicBezTo>
                  <a:cubicBezTo>
                    <a:pt x="40" y="1"/>
                    <a:pt x="40" y="1"/>
                    <a:pt x="40" y="1"/>
                  </a:cubicBezTo>
                  <a:cubicBezTo>
                    <a:pt x="40" y="22"/>
                    <a:pt x="22" y="40"/>
                    <a:pt x="0" y="40"/>
                  </a:cubicBezTo>
                  <a:cubicBezTo>
                    <a:pt x="0" y="40"/>
                    <a:pt x="0" y="40"/>
                    <a:pt x="0" y="40"/>
                  </a:cubicBezTo>
                </a:path>
              </a:pathLst>
            </a:custGeom>
            <a:noFill/>
            <a:ln w="6350" cap="rnd">
              <a:solidFill>
                <a:schemeClr val="bg1">
                  <a:alpha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152" name="Straight Connector 151">
              <a:extLst>
                <a:ext uri="{FF2B5EF4-FFF2-40B4-BE49-F238E27FC236}">
                  <a16:creationId xmlns:a16="http://schemas.microsoft.com/office/drawing/2014/main" id="{8FA1793F-3604-425C-8E19-1D012AFBF40B}"/>
                </a:ext>
              </a:extLst>
            </p:cNvPr>
            <p:cNvCxnSpPr>
              <a:cxnSpLocks/>
              <a:stCxn id="151" idx="0"/>
            </p:cNvCxnSpPr>
            <p:nvPr/>
          </p:nvCxnSpPr>
          <p:spPr bwMode="auto">
            <a:xfrm flipH="1">
              <a:off x="93724" y="4544899"/>
              <a:ext cx="1457992" cy="0"/>
            </a:xfrm>
            <a:prstGeom prst="line">
              <a:avLst/>
            </a:prstGeom>
            <a:noFill/>
            <a:ln w="6350" cap="flat" cmpd="sng" algn="ctr">
              <a:solidFill>
                <a:schemeClr val="bg1">
                  <a:alpha val="50000"/>
                </a:schemeClr>
              </a:solidFill>
              <a:prstDash val="solid"/>
              <a:round/>
              <a:headEnd type="none" w="med" len="med"/>
              <a:tailEnd type="none" w="med" len="med"/>
            </a:ln>
            <a:effectLst/>
          </p:spPr>
        </p:cxnSp>
        <p:cxnSp>
          <p:nvCxnSpPr>
            <p:cNvPr id="153" name="Straight Connector 152">
              <a:extLst>
                <a:ext uri="{FF2B5EF4-FFF2-40B4-BE49-F238E27FC236}">
                  <a16:creationId xmlns:a16="http://schemas.microsoft.com/office/drawing/2014/main" id="{A5E24C53-EAA9-4F31-8D0A-736922B0377E}"/>
                </a:ext>
              </a:extLst>
            </p:cNvPr>
            <p:cNvCxnSpPr>
              <a:cxnSpLocks/>
              <a:endCxn id="151" idx="5"/>
            </p:cNvCxnSpPr>
            <p:nvPr/>
          </p:nvCxnSpPr>
          <p:spPr bwMode="auto">
            <a:xfrm flipH="1">
              <a:off x="1914796" y="4544899"/>
              <a:ext cx="145425" cy="0"/>
            </a:xfrm>
            <a:prstGeom prst="line">
              <a:avLst/>
            </a:prstGeom>
            <a:noFill/>
            <a:ln w="6350" cap="flat" cmpd="sng" algn="ctr">
              <a:solidFill>
                <a:schemeClr val="bg1">
                  <a:alpha val="50000"/>
                </a:schemeClr>
              </a:solidFill>
              <a:prstDash val="solid"/>
              <a:round/>
              <a:headEnd type="none" w="med" len="med"/>
              <a:tailEnd type="none" w="med" len="med"/>
            </a:ln>
            <a:effectLst/>
          </p:spPr>
        </p:cxnSp>
      </p:grpSp>
      <p:grpSp>
        <p:nvGrpSpPr>
          <p:cNvPr id="154" name="Group 153">
            <a:extLst>
              <a:ext uri="{FF2B5EF4-FFF2-40B4-BE49-F238E27FC236}">
                <a16:creationId xmlns:a16="http://schemas.microsoft.com/office/drawing/2014/main" id="{9FF9C2A6-081F-4FD1-B6A3-E8183129DE72}"/>
              </a:ext>
            </a:extLst>
          </p:cNvPr>
          <p:cNvGrpSpPr/>
          <p:nvPr/>
        </p:nvGrpSpPr>
        <p:grpSpPr>
          <a:xfrm>
            <a:off x="5241925" y="2914018"/>
            <a:ext cx="1977962" cy="141554"/>
            <a:chOff x="2944281" y="3611179"/>
            <a:chExt cx="1977962" cy="141554"/>
          </a:xfrm>
        </p:grpSpPr>
        <p:sp>
          <p:nvSpPr>
            <p:cNvPr id="155" name="Freeform 21">
              <a:extLst>
                <a:ext uri="{FF2B5EF4-FFF2-40B4-BE49-F238E27FC236}">
                  <a16:creationId xmlns:a16="http://schemas.microsoft.com/office/drawing/2014/main" id="{4CB23237-E629-4306-974C-EEB072131D11}"/>
                </a:ext>
              </a:extLst>
            </p:cNvPr>
            <p:cNvSpPr>
              <a:spLocks/>
            </p:cNvSpPr>
            <p:nvPr/>
          </p:nvSpPr>
          <p:spPr bwMode="auto">
            <a:xfrm rot="10800000">
              <a:off x="4325065" y="3611179"/>
              <a:ext cx="363080" cy="141554"/>
            </a:xfrm>
            <a:custGeom>
              <a:avLst/>
              <a:gdLst>
                <a:gd name="T0" fmla="*/ 79 w 79"/>
                <a:gd name="T1" fmla="*/ 40 h 40"/>
                <a:gd name="T2" fmla="*/ 79 w 79"/>
                <a:gd name="T3" fmla="*/ 40 h 40"/>
                <a:gd name="T4" fmla="*/ 40 w 79"/>
                <a:gd name="T5" fmla="*/ 1 h 40"/>
                <a:gd name="T6" fmla="*/ 40 w 79"/>
                <a:gd name="T7" fmla="*/ 0 h 40"/>
                <a:gd name="T8" fmla="*/ 40 w 79"/>
                <a:gd name="T9" fmla="*/ 1 h 40"/>
                <a:gd name="T10" fmla="*/ 0 w 79"/>
                <a:gd name="T11" fmla="*/ 40 h 40"/>
                <a:gd name="T12" fmla="*/ 0 w 79"/>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79" h="40">
                  <a:moveTo>
                    <a:pt x="79" y="40"/>
                  </a:moveTo>
                  <a:cubicBezTo>
                    <a:pt x="79" y="40"/>
                    <a:pt x="79" y="40"/>
                    <a:pt x="79" y="40"/>
                  </a:cubicBezTo>
                  <a:cubicBezTo>
                    <a:pt x="57" y="40"/>
                    <a:pt x="40" y="22"/>
                    <a:pt x="40" y="1"/>
                  </a:cubicBezTo>
                  <a:cubicBezTo>
                    <a:pt x="40" y="0"/>
                    <a:pt x="40" y="0"/>
                    <a:pt x="40" y="0"/>
                  </a:cubicBezTo>
                  <a:cubicBezTo>
                    <a:pt x="40" y="1"/>
                    <a:pt x="40" y="1"/>
                    <a:pt x="40" y="1"/>
                  </a:cubicBezTo>
                  <a:cubicBezTo>
                    <a:pt x="40" y="22"/>
                    <a:pt x="22" y="40"/>
                    <a:pt x="0" y="40"/>
                  </a:cubicBezTo>
                  <a:cubicBezTo>
                    <a:pt x="0" y="40"/>
                    <a:pt x="0" y="40"/>
                    <a:pt x="0" y="40"/>
                  </a:cubicBezTo>
                </a:path>
              </a:pathLst>
            </a:custGeom>
            <a:noFill/>
            <a:ln w="6350" cap="rnd">
              <a:solidFill>
                <a:schemeClr val="bg1">
                  <a:alpha val="5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156" name="Straight Connector 155">
              <a:extLst>
                <a:ext uri="{FF2B5EF4-FFF2-40B4-BE49-F238E27FC236}">
                  <a16:creationId xmlns:a16="http://schemas.microsoft.com/office/drawing/2014/main" id="{3FEBFC91-0B83-44CC-A7C8-A0A41F514858}"/>
                </a:ext>
              </a:extLst>
            </p:cNvPr>
            <p:cNvCxnSpPr>
              <a:cxnSpLocks/>
              <a:stCxn id="155" idx="0"/>
            </p:cNvCxnSpPr>
            <p:nvPr/>
          </p:nvCxnSpPr>
          <p:spPr bwMode="auto">
            <a:xfrm flipH="1">
              <a:off x="2944281" y="3611179"/>
              <a:ext cx="1380784" cy="0"/>
            </a:xfrm>
            <a:prstGeom prst="line">
              <a:avLst/>
            </a:prstGeom>
            <a:noFill/>
            <a:ln w="6350" cap="flat" cmpd="sng" algn="ctr">
              <a:solidFill>
                <a:schemeClr val="bg1">
                  <a:alpha val="50000"/>
                </a:schemeClr>
              </a:solidFill>
              <a:prstDash val="solid"/>
              <a:round/>
              <a:headEnd type="none" w="med" len="med"/>
              <a:tailEnd type="none" w="med" len="med"/>
            </a:ln>
            <a:effectLst/>
          </p:spPr>
        </p:cxnSp>
        <p:cxnSp>
          <p:nvCxnSpPr>
            <p:cNvPr id="157" name="Straight Connector 156">
              <a:extLst>
                <a:ext uri="{FF2B5EF4-FFF2-40B4-BE49-F238E27FC236}">
                  <a16:creationId xmlns:a16="http://schemas.microsoft.com/office/drawing/2014/main" id="{102015AB-E182-4060-9B74-340847A98A1D}"/>
                </a:ext>
              </a:extLst>
            </p:cNvPr>
            <p:cNvCxnSpPr>
              <a:cxnSpLocks/>
              <a:endCxn id="155" idx="5"/>
            </p:cNvCxnSpPr>
            <p:nvPr/>
          </p:nvCxnSpPr>
          <p:spPr bwMode="auto">
            <a:xfrm flipH="1">
              <a:off x="4688145" y="3611179"/>
              <a:ext cx="234098" cy="0"/>
            </a:xfrm>
            <a:prstGeom prst="line">
              <a:avLst/>
            </a:prstGeom>
            <a:noFill/>
            <a:ln w="6350" cap="flat" cmpd="sng" algn="ctr">
              <a:solidFill>
                <a:schemeClr val="bg1">
                  <a:alpha val="50000"/>
                </a:schemeClr>
              </a:solidFill>
              <a:prstDash val="solid"/>
              <a:round/>
              <a:headEnd type="none" w="med" len="med"/>
              <a:tailEnd type="none" w="med" len="med"/>
            </a:ln>
            <a:effectLst/>
          </p:spPr>
        </p:cxnSp>
      </p:grpSp>
      <p:sp>
        <p:nvSpPr>
          <p:cNvPr id="124" name="Rectangle 123">
            <a:extLst>
              <a:ext uri="{FF2B5EF4-FFF2-40B4-BE49-F238E27FC236}">
                <a16:creationId xmlns:a16="http://schemas.microsoft.com/office/drawing/2014/main" id="{0F8C20DA-49C9-4B19-AFFE-2543BF176962}"/>
              </a:ext>
            </a:extLst>
          </p:cNvPr>
          <p:cNvSpPr/>
          <p:nvPr/>
        </p:nvSpPr>
        <p:spPr>
          <a:xfrm>
            <a:off x="9987628" y="2296836"/>
            <a:ext cx="2174806" cy="321819"/>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100" b="1" i="1" u="none" strike="noStrike" kern="1200" cap="none" spc="0" normalizeH="0" baseline="0" noProof="0">
              <a:ln>
                <a:noFill/>
              </a:ln>
              <a:solidFill>
                <a:srgbClr val="43515C"/>
              </a:solidFill>
              <a:effectLst/>
              <a:uLnTx/>
              <a:uFillTx/>
              <a:latin typeface="Arial" panose="020B0604020202020204" pitchFamily="34" charset="0"/>
              <a:ea typeface="+mn-ea"/>
              <a:cs typeface="+mn-cs"/>
            </a:endParaRPr>
          </a:p>
        </p:txBody>
      </p:sp>
      <p:grpSp>
        <p:nvGrpSpPr>
          <p:cNvPr id="27" name="Group 26">
            <a:extLst>
              <a:ext uri="{FF2B5EF4-FFF2-40B4-BE49-F238E27FC236}">
                <a16:creationId xmlns:a16="http://schemas.microsoft.com/office/drawing/2014/main" id="{C8F64A41-69AB-33C8-5EFE-3F0023D29373}"/>
              </a:ext>
            </a:extLst>
          </p:cNvPr>
          <p:cNvGrpSpPr/>
          <p:nvPr/>
        </p:nvGrpSpPr>
        <p:grpSpPr>
          <a:xfrm>
            <a:off x="10053118" y="2183343"/>
            <a:ext cx="2075460" cy="663929"/>
            <a:chOff x="10053118" y="2205377"/>
            <a:chExt cx="2075460" cy="663929"/>
          </a:xfrm>
        </p:grpSpPr>
        <p:sp>
          <p:nvSpPr>
            <p:cNvPr id="122" name="Rectangle: Top Corners Rounded 121">
              <a:extLst>
                <a:ext uri="{FF2B5EF4-FFF2-40B4-BE49-F238E27FC236}">
                  <a16:creationId xmlns:a16="http://schemas.microsoft.com/office/drawing/2014/main" id="{8C4EE210-4155-40FC-8AC5-878A3468D2F4}"/>
                </a:ext>
              </a:extLst>
            </p:cNvPr>
            <p:cNvSpPr/>
            <p:nvPr/>
          </p:nvSpPr>
          <p:spPr bwMode="auto">
            <a:xfrm>
              <a:off x="10053118" y="2347435"/>
              <a:ext cx="2075460" cy="269747"/>
            </a:xfrm>
            <a:prstGeom prst="round2SameRect">
              <a:avLst>
                <a:gd name="adj1" fmla="val 9635"/>
                <a:gd name="adj2" fmla="val 0"/>
              </a:avLst>
            </a:prstGeom>
            <a:solidFill>
              <a:srgbClr val="D1F3E5"/>
            </a:solidFill>
            <a:ln w="6350" cmpd="sng">
              <a:noFill/>
              <a:miter lim="800000"/>
              <a:headEnd/>
              <a:tailEnd/>
            </a:ln>
            <a:effectLst>
              <a:outerShdw blurRad="254000" dist="38100" dir="5400000" algn="t" rotWithShape="0">
                <a:srgbClr val="93CDBB">
                  <a:alpha val="30000"/>
                </a:srgb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black"/>
                  </a:solidFill>
                  <a:effectLst/>
                  <a:uLnTx/>
                  <a:uFillTx/>
                  <a:latin typeface="Arial" panose="020B0604020202020204" pitchFamily="34" charset="0"/>
                  <a:ea typeface="+mn-ea"/>
                  <a:cs typeface="+mn-cs"/>
                </a:rPr>
                <a:t>Nisiutaliq Uipexeacommodo</a:t>
              </a:r>
            </a:p>
          </p:txBody>
        </p:sp>
        <p:sp>
          <p:nvSpPr>
            <p:cNvPr id="121" name="Rectangle: Top Corners Rounded 120">
              <a:extLst>
                <a:ext uri="{FF2B5EF4-FFF2-40B4-BE49-F238E27FC236}">
                  <a16:creationId xmlns:a16="http://schemas.microsoft.com/office/drawing/2014/main" id="{32997BCD-4338-4740-B87A-4FC8CA79E1D4}"/>
                </a:ext>
              </a:extLst>
            </p:cNvPr>
            <p:cNvSpPr/>
            <p:nvPr/>
          </p:nvSpPr>
          <p:spPr bwMode="auto">
            <a:xfrm>
              <a:off x="10053118" y="2609953"/>
              <a:ext cx="2075457" cy="259353"/>
            </a:xfrm>
            <a:prstGeom prst="round2SameRect">
              <a:avLst>
                <a:gd name="adj1" fmla="val 8732"/>
                <a:gd name="adj2" fmla="val 0"/>
              </a:avLst>
            </a:prstGeom>
            <a:solidFill>
              <a:schemeClr val="bg1">
                <a:lumMod val="65000"/>
                <a:alpha val="50000"/>
              </a:schemeClr>
            </a:solidFill>
            <a:ln w="3175">
              <a:noFill/>
              <a:miter lim="800000"/>
              <a:headEnd/>
              <a:tailEnd/>
            </a:ln>
            <a:effectLst>
              <a:outerShdw blurRad="228600" dist="63500" dir="5400000" algn="t" rotWithShape="0">
                <a:schemeClr val="accent2">
                  <a:lumMod val="75000"/>
                  <a:alpha val="15000"/>
                </a:schemeClr>
              </a:outerShdw>
            </a:effectLst>
          </p:spPr>
          <p:txBody>
            <a:bodyPr wrap="square" lIns="91440" tIns="45720" rIns="91440" bIns="45720"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100" b="1" i="1">
                  <a:solidFill>
                    <a:prstClr val="white"/>
                  </a:solidFill>
                  <a:latin typeface="Arial"/>
                  <a:cs typeface="Arial"/>
                </a:rPr>
                <a:t>2025</a:t>
              </a:r>
              <a:endParaRPr kumimoji="0" lang="en-US" sz="1100" b="1" i="1" u="none" strike="noStrike" kern="1200" cap="none" spc="0" normalizeH="0" baseline="0" noProof="0">
                <a:ln>
                  <a:noFill/>
                </a:ln>
                <a:solidFill>
                  <a:prstClr val="white"/>
                </a:solidFill>
                <a:effectLst/>
                <a:uLnTx/>
                <a:uFillTx/>
                <a:latin typeface="Arial"/>
                <a:ea typeface="+mn-ea"/>
                <a:cs typeface="Arial"/>
              </a:endParaRPr>
            </a:p>
          </p:txBody>
        </p:sp>
        <p:sp>
          <p:nvSpPr>
            <p:cNvPr id="159" name="Freeform 21">
              <a:extLst>
                <a:ext uri="{FF2B5EF4-FFF2-40B4-BE49-F238E27FC236}">
                  <a16:creationId xmlns:a16="http://schemas.microsoft.com/office/drawing/2014/main" id="{CBA00D4E-2DAA-404D-9FA9-03645C22DBA1}"/>
                </a:ext>
              </a:extLst>
            </p:cNvPr>
            <p:cNvSpPr>
              <a:spLocks/>
            </p:cNvSpPr>
            <p:nvPr/>
          </p:nvSpPr>
          <p:spPr bwMode="auto">
            <a:xfrm>
              <a:off x="11110385" y="2205377"/>
              <a:ext cx="363080" cy="141554"/>
            </a:xfrm>
            <a:custGeom>
              <a:avLst/>
              <a:gdLst>
                <a:gd name="T0" fmla="*/ 79 w 79"/>
                <a:gd name="T1" fmla="*/ 40 h 40"/>
                <a:gd name="T2" fmla="*/ 79 w 79"/>
                <a:gd name="T3" fmla="*/ 40 h 40"/>
                <a:gd name="T4" fmla="*/ 40 w 79"/>
                <a:gd name="T5" fmla="*/ 1 h 40"/>
                <a:gd name="T6" fmla="*/ 40 w 79"/>
                <a:gd name="T7" fmla="*/ 0 h 40"/>
                <a:gd name="T8" fmla="*/ 40 w 79"/>
                <a:gd name="T9" fmla="*/ 1 h 40"/>
                <a:gd name="T10" fmla="*/ 0 w 79"/>
                <a:gd name="T11" fmla="*/ 40 h 40"/>
                <a:gd name="T12" fmla="*/ 0 w 79"/>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79" h="40">
                  <a:moveTo>
                    <a:pt x="79" y="40"/>
                  </a:moveTo>
                  <a:cubicBezTo>
                    <a:pt x="79" y="40"/>
                    <a:pt x="79" y="40"/>
                    <a:pt x="79" y="40"/>
                  </a:cubicBezTo>
                  <a:cubicBezTo>
                    <a:pt x="57" y="40"/>
                    <a:pt x="40" y="22"/>
                    <a:pt x="40" y="1"/>
                  </a:cubicBezTo>
                  <a:cubicBezTo>
                    <a:pt x="40" y="0"/>
                    <a:pt x="40" y="0"/>
                    <a:pt x="40" y="0"/>
                  </a:cubicBezTo>
                  <a:cubicBezTo>
                    <a:pt x="40" y="1"/>
                    <a:pt x="40" y="1"/>
                    <a:pt x="40" y="1"/>
                  </a:cubicBezTo>
                  <a:cubicBezTo>
                    <a:pt x="40" y="22"/>
                    <a:pt x="22" y="40"/>
                    <a:pt x="0" y="40"/>
                  </a:cubicBezTo>
                  <a:cubicBezTo>
                    <a:pt x="0" y="40"/>
                    <a:pt x="0" y="40"/>
                    <a:pt x="0" y="40"/>
                  </a:cubicBezTo>
                </a:path>
              </a:pathLst>
            </a:custGeom>
            <a:solidFill>
              <a:srgbClr val="D1F3E5"/>
            </a:solidFill>
            <a:ln w="6350" cap="rnd">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6" name="Group 5">
            <a:extLst>
              <a:ext uri="{FF2B5EF4-FFF2-40B4-BE49-F238E27FC236}">
                <a16:creationId xmlns:a16="http://schemas.microsoft.com/office/drawing/2014/main" id="{0841E6D4-4906-23B5-619E-0FB2332D4BFB}"/>
              </a:ext>
            </a:extLst>
          </p:cNvPr>
          <p:cNvGrpSpPr/>
          <p:nvPr/>
        </p:nvGrpSpPr>
        <p:grpSpPr>
          <a:xfrm>
            <a:off x="68444" y="3431172"/>
            <a:ext cx="2069919" cy="942346"/>
            <a:chOff x="68444" y="2880328"/>
            <a:chExt cx="2069919" cy="942346"/>
          </a:xfrm>
        </p:grpSpPr>
        <p:sp>
          <p:nvSpPr>
            <p:cNvPr id="72" name="Rectangle 71">
              <a:extLst>
                <a:ext uri="{FF2B5EF4-FFF2-40B4-BE49-F238E27FC236}">
                  <a16:creationId xmlns:a16="http://schemas.microsoft.com/office/drawing/2014/main" id="{2F5E8085-BB82-4E5A-8C4D-915E98233573}"/>
                </a:ext>
              </a:extLst>
            </p:cNvPr>
            <p:cNvSpPr/>
            <p:nvPr/>
          </p:nvSpPr>
          <p:spPr>
            <a:xfrm>
              <a:off x="68444" y="3407176"/>
              <a:ext cx="2022370" cy="415498"/>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Arial"/>
                </a:rPr>
                <a:t>Consequatd &amp; Uisa Ut-eiru re Dol or IN reprehe</a:t>
              </a:r>
            </a:p>
          </p:txBody>
        </p:sp>
        <p:grpSp>
          <p:nvGrpSpPr>
            <p:cNvPr id="2" name="Group 1">
              <a:extLst>
                <a:ext uri="{FF2B5EF4-FFF2-40B4-BE49-F238E27FC236}">
                  <a16:creationId xmlns:a16="http://schemas.microsoft.com/office/drawing/2014/main" id="{C8D78099-C2F9-5AB2-0380-5BDBF753DC02}"/>
                </a:ext>
              </a:extLst>
            </p:cNvPr>
            <p:cNvGrpSpPr/>
            <p:nvPr/>
          </p:nvGrpSpPr>
          <p:grpSpPr>
            <a:xfrm>
              <a:off x="115164" y="2880328"/>
              <a:ext cx="2023199" cy="526848"/>
              <a:chOff x="115164" y="2880328"/>
              <a:chExt cx="2023199" cy="526848"/>
            </a:xfrm>
          </p:grpSpPr>
          <p:sp>
            <p:nvSpPr>
              <p:cNvPr id="81" name="Rectangle: Rounded Corners 80">
                <a:extLst>
                  <a:ext uri="{FF2B5EF4-FFF2-40B4-BE49-F238E27FC236}">
                    <a16:creationId xmlns:a16="http://schemas.microsoft.com/office/drawing/2014/main" id="{7F8C3FEC-FF74-41AF-9818-0ADE7C5A79C7}"/>
                  </a:ext>
                </a:extLst>
              </p:cNvPr>
              <p:cNvSpPr/>
              <p:nvPr/>
            </p:nvSpPr>
            <p:spPr bwMode="auto">
              <a:xfrm>
                <a:off x="115993" y="2880328"/>
                <a:ext cx="2022370" cy="262519"/>
              </a:xfrm>
              <a:prstGeom prst="roundRect">
                <a:avLst>
                  <a:gd name="adj" fmla="val 0"/>
                </a:avLst>
              </a:prstGeom>
              <a:solidFill>
                <a:srgbClr val="EC485C"/>
              </a:solidFill>
              <a:ln w="9525">
                <a:noFill/>
                <a:miter lim="800000"/>
                <a:headEnd/>
                <a:tailEnd/>
              </a:ln>
              <a:effectLst>
                <a:outerShdw blurRad="190500" dist="38100" dir="5400000" algn="t" rotWithShape="0">
                  <a:srgbClr val="C00000">
                    <a:alpha val="20000"/>
                  </a:srgb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mn-cs"/>
                  </a:rPr>
                  <a:t>Nderitinvo</a:t>
                </a:r>
              </a:p>
            </p:txBody>
          </p:sp>
          <p:sp>
            <p:nvSpPr>
              <p:cNvPr id="4" name="Rectangle: Top Corners Rounded 3">
                <a:extLst>
                  <a:ext uri="{FF2B5EF4-FFF2-40B4-BE49-F238E27FC236}">
                    <a16:creationId xmlns:a16="http://schemas.microsoft.com/office/drawing/2014/main" id="{6740F881-BBEE-5E3F-3DC0-C64A0B66E8D0}"/>
                  </a:ext>
                </a:extLst>
              </p:cNvPr>
              <p:cNvSpPr/>
              <p:nvPr/>
            </p:nvSpPr>
            <p:spPr bwMode="auto">
              <a:xfrm>
                <a:off x="115164" y="3144657"/>
                <a:ext cx="2022370" cy="262519"/>
              </a:xfrm>
              <a:prstGeom prst="round2SameRect">
                <a:avLst>
                  <a:gd name="adj1" fmla="val 0"/>
                  <a:gd name="adj2" fmla="val 0"/>
                </a:avLst>
              </a:prstGeom>
              <a:solidFill>
                <a:schemeClr val="bg1">
                  <a:alpha val="20000"/>
                </a:schemeClr>
              </a:solidFill>
              <a:ln w="3175">
                <a:noFill/>
                <a:miter lim="800000"/>
                <a:headEnd/>
                <a:tailEnd/>
              </a:ln>
              <a:effectLst>
                <a:outerShdw blurRad="228600" dist="63500" dir="5400000" algn="t" rotWithShape="0">
                  <a:schemeClr val="accent2">
                    <a:lumMod val="75000"/>
                    <a:alpha val="15000"/>
                  </a:scheme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Arial"/>
                  </a:rPr>
                  <a:t>2015</a:t>
                </a:r>
                <a:endParaRPr kumimoji="0" lang="en-US" sz="1000" b="1" i="1" u="none" strike="noStrike" kern="1200" cap="none" spc="0" normalizeH="0" baseline="0" noProof="0">
                  <a:ln>
                    <a:noFill/>
                  </a:ln>
                  <a:solidFill>
                    <a:prstClr val="white"/>
                  </a:solidFill>
                  <a:effectLst/>
                  <a:uLnTx/>
                  <a:uFillTx/>
                  <a:latin typeface="Arial" panose="020B0604020202020204" pitchFamily="34" charset="0"/>
                  <a:ea typeface="+mn-ea"/>
                  <a:cs typeface="Arial"/>
                </a:endParaRPr>
              </a:p>
            </p:txBody>
          </p:sp>
        </p:grpSp>
      </p:grpSp>
      <p:grpSp>
        <p:nvGrpSpPr>
          <p:cNvPr id="9" name="Group 8">
            <a:extLst>
              <a:ext uri="{FF2B5EF4-FFF2-40B4-BE49-F238E27FC236}">
                <a16:creationId xmlns:a16="http://schemas.microsoft.com/office/drawing/2014/main" id="{EDCE9361-74E5-392E-DCC3-3BC7D610D1B6}"/>
              </a:ext>
            </a:extLst>
          </p:cNvPr>
          <p:cNvGrpSpPr/>
          <p:nvPr/>
        </p:nvGrpSpPr>
        <p:grpSpPr>
          <a:xfrm>
            <a:off x="2660193" y="2409733"/>
            <a:ext cx="2174806" cy="1054754"/>
            <a:chOff x="2660193" y="1980072"/>
            <a:chExt cx="2174806" cy="1054754"/>
          </a:xfrm>
        </p:grpSpPr>
        <p:sp>
          <p:nvSpPr>
            <p:cNvPr id="127" name="Rectangle 126">
              <a:extLst>
                <a:ext uri="{FF2B5EF4-FFF2-40B4-BE49-F238E27FC236}">
                  <a16:creationId xmlns:a16="http://schemas.microsoft.com/office/drawing/2014/main" id="{417168B8-5C74-4994-A30F-A0161F065711}"/>
                </a:ext>
              </a:extLst>
            </p:cNvPr>
            <p:cNvSpPr/>
            <p:nvPr/>
          </p:nvSpPr>
          <p:spPr>
            <a:xfrm>
              <a:off x="2660193" y="2457745"/>
              <a:ext cx="2174806" cy="577081"/>
            </a:xfrm>
            <a:prstGeom prst="rect">
              <a:avLst/>
            </a:prstGeom>
            <a:noFill/>
            <a:ln>
              <a:noFill/>
            </a:ln>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mn-cs"/>
                </a:rPr>
                <a:t>Luptatev elitessec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mn-cs"/>
                </a:rPr>
                <a:t>Illumd oloreeufugi at nullapa Riaturexc, EPt, Eursinto. </a:t>
              </a:r>
            </a:p>
          </p:txBody>
        </p:sp>
        <p:grpSp>
          <p:nvGrpSpPr>
            <p:cNvPr id="24" name="Group 23">
              <a:extLst>
                <a:ext uri="{FF2B5EF4-FFF2-40B4-BE49-F238E27FC236}">
                  <a16:creationId xmlns:a16="http://schemas.microsoft.com/office/drawing/2014/main" id="{A61C3BDD-FE54-FE8D-4C3E-7C7D5C91F353}"/>
                </a:ext>
              </a:extLst>
            </p:cNvPr>
            <p:cNvGrpSpPr/>
            <p:nvPr/>
          </p:nvGrpSpPr>
          <p:grpSpPr>
            <a:xfrm>
              <a:off x="2726601" y="1980072"/>
              <a:ext cx="2023199" cy="502236"/>
              <a:chOff x="2726601" y="1980072"/>
              <a:chExt cx="2023199" cy="502236"/>
            </a:xfrm>
          </p:grpSpPr>
          <p:sp>
            <p:nvSpPr>
              <p:cNvPr id="11" name="Rectangle: Rounded Corners 10">
                <a:extLst>
                  <a:ext uri="{FF2B5EF4-FFF2-40B4-BE49-F238E27FC236}">
                    <a16:creationId xmlns:a16="http://schemas.microsoft.com/office/drawing/2014/main" id="{7FA98BC0-65D7-3997-272E-B258C65036E5}"/>
                  </a:ext>
                </a:extLst>
              </p:cNvPr>
              <p:cNvSpPr/>
              <p:nvPr/>
            </p:nvSpPr>
            <p:spPr bwMode="auto">
              <a:xfrm>
                <a:off x="2727430" y="1980072"/>
                <a:ext cx="2022370" cy="262519"/>
              </a:xfrm>
              <a:prstGeom prst="roundRect">
                <a:avLst>
                  <a:gd name="adj" fmla="val 0"/>
                </a:avLst>
              </a:prstGeom>
              <a:solidFill>
                <a:srgbClr val="F67676"/>
              </a:solidFill>
              <a:ln w="9525">
                <a:noFill/>
                <a:miter lim="800000"/>
                <a:headEnd/>
                <a:tailEnd/>
              </a:ln>
              <a:effectLst>
                <a:outerShdw blurRad="190500" dist="38100" dir="5400000" algn="t" rotWithShape="0">
                  <a:srgbClr val="F46262">
                    <a:alpha val="20000"/>
                  </a:srgb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Ccaecatcupida</a:t>
                </a:r>
                <a:r>
                  <a:rPr kumimoji="0" lang="en-US" sz="1100" b="1" i="1" u="none" strike="noStrike" kern="1200" cap="none" spc="0" normalizeH="0" baseline="0" noProof="0" dirty="0">
                    <a:ln>
                      <a:noFill/>
                    </a:ln>
                    <a:solidFill>
                      <a:prstClr val="white"/>
                    </a:solidFill>
                    <a:effectLst/>
                    <a:uLnTx/>
                    <a:uFillTx/>
                    <a:latin typeface="Arial" panose="020B0604020202020204" pitchFamily="34" charset="0"/>
                    <a:ea typeface="+mn-ea"/>
                    <a:cs typeface="+mn-cs"/>
                  </a:rPr>
                  <a:t> &amp; </a:t>
                </a:r>
                <a:r>
                  <a:rPr kumimoji="0" lang="en-US" sz="1100" b="1" i="1" u="none" strike="noStrike" kern="1200" cap="none" spc="0" normalizeH="0" baseline="0" noProof="0" dirty="0" err="1">
                    <a:ln>
                      <a:noFill/>
                    </a:ln>
                    <a:solidFill>
                      <a:prstClr val="white"/>
                    </a:solidFill>
                    <a:effectLst/>
                    <a:uLnTx/>
                    <a:uFillTx/>
                    <a:latin typeface="Arial" panose="020B0604020202020204" pitchFamily="34" charset="0"/>
                    <a:ea typeface="+mn-ea"/>
                    <a:cs typeface="+mn-cs"/>
                  </a:rPr>
                  <a:t>Tatnon</a:t>
                </a:r>
                <a:endParaRPr kumimoji="0" lang="en-US" sz="1100" b="1" i="1"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14" name="Rectangle: Top Corners Rounded 13">
                <a:extLst>
                  <a:ext uri="{FF2B5EF4-FFF2-40B4-BE49-F238E27FC236}">
                    <a16:creationId xmlns:a16="http://schemas.microsoft.com/office/drawing/2014/main" id="{BD55595C-E7F3-3CC0-9ACB-6E11ED164C16}"/>
                  </a:ext>
                </a:extLst>
              </p:cNvPr>
              <p:cNvSpPr/>
              <p:nvPr/>
            </p:nvSpPr>
            <p:spPr bwMode="auto">
              <a:xfrm>
                <a:off x="2726601" y="2244402"/>
                <a:ext cx="2022370" cy="237906"/>
              </a:xfrm>
              <a:prstGeom prst="round2SameRect">
                <a:avLst>
                  <a:gd name="adj1" fmla="val 0"/>
                  <a:gd name="adj2" fmla="val 0"/>
                </a:avLst>
              </a:prstGeom>
              <a:solidFill>
                <a:schemeClr val="bg1">
                  <a:alpha val="20000"/>
                </a:schemeClr>
              </a:solidFill>
              <a:ln w="3175">
                <a:noFill/>
                <a:miter lim="800000"/>
                <a:headEnd/>
                <a:tailEnd/>
              </a:ln>
              <a:effectLst>
                <a:outerShdw blurRad="228600" dist="63500" dir="5400000" algn="t" rotWithShape="0">
                  <a:schemeClr val="accent2">
                    <a:lumMod val="75000"/>
                    <a:alpha val="15000"/>
                  </a:scheme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Arial"/>
                  </a:rPr>
                  <a:t>2016</a:t>
                </a:r>
              </a:p>
            </p:txBody>
          </p:sp>
        </p:grpSp>
      </p:grpSp>
      <p:grpSp>
        <p:nvGrpSpPr>
          <p:cNvPr id="10" name="Group 9">
            <a:extLst>
              <a:ext uri="{FF2B5EF4-FFF2-40B4-BE49-F238E27FC236}">
                <a16:creationId xmlns:a16="http://schemas.microsoft.com/office/drawing/2014/main" id="{04C61166-E0BD-4443-BE7D-6DF7371E1785}"/>
              </a:ext>
            </a:extLst>
          </p:cNvPr>
          <p:cNvGrpSpPr/>
          <p:nvPr/>
        </p:nvGrpSpPr>
        <p:grpSpPr>
          <a:xfrm>
            <a:off x="5144430" y="1496981"/>
            <a:ext cx="2181611" cy="1382118"/>
            <a:chOff x="5144430" y="1342743"/>
            <a:chExt cx="2181611" cy="1382118"/>
          </a:xfrm>
        </p:grpSpPr>
        <p:sp>
          <p:nvSpPr>
            <p:cNvPr id="89" name="Rectangle 88">
              <a:extLst>
                <a:ext uri="{FF2B5EF4-FFF2-40B4-BE49-F238E27FC236}">
                  <a16:creationId xmlns:a16="http://schemas.microsoft.com/office/drawing/2014/main" id="{1AF4DB7E-5747-4AE4-AAE9-4D041C970727}"/>
                </a:ext>
              </a:extLst>
            </p:cNvPr>
            <p:cNvSpPr/>
            <p:nvPr/>
          </p:nvSpPr>
          <p:spPr>
            <a:xfrm>
              <a:off x="5144430" y="1824615"/>
              <a:ext cx="2181611" cy="900246"/>
            </a:xfrm>
            <a:prstGeom prst="rect">
              <a:avLst/>
            </a:prstGeom>
            <a:noFill/>
            <a:ln>
              <a:noFill/>
            </a:ln>
          </p:spPr>
          <p:txBody>
            <a:bodyPr wrap="square">
              <a:spAutoFit/>
            </a:body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mn-cs"/>
                </a:rPr>
                <a:t>Dentsun Tinculpa quioffi</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mn-cs"/>
                </a:rPr>
                <a:t>CIA DESER unt Molli &amp; Tanimid Estlabor</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DFE3E6"/>
                  </a:solidFill>
                  <a:effectLst/>
                  <a:uLnTx/>
                  <a:uFillTx/>
                  <a:latin typeface="Arial" panose="020B0604020202020204" pitchFamily="34" charset="0"/>
                  <a:ea typeface="+mn-ea"/>
                  <a:cs typeface="+mn-cs"/>
                </a:rPr>
                <a:t>Umcurabi tu-rnonn ULl asi tametnislt</a:t>
              </a:r>
            </a:p>
          </p:txBody>
        </p:sp>
        <p:grpSp>
          <p:nvGrpSpPr>
            <p:cNvPr id="25" name="Group 24">
              <a:extLst>
                <a:ext uri="{FF2B5EF4-FFF2-40B4-BE49-F238E27FC236}">
                  <a16:creationId xmlns:a16="http://schemas.microsoft.com/office/drawing/2014/main" id="{3B243296-0CD9-0153-53F1-E42A808FD56E}"/>
                </a:ext>
              </a:extLst>
            </p:cNvPr>
            <p:cNvGrpSpPr/>
            <p:nvPr/>
          </p:nvGrpSpPr>
          <p:grpSpPr>
            <a:xfrm>
              <a:off x="5241925" y="1342743"/>
              <a:ext cx="2023199" cy="493486"/>
              <a:chOff x="5241925" y="1342743"/>
              <a:chExt cx="2023199" cy="493486"/>
            </a:xfrm>
          </p:grpSpPr>
          <p:sp>
            <p:nvSpPr>
              <p:cNvPr id="16" name="Rectangle: Rounded Corners 15">
                <a:extLst>
                  <a:ext uri="{FF2B5EF4-FFF2-40B4-BE49-F238E27FC236}">
                    <a16:creationId xmlns:a16="http://schemas.microsoft.com/office/drawing/2014/main" id="{274BF074-1EEF-D276-0D47-82049703FC90}"/>
                  </a:ext>
                </a:extLst>
              </p:cNvPr>
              <p:cNvSpPr/>
              <p:nvPr/>
            </p:nvSpPr>
            <p:spPr bwMode="auto">
              <a:xfrm>
                <a:off x="5242754" y="1342743"/>
                <a:ext cx="2022370" cy="262519"/>
              </a:xfrm>
              <a:prstGeom prst="roundRect">
                <a:avLst>
                  <a:gd name="adj" fmla="val 0"/>
                </a:avLst>
              </a:prstGeom>
              <a:solidFill>
                <a:srgbClr val="B2E0FA"/>
              </a:solidFill>
              <a:ln w="6350" cmpd="sng">
                <a:noFill/>
                <a:miter lim="800000"/>
                <a:headEnd/>
                <a:tailEnd/>
              </a:ln>
              <a:effectLst>
                <a:outerShdw blurRad="190500" dist="38100" dir="5400000" algn="t" rotWithShape="0">
                  <a:srgbClr val="7ECAF8">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srgbClr val="262626"/>
                    </a:solidFill>
                    <a:effectLst/>
                    <a:uLnTx/>
                    <a:uFillTx/>
                    <a:latin typeface="Arial" panose="020B0604020202020204" pitchFamily="34" charset="0"/>
                    <a:ea typeface="+mn-ea"/>
                    <a:cs typeface="+mn-cs"/>
                  </a:rPr>
                  <a:t>Empusconv Allisquisac</a:t>
                </a:r>
              </a:p>
            </p:txBody>
          </p:sp>
          <p:sp>
            <p:nvSpPr>
              <p:cNvPr id="18" name="Rectangle: Top Corners Rounded 17">
                <a:extLst>
                  <a:ext uri="{FF2B5EF4-FFF2-40B4-BE49-F238E27FC236}">
                    <a16:creationId xmlns:a16="http://schemas.microsoft.com/office/drawing/2014/main" id="{D007FA4B-94E9-A331-00FE-8CC3F3EB045E}"/>
                  </a:ext>
                </a:extLst>
              </p:cNvPr>
              <p:cNvSpPr/>
              <p:nvPr/>
            </p:nvSpPr>
            <p:spPr bwMode="auto">
              <a:xfrm>
                <a:off x="5241925" y="1607072"/>
                <a:ext cx="2022370" cy="229157"/>
              </a:xfrm>
              <a:prstGeom prst="round2SameRect">
                <a:avLst>
                  <a:gd name="adj1" fmla="val 0"/>
                  <a:gd name="adj2" fmla="val 0"/>
                </a:avLst>
              </a:prstGeom>
              <a:solidFill>
                <a:schemeClr val="bg1">
                  <a:alpha val="20000"/>
                </a:schemeClr>
              </a:solidFill>
              <a:ln w="3175">
                <a:noFill/>
                <a:miter lim="800000"/>
                <a:headEnd/>
                <a:tailEnd/>
              </a:ln>
              <a:effectLst>
                <a:outerShdw blurRad="228600" dist="63500" dir="5400000" algn="t" rotWithShape="0">
                  <a:schemeClr val="accent2">
                    <a:lumMod val="75000"/>
                    <a:alpha val="15000"/>
                  </a:scheme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Arial"/>
                  </a:rPr>
                  <a:t>2019</a:t>
                </a:r>
              </a:p>
            </p:txBody>
          </p:sp>
        </p:grpSp>
      </p:grpSp>
      <p:grpSp>
        <p:nvGrpSpPr>
          <p:cNvPr id="12" name="Group 11">
            <a:extLst>
              <a:ext uri="{FF2B5EF4-FFF2-40B4-BE49-F238E27FC236}">
                <a16:creationId xmlns:a16="http://schemas.microsoft.com/office/drawing/2014/main" id="{8BCA0E48-C99E-C260-6F7C-9D90BB884865}"/>
              </a:ext>
            </a:extLst>
          </p:cNvPr>
          <p:cNvGrpSpPr/>
          <p:nvPr/>
        </p:nvGrpSpPr>
        <p:grpSpPr>
          <a:xfrm>
            <a:off x="7589530" y="765371"/>
            <a:ext cx="2576400" cy="1654954"/>
            <a:chOff x="7512411" y="732320"/>
            <a:chExt cx="2576400" cy="1654954"/>
          </a:xfrm>
        </p:grpSpPr>
        <p:sp>
          <p:nvSpPr>
            <p:cNvPr id="113" name="Rectangle 112">
              <a:extLst>
                <a:ext uri="{FF2B5EF4-FFF2-40B4-BE49-F238E27FC236}">
                  <a16:creationId xmlns:a16="http://schemas.microsoft.com/office/drawing/2014/main" id="{92BA9F46-8C4F-40DD-93E7-EF13D97F54B8}"/>
                </a:ext>
              </a:extLst>
            </p:cNvPr>
            <p:cNvSpPr/>
            <p:nvPr/>
          </p:nvSpPr>
          <p:spPr>
            <a:xfrm>
              <a:off x="7512411" y="1279278"/>
              <a:ext cx="2576400" cy="1107996"/>
            </a:xfrm>
            <a:prstGeom prst="rect">
              <a:avLst/>
            </a:prstGeom>
            <a:noFill/>
            <a:ln>
              <a:noFill/>
            </a:ln>
          </p:spPr>
          <p:txBody>
            <a:bodyPr wrap="square">
              <a:spAutoFit/>
            </a:bodyPr>
            <a:lstStyle/>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DFE3E6"/>
                  </a:solidFill>
                  <a:effectLst/>
                  <a:uLnTx/>
                  <a:uFillTx/>
                  <a:latin typeface="Arial" panose="020B0604020202020204" pitchFamily="34" charset="0"/>
                  <a:ea typeface="+mn-ea"/>
                  <a:cs typeface="+mn-cs"/>
                </a:rPr>
                <a:t>Lectuspe ll EN tesquei</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DFE3E6"/>
                  </a:solidFill>
                  <a:effectLst/>
                  <a:uLnTx/>
                  <a:uFillTx/>
                  <a:latin typeface="Arial" panose="020B0604020202020204" pitchFamily="34" charset="0"/>
                  <a:ea typeface="+mn-ea"/>
                  <a:cs typeface="+mn-cs"/>
                </a:rPr>
                <a:t>Nipsumid Orci portadapib usv ivamussus cip I2T tortoreg </a:t>
              </a: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DFE3E6"/>
                  </a:solidFill>
                  <a:effectLst/>
                  <a:uLnTx/>
                  <a:uFillTx/>
                  <a:latin typeface="Arial" panose="020B0604020202020204" pitchFamily="34" charset="0"/>
                  <a:ea typeface="+mn-ea"/>
                  <a:cs typeface="+mn-cs"/>
                </a:rPr>
                <a:t>Etfelisport Titorvo Lutpatc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DFE3E6"/>
                </a:solidFill>
                <a:effectLst/>
                <a:uLnTx/>
                <a:uFillTx/>
                <a:latin typeface="Arial" panose="020B0604020202020204" pitchFamily="34" charset="0"/>
                <a:ea typeface="+mn-ea"/>
                <a:cs typeface="+mn-cs"/>
              </a:endParaRPr>
            </a:p>
            <a:p>
              <a:pPr marL="114300" marR="0" lvl="0" indent="-1143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DFE3E6"/>
                </a:solidFill>
                <a:effectLst/>
                <a:uLnTx/>
                <a:uFillTx/>
                <a:latin typeface="Arial" panose="020B0604020202020204" pitchFamily="34" charset="0"/>
                <a:ea typeface="+mn-ea"/>
                <a:cs typeface="+mn-cs"/>
              </a:endParaRPr>
            </a:p>
          </p:txBody>
        </p:sp>
        <p:grpSp>
          <p:nvGrpSpPr>
            <p:cNvPr id="26" name="Group 25">
              <a:extLst>
                <a:ext uri="{FF2B5EF4-FFF2-40B4-BE49-F238E27FC236}">
                  <a16:creationId xmlns:a16="http://schemas.microsoft.com/office/drawing/2014/main" id="{5597D88C-A1A6-43A5-8ED3-FFD3CB634949}"/>
                </a:ext>
              </a:extLst>
            </p:cNvPr>
            <p:cNvGrpSpPr/>
            <p:nvPr/>
          </p:nvGrpSpPr>
          <p:grpSpPr>
            <a:xfrm>
              <a:off x="7642537" y="732320"/>
              <a:ext cx="2023199" cy="526848"/>
              <a:chOff x="7642537" y="732320"/>
              <a:chExt cx="2023199" cy="526848"/>
            </a:xfrm>
          </p:grpSpPr>
          <p:sp>
            <p:nvSpPr>
              <p:cNvPr id="20" name="Rectangle: Rounded Corners 19">
                <a:extLst>
                  <a:ext uri="{FF2B5EF4-FFF2-40B4-BE49-F238E27FC236}">
                    <a16:creationId xmlns:a16="http://schemas.microsoft.com/office/drawing/2014/main" id="{E3EA26C9-CD0F-7D1D-30EE-18BC9B4B77DA}"/>
                  </a:ext>
                </a:extLst>
              </p:cNvPr>
              <p:cNvSpPr/>
              <p:nvPr/>
            </p:nvSpPr>
            <p:spPr bwMode="auto">
              <a:xfrm>
                <a:off x="7643366" y="732320"/>
                <a:ext cx="2022370" cy="262519"/>
              </a:xfrm>
              <a:prstGeom prst="roundRect">
                <a:avLst>
                  <a:gd name="adj" fmla="val 0"/>
                </a:avLst>
              </a:prstGeom>
              <a:solidFill>
                <a:srgbClr val="4FB7F6"/>
              </a:solidFill>
              <a:ln w="9525">
                <a:noFill/>
                <a:miter lim="800000"/>
                <a:headEnd/>
                <a:tailEnd/>
              </a:ln>
              <a:effectLst>
                <a:outerShdw blurRad="190500" dist="38100" dir="5400000" algn="t" rotWithShape="0">
                  <a:srgbClr val="459FED">
                    <a:alpha val="20000"/>
                  </a:srgb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mn-cs"/>
                  </a:rPr>
                  <a:t>Rasultr Iciesl</a:t>
                </a:r>
              </a:p>
            </p:txBody>
          </p:sp>
          <p:sp>
            <p:nvSpPr>
              <p:cNvPr id="22" name="Rectangle: Top Corners Rounded 21">
                <a:extLst>
                  <a:ext uri="{FF2B5EF4-FFF2-40B4-BE49-F238E27FC236}">
                    <a16:creationId xmlns:a16="http://schemas.microsoft.com/office/drawing/2014/main" id="{203489CA-336D-68D0-DBB9-8E81E5434435}"/>
                  </a:ext>
                </a:extLst>
              </p:cNvPr>
              <p:cNvSpPr/>
              <p:nvPr/>
            </p:nvSpPr>
            <p:spPr bwMode="auto">
              <a:xfrm>
                <a:off x="7642537" y="996649"/>
                <a:ext cx="2022370" cy="262519"/>
              </a:xfrm>
              <a:prstGeom prst="round2SameRect">
                <a:avLst>
                  <a:gd name="adj1" fmla="val 0"/>
                  <a:gd name="adj2" fmla="val 0"/>
                </a:avLst>
              </a:prstGeom>
              <a:solidFill>
                <a:schemeClr val="bg1">
                  <a:alpha val="20000"/>
                </a:schemeClr>
              </a:solidFill>
              <a:ln w="3175">
                <a:noFill/>
                <a:miter lim="800000"/>
                <a:headEnd/>
                <a:tailEnd/>
              </a:ln>
              <a:effectLst>
                <a:outerShdw blurRad="228600" dist="63500" dir="5400000" algn="t" rotWithShape="0">
                  <a:schemeClr val="accent2">
                    <a:lumMod val="75000"/>
                    <a:alpha val="15000"/>
                  </a:schemeClr>
                </a:outerShdw>
              </a:effectLst>
            </p:spPr>
            <p:txBody>
              <a:bodyPr wrap="square"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100" b="1" i="1" u="none" strike="noStrike" kern="1200" cap="none" spc="0" normalizeH="0" baseline="0" noProof="0">
                    <a:ln>
                      <a:noFill/>
                    </a:ln>
                    <a:solidFill>
                      <a:prstClr val="white"/>
                    </a:solidFill>
                    <a:effectLst/>
                    <a:uLnTx/>
                    <a:uFillTx/>
                    <a:latin typeface="Arial" panose="020B0604020202020204" pitchFamily="34" charset="0"/>
                    <a:ea typeface="+mn-ea"/>
                    <a:cs typeface="Arial"/>
                  </a:rPr>
                  <a:t>2021-2023</a:t>
                </a:r>
              </a:p>
            </p:txBody>
          </p:sp>
        </p:grpSp>
      </p:grpSp>
      <p:grpSp>
        <p:nvGrpSpPr>
          <p:cNvPr id="29" name="Group 28">
            <a:extLst>
              <a:ext uri="{FF2B5EF4-FFF2-40B4-BE49-F238E27FC236}">
                <a16:creationId xmlns:a16="http://schemas.microsoft.com/office/drawing/2014/main" id="{494BC87B-09CA-0A21-6607-440A89B9E554}"/>
              </a:ext>
            </a:extLst>
          </p:cNvPr>
          <p:cNvGrpSpPr/>
          <p:nvPr/>
        </p:nvGrpSpPr>
        <p:grpSpPr>
          <a:xfrm>
            <a:off x="2887317" y="4902149"/>
            <a:ext cx="9051808" cy="1747639"/>
            <a:chOff x="2887317" y="4902149"/>
            <a:chExt cx="9051808" cy="1747639"/>
          </a:xfrm>
        </p:grpSpPr>
        <p:sp>
          <p:nvSpPr>
            <p:cNvPr id="45" name="Rectangle 44">
              <a:extLst>
                <a:ext uri="{FF2B5EF4-FFF2-40B4-BE49-F238E27FC236}">
                  <a16:creationId xmlns:a16="http://schemas.microsoft.com/office/drawing/2014/main" id="{806ACEBE-FF07-9592-4857-3421A7D9E8ED}"/>
                </a:ext>
              </a:extLst>
            </p:cNvPr>
            <p:cNvSpPr/>
            <p:nvPr/>
          </p:nvSpPr>
          <p:spPr>
            <a:xfrm>
              <a:off x="6316860" y="4902149"/>
              <a:ext cx="5611953" cy="338554"/>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200" b="1" i="0" u="none" strike="noStrike" kern="0" cap="none" spc="0" normalizeH="0" baseline="0" noProof="0">
                  <a:ln>
                    <a:noFill/>
                  </a:ln>
                  <a:solidFill>
                    <a:prstClr val="white"/>
                  </a:solidFill>
                  <a:effectLst/>
                  <a:uLnTx/>
                  <a:uFillTx/>
                  <a:latin typeface="Arial" panose="020B0604020202020204" pitchFamily="34" charset="0"/>
                  <a:ea typeface="+mn-ea"/>
                  <a:cs typeface="Arial"/>
                </a:rPr>
                <a:t>Igulased </a:t>
              </a: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a:rPr>
                <a:t>98% magnadict UM </a:t>
              </a:r>
              <a:r>
                <a:rPr kumimoji="0" lang="en-US" sz="1200" b="1" i="0" u="none" strike="noStrike" kern="0" cap="none" spc="0" normalizeH="0" baseline="0" noProof="0">
                  <a:ln>
                    <a:noFill/>
                  </a:ln>
                  <a:solidFill>
                    <a:prstClr val="white"/>
                  </a:solidFill>
                  <a:effectLst/>
                  <a:uLnTx/>
                  <a:uFillTx/>
                  <a:latin typeface="Arial" panose="020B0604020202020204" pitchFamily="34" charset="0"/>
                  <a:ea typeface="+mn-ea"/>
                  <a:cs typeface="Arial"/>
                </a:rPr>
                <a:t>portalorem </a:t>
              </a:r>
            </a:p>
          </p:txBody>
        </p:sp>
        <p:sp>
          <p:nvSpPr>
            <p:cNvPr id="47" name="Rectangle 46">
              <a:extLst>
                <a:ext uri="{FF2B5EF4-FFF2-40B4-BE49-F238E27FC236}">
                  <a16:creationId xmlns:a16="http://schemas.microsoft.com/office/drawing/2014/main" id="{282B6E22-111A-6D0B-9D8F-1FD69DC1835B}"/>
                </a:ext>
              </a:extLst>
            </p:cNvPr>
            <p:cNvSpPr/>
            <p:nvPr/>
          </p:nvSpPr>
          <p:spPr>
            <a:xfrm>
              <a:off x="6316860" y="5361726"/>
              <a:ext cx="5622265" cy="338554"/>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200" b="1" i="0" u="none" strike="noStrike" kern="0" cap="none" spc="0" normalizeH="0" baseline="0" noProof="0">
                  <a:ln>
                    <a:noFill/>
                  </a:ln>
                  <a:solidFill>
                    <a:prstClr val="white"/>
                  </a:solidFill>
                  <a:effectLst/>
                  <a:uLnTx/>
                  <a:uFillTx/>
                  <a:latin typeface="Arial" panose="020B0604020202020204" pitchFamily="34" charset="0"/>
                  <a:ea typeface="+mn-ea"/>
                  <a:cs typeface="Arial"/>
                </a:rPr>
                <a:t>Ipsumdol orsitametc onse ctet</a:t>
              </a: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a:rPr>
                <a:t> 50% URA dipiscing</a:t>
              </a:r>
            </a:p>
          </p:txBody>
        </p:sp>
        <p:sp>
          <p:nvSpPr>
            <p:cNvPr id="48" name="Rectangle 47">
              <a:extLst>
                <a:ext uri="{FF2B5EF4-FFF2-40B4-BE49-F238E27FC236}">
                  <a16:creationId xmlns:a16="http://schemas.microsoft.com/office/drawing/2014/main" id="{E37AD190-C069-832A-8D7A-B1E532AE0F03}"/>
                </a:ext>
              </a:extLst>
            </p:cNvPr>
            <p:cNvSpPr/>
            <p:nvPr/>
          </p:nvSpPr>
          <p:spPr>
            <a:xfrm>
              <a:off x="6316860" y="6311234"/>
              <a:ext cx="5520164" cy="338554"/>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200" b="1" i="0" u="none" strike="noStrike" kern="0" cap="none" spc="0" normalizeH="0" baseline="0" noProof="0">
                  <a:ln>
                    <a:noFill/>
                  </a:ln>
                  <a:solidFill>
                    <a:prstClr val="white"/>
                  </a:solidFill>
                  <a:effectLst/>
                  <a:uLnTx/>
                  <a:uFillTx/>
                  <a:latin typeface="Arial" panose="020B0604020202020204" pitchFamily="34" charset="0"/>
                  <a:ea typeface="+mn-ea"/>
                  <a:cs typeface="Arial"/>
                </a:rPr>
                <a:t>Elitsedd </a:t>
              </a: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a:rPr>
                <a:t>Oeiu Smodtempor</a:t>
              </a:r>
            </a:p>
          </p:txBody>
        </p:sp>
        <p:sp>
          <p:nvSpPr>
            <p:cNvPr id="49" name="Rectangle 48">
              <a:extLst>
                <a:ext uri="{FF2B5EF4-FFF2-40B4-BE49-F238E27FC236}">
                  <a16:creationId xmlns:a16="http://schemas.microsoft.com/office/drawing/2014/main" id="{7C627AB6-6EA5-24D7-B7A7-E0C01A87F5B9}"/>
                </a:ext>
              </a:extLst>
            </p:cNvPr>
            <p:cNvSpPr/>
            <p:nvPr/>
          </p:nvSpPr>
          <p:spPr>
            <a:xfrm>
              <a:off x="6316860" y="5878516"/>
              <a:ext cx="5622265" cy="338554"/>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200" b="1" i="0" u="none" strike="noStrike" kern="0" cap="none" spc="0" normalizeH="0" baseline="0" noProof="0">
                  <a:ln>
                    <a:noFill/>
                  </a:ln>
                  <a:solidFill>
                    <a:prstClr val="white"/>
                  </a:solidFill>
                  <a:effectLst/>
                  <a:uLnTx/>
                  <a:uFillTx/>
                  <a:latin typeface="Arial" panose="020B0604020202020204" pitchFamily="34" charset="0"/>
                  <a:ea typeface="+mn-ea"/>
                  <a:cs typeface="Arial"/>
                </a:rPr>
                <a:t>Incidid Untutlab oree tdolo rema </a:t>
              </a: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a:rPr>
                <a:t>$200gn aa liquaut</a:t>
              </a:r>
            </a:p>
          </p:txBody>
        </p:sp>
        <p:sp>
          <p:nvSpPr>
            <p:cNvPr id="50" name="Rectangle: Rounded Corners 49">
              <a:extLst>
                <a:ext uri="{FF2B5EF4-FFF2-40B4-BE49-F238E27FC236}">
                  <a16:creationId xmlns:a16="http://schemas.microsoft.com/office/drawing/2014/main" id="{5367C8C3-3857-455E-3E56-73A1796B4951}"/>
                </a:ext>
              </a:extLst>
            </p:cNvPr>
            <p:cNvSpPr/>
            <p:nvPr/>
          </p:nvSpPr>
          <p:spPr bwMode="auto">
            <a:xfrm>
              <a:off x="2887317" y="6202958"/>
              <a:ext cx="1947862" cy="306878"/>
            </a:xfrm>
            <a:prstGeom prst="roundRect">
              <a:avLst>
                <a:gd name="adj" fmla="val 2069226"/>
              </a:avLst>
            </a:prstGeom>
            <a:solidFill>
              <a:srgbClr val="FCA523"/>
            </a:solidFill>
            <a:ln w="6350" cmpd="sng">
              <a:solidFill>
                <a:schemeClr val="bg1"/>
              </a:solidFill>
              <a:miter lim="800000"/>
              <a:headEnd/>
              <a:tailEnd/>
            </a:ln>
            <a:effectLst>
              <a:outerShdw blurRad="190500" dist="38100" dir="5400000" rotWithShape="0">
                <a:srgbClr val="E38803">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latin typeface="Arial" panose="020B0604020202020204" pitchFamily="34" charset="0"/>
                  <a:ea typeface="+mn-ea"/>
                  <a:cs typeface="Arial"/>
                </a:rPr>
                <a:t>Eni Madminim Veniamqu</a:t>
              </a:r>
            </a:p>
          </p:txBody>
        </p:sp>
        <p:cxnSp>
          <p:nvCxnSpPr>
            <p:cNvPr id="51" name="Straight Connector 50">
              <a:extLst>
                <a:ext uri="{FF2B5EF4-FFF2-40B4-BE49-F238E27FC236}">
                  <a16:creationId xmlns:a16="http://schemas.microsoft.com/office/drawing/2014/main" id="{AE50CD58-7A79-E3BA-0DF4-66AAE237BDB3}"/>
                </a:ext>
              </a:extLst>
            </p:cNvPr>
            <p:cNvCxnSpPr>
              <a:cxnSpLocks/>
            </p:cNvCxnSpPr>
            <p:nvPr/>
          </p:nvCxnSpPr>
          <p:spPr bwMode="auto">
            <a:xfrm>
              <a:off x="4831667" y="6365234"/>
              <a:ext cx="315962" cy="0"/>
            </a:xfrm>
            <a:prstGeom prst="line">
              <a:avLst/>
            </a:prstGeom>
            <a:noFill/>
            <a:ln w="12700" cap="flat" cmpd="sng" algn="ctr">
              <a:solidFill>
                <a:schemeClr val="bg1">
                  <a:lumMod val="85000"/>
                </a:schemeClr>
              </a:solidFill>
              <a:prstDash val="solid"/>
              <a:round/>
              <a:headEnd type="oval" w="sm" len="sm"/>
              <a:tailEnd type="none" w="sm" len="sm"/>
            </a:ln>
            <a:effectLst/>
          </p:spPr>
        </p:cxnSp>
        <p:grpSp>
          <p:nvGrpSpPr>
            <p:cNvPr id="52" name="Group 51">
              <a:extLst>
                <a:ext uri="{FF2B5EF4-FFF2-40B4-BE49-F238E27FC236}">
                  <a16:creationId xmlns:a16="http://schemas.microsoft.com/office/drawing/2014/main" id="{EEAF4882-1355-2EAE-2639-C3E4DABFF587}"/>
                </a:ext>
              </a:extLst>
            </p:cNvPr>
            <p:cNvGrpSpPr/>
            <p:nvPr/>
          </p:nvGrpSpPr>
          <p:grpSpPr>
            <a:xfrm>
              <a:off x="5133332" y="5078083"/>
              <a:ext cx="864151" cy="1431753"/>
              <a:chOff x="5283244" y="5168900"/>
              <a:chExt cx="1162313" cy="1431753"/>
            </a:xfrm>
          </p:grpSpPr>
          <p:sp>
            <p:nvSpPr>
              <p:cNvPr id="53" name="Freeform: Shape 52">
                <a:extLst>
                  <a:ext uri="{FF2B5EF4-FFF2-40B4-BE49-F238E27FC236}">
                    <a16:creationId xmlns:a16="http://schemas.microsoft.com/office/drawing/2014/main" id="{78CF8D94-AD30-B4D3-5FAD-71A42E1E70B3}"/>
                  </a:ext>
                </a:extLst>
              </p:cNvPr>
              <p:cNvSpPr/>
              <p:nvPr/>
            </p:nvSpPr>
            <p:spPr bwMode="auto">
              <a:xfrm flipH="1" flipV="1">
                <a:off x="5283248" y="5168900"/>
                <a:ext cx="1162309" cy="1291912"/>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chemeClr val="bg1">
                    <a:lumMod val="85000"/>
                  </a:schemeClr>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4" name="Freeform: Shape 53">
                <a:extLst>
                  <a:ext uri="{FF2B5EF4-FFF2-40B4-BE49-F238E27FC236}">
                    <a16:creationId xmlns:a16="http://schemas.microsoft.com/office/drawing/2014/main" id="{AE0B0EB8-46D7-2E7D-DB58-E9BA03F0914A}"/>
                  </a:ext>
                </a:extLst>
              </p:cNvPr>
              <p:cNvSpPr/>
              <p:nvPr/>
            </p:nvSpPr>
            <p:spPr bwMode="auto">
              <a:xfrm flipH="1" flipV="1">
                <a:off x="5283246" y="5635624"/>
                <a:ext cx="1162309" cy="8251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chemeClr val="bg1">
                    <a:lumMod val="85000"/>
                  </a:schemeClr>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5" name="Freeform: Shape 54">
                <a:extLst>
                  <a:ext uri="{FF2B5EF4-FFF2-40B4-BE49-F238E27FC236}">
                    <a16:creationId xmlns:a16="http://schemas.microsoft.com/office/drawing/2014/main" id="{4E54CC0D-6247-A1DC-FF81-EF3389AEC19F}"/>
                  </a:ext>
                </a:extLst>
              </p:cNvPr>
              <p:cNvSpPr/>
              <p:nvPr/>
            </p:nvSpPr>
            <p:spPr bwMode="auto">
              <a:xfrm flipH="1" flipV="1">
                <a:off x="5283245" y="6076863"/>
                <a:ext cx="1162309" cy="383947"/>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chemeClr val="bg1">
                    <a:lumMod val="85000"/>
                  </a:schemeClr>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0" name="Freeform: Shape 59">
                <a:extLst>
                  <a:ext uri="{FF2B5EF4-FFF2-40B4-BE49-F238E27FC236}">
                    <a16:creationId xmlns:a16="http://schemas.microsoft.com/office/drawing/2014/main" id="{7A7EF1C6-9ED5-63EB-54F3-E47CE338F8BB}"/>
                  </a:ext>
                </a:extLst>
              </p:cNvPr>
              <p:cNvSpPr/>
              <p:nvPr/>
            </p:nvSpPr>
            <p:spPr bwMode="auto">
              <a:xfrm flipH="1">
                <a:off x="5283244" y="6460270"/>
                <a:ext cx="1162308" cy="140383"/>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chemeClr val="bg1">
                    <a:lumMod val="85000"/>
                  </a:schemeClr>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sp>
          <p:nvSpPr>
            <p:cNvPr id="61" name="Freeform 141">
              <a:extLst>
                <a:ext uri="{FF2B5EF4-FFF2-40B4-BE49-F238E27FC236}">
                  <a16:creationId xmlns:a16="http://schemas.microsoft.com/office/drawing/2014/main" id="{C7692AC6-776F-A03E-6BA9-C4AAFD5B2466}"/>
                </a:ext>
              </a:extLst>
            </p:cNvPr>
            <p:cNvSpPr>
              <a:spLocks noEditPoints="1"/>
            </p:cNvSpPr>
            <p:nvPr/>
          </p:nvSpPr>
          <p:spPr bwMode="auto">
            <a:xfrm>
              <a:off x="6083447" y="4959724"/>
              <a:ext cx="238169" cy="270017"/>
            </a:xfrm>
            <a:custGeom>
              <a:avLst/>
              <a:gdLst>
                <a:gd name="T0" fmla="*/ 126 w 198"/>
                <a:gd name="T1" fmla="*/ 124 h 226"/>
                <a:gd name="T2" fmla="*/ 73 w 198"/>
                <a:gd name="T3" fmla="*/ 102 h 226"/>
                <a:gd name="T4" fmla="*/ 91 w 198"/>
                <a:gd name="T5" fmla="*/ 93 h 226"/>
                <a:gd name="T6" fmla="*/ 108 w 198"/>
                <a:gd name="T7" fmla="*/ 133 h 226"/>
                <a:gd name="T8" fmla="*/ 198 w 198"/>
                <a:gd name="T9" fmla="*/ 113 h 226"/>
                <a:gd name="T10" fmla="*/ 107 w 198"/>
                <a:gd name="T11" fmla="*/ 225 h 226"/>
                <a:gd name="T12" fmla="*/ 87 w 198"/>
                <a:gd name="T13" fmla="*/ 206 h 226"/>
                <a:gd name="T14" fmla="*/ 108 w 198"/>
                <a:gd name="T15" fmla="*/ 194 h 226"/>
                <a:gd name="T16" fmla="*/ 191 w 198"/>
                <a:gd name="T17" fmla="*/ 113 h 226"/>
                <a:gd name="T18" fmla="*/ 77 w 198"/>
                <a:gd name="T19" fmla="*/ 178 h 226"/>
                <a:gd name="T20" fmla="*/ 107 w 198"/>
                <a:gd name="T21" fmla="*/ 168 h 226"/>
                <a:gd name="T22" fmla="*/ 130 w 198"/>
                <a:gd name="T23" fmla="*/ 175 h 226"/>
                <a:gd name="T24" fmla="*/ 134 w 198"/>
                <a:gd name="T25" fmla="*/ 157 h 226"/>
                <a:gd name="T26" fmla="*/ 162 w 198"/>
                <a:gd name="T27" fmla="*/ 144 h 226"/>
                <a:gd name="T28" fmla="*/ 155 w 198"/>
                <a:gd name="T29" fmla="*/ 121 h 226"/>
                <a:gd name="T30" fmla="*/ 160 w 198"/>
                <a:gd name="T31" fmla="*/ 103 h 226"/>
                <a:gd name="T32" fmla="*/ 150 w 198"/>
                <a:gd name="T33" fmla="*/ 77 h 226"/>
                <a:gd name="T34" fmla="*/ 133 w 198"/>
                <a:gd name="T35" fmla="*/ 68 h 226"/>
                <a:gd name="T36" fmla="*/ 122 w 198"/>
                <a:gd name="T37" fmla="*/ 47 h 226"/>
                <a:gd name="T38" fmla="*/ 92 w 198"/>
                <a:gd name="T39" fmla="*/ 57 h 226"/>
                <a:gd name="T40" fmla="*/ 69 w 198"/>
                <a:gd name="T41" fmla="*/ 51 h 226"/>
                <a:gd name="T42" fmla="*/ 65 w 198"/>
                <a:gd name="T43" fmla="*/ 68 h 226"/>
                <a:gd name="T44" fmla="*/ 37 w 198"/>
                <a:gd name="T45" fmla="*/ 82 h 226"/>
                <a:gd name="T46" fmla="*/ 44 w 198"/>
                <a:gd name="T47" fmla="*/ 105 h 226"/>
                <a:gd name="T48" fmla="*/ 39 w 198"/>
                <a:gd name="T49" fmla="*/ 123 h 226"/>
                <a:gd name="T50" fmla="*/ 49 w 198"/>
                <a:gd name="T51" fmla="*/ 149 h 226"/>
                <a:gd name="T52" fmla="*/ 66 w 198"/>
                <a:gd name="T53" fmla="*/ 158 h 226"/>
                <a:gd name="T54" fmla="*/ 54 w 198"/>
                <a:gd name="T55" fmla="*/ 138 h 226"/>
                <a:gd name="T56" fmla="*/ 40 w 198"/>
                <a:gd name="T57" fmla="*/ 130 h 226"/>
                <a:gd name="T58" fmla="*/ 51 w 198"/>
                <a:gd name="T59" fmla="*/ 103 h 226"/>
                <a:gd name="T60" fmla="*/ 40 w 198"/>
                <a:gd name="T61" fmla="*/ 93 h 226"/>
                <a:gd name="T62" fmla="*/ 54 w 198"/>
                <a:gd name="T63" fmla="*/ 87 h 226"/>
                <a:gd name="T64" fmla="*/ 70 w 198"/>
                <a:gd name="T65" fmla="*/ 60 h 226"/>
                <a:gd name="T66" fmla="*/ 83 w 198"/>
                <a:gd name="T67" fmla="*/ 55 h 226"/>
                <a:gd name="T68" fmla="*/ 113 w 198"/>
                <a:gd name="T69" fmla="*/ 63 h 226"/>
                <a:gd name="T70" fmla="*/ 128 w 198"/>
                <a:gd name="T71" fmla="*/ 57 h 226"/>
                <a:gd name="T72" fmla="*/ 127 w 198"/>
                <a:gd name="T73" fmla="*/ 72 h 226"/>
                <a:gd name="T74" fmla="*/ 155 w 198"/>
                <a:gd name="T75" fmla="*/ 85 h 226"/>
                <a:gd name="T76" fmla="*/ 147 w 198"/>
                <a:gd name="T77" fmla="*/ 103 h 226"/>
                <a:gd name="T78" fmla="*/ 159 w 198"/>
                <a:gd name="T79" fmla="*/ 131 h 226"/>
                <a:gd name="T80" fmla="*/ 153 w 198"/>
                <a:gd name="T81" fmla="*/ 142 h 226"/>
                <a:gd name="T82" fmla="*/ 125 w 198"/>
                <a:gd name="T83" fmla="*/ 158 h 226"/>
                <a:gd name="T84" fmla="*/ 119 w 198"/>
                <a:gd name="T85" fmla="*/ 172 h 226"/>
                <a:gd name="T86" fmla="*/ 109 w 198"/>
                <a:gd name="T87" fmla="*/ 161 h 226"/>
                <a:gd name="T88" fmla="*/ 81 w 198"/>
                <a:gd name="T89" fmla="*/ 172 h 226"/>
                <a:gd name="T90" fmla="*/ 70 w 198"/>
                <a:gd name="T91" fmla="*/ 166 h 226"/>
                <a:gd name="T92" fmla="*/ 0 w 198"/>
                <a:gd name="T93" fmla="*/ 113 h 226"/>
                <a:gd name="T94" fmla="*/ 92 w 198"/>
                <a:gd name="T95" fmla="*/ 1 h 226"/>
                <a:gd name="T96" fmla="*/ 112 w 198"/>
                <a:gd name="T97" fmla="*/ 20 h 226"/>
                <a:gd name="T98" fmla="*/ 92 w 198"/>
                <a:gd name="T99" fmla="*/ 29 h 226"/>
                <a:gd name="T100" fmla="*/ 4 w 198"/>
                <a:gd name="T101" fmla="*/ 116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98" h="226">
                  <a:moveTo>
                    <a:pt x="99" y="141"/>
                  </a:moveTo>
                  <a:cubicBezTo>
                    <a:pt x="103" y="141"/>
                    <a:pt x="107" y="141"/>
                    <a:pt x="110" y="139"/>
                  </a:cubicBezTo>
                  <a:cubicBezTo>
                    <a:pt x="110" y="139"/>
                    <a:pt x="110" y="139"/>
                    <a:pt x="110" y="139"/>
                  </a:cubicBezTo>
                  <a:cubicBezTo>
                    <a:pt x="117" y="136"/>
                    <a:pt x="123" y="131"/>
                    <a:pt x="126" y="124"/>
                  </a:cubicBezTo>
                  <a:cubicBezTo>
                    <a:pt x="129" y="117"/>
                    <a:pt x="129" y="109"/>
                    <a:pt x="126" y="102"/>
                  </a:cubicBezTo>
                  <a:cubicBezTo>
                    <a:pt x="121" y="91"/>
                    <a:pt x="111" y="84"/>
                    <a:pt x="99" y="84"/>
                  </a:cubicBezTo>
                  <a:cubicBezTo>
                    <a:pt x="96" y="84"/>
                    <a:pt x="92" y="85"/>
                    <a:pt x="89" y="86"/>
                  </a:cubicBezTo>
                  <a:cubicBezTo>
                    <a:pt x="81" y="89"/>
                    <a:pt x="76" y="95"/>
                    <a:pt x="73" y="102"/>
                  </a:cubicBezTo>
                  <a:cubicBezTo>
                    <a:pt x="70" y="109"/>
                    <a:pt x="70" y="117"/>
                    <a:pt x="73" y="124"/>
                  </a:cubicBezTo>
                  <a:cubicBezTo>
                    <a:pt x="78" y="134"/>
                    <a:pt x="88" y="141"/>
                    <a:pt x="99" y="141"/>
                  </a:cubicBezTo>
                  <a:close/>
                  <a:moveTo>
                    <a:pt x="80" y="105"/>
                  </a:moveTo>
                  <a:cubicBezTo>
                    <a:pt x="82" y="99"/>
                    <a:pt x="86" y="95"/>
                    <a:pt x="91" y="93"/>
                  </a:cubicBezTo>
                  <a:cubicBezTo>
                    <a:pt x="94" y="92"/>
                    <a:pt x="97" y="91"/>
                    <a:pt x="99" y="91"/>
                  </a:cubicBezTo>
                  <a:cubicBezTo>
                    <a:pt x="108" y="91"/>
                    <a:pt x="116" y="97"/>
                    <a:pt x="119" y="105"/>
                  </a:cubicBezTo>
                  <a:cubicBezTo>
                    <a:pt x="121" y="110"/>
                    <a:pt x="121" y="116"/>
                    <a:pt x="119" y="121"/>
                  </a:cubicBezTo>
                  <a:cubicBezTo>
                    <a:pt x="117" y="126"/>
                    <a:pt x="113" y="130"/>
                    <a:pt x="108" y="133"/>
                  </a:cubicBezTo>
                  <a:cubicBezTo>
                    <a:pt x="105" y="134"/>
                    <a:pt x="102" y="134"/>
                    <a:pt x="99" y="134"/>
                  </a:cubicBezTo>
                  <a:cubicBezTo>
                    <a:pt x="91" y="134"/>
                    <a:pt x="83" y="129"/>
                    <a:pt x="80" y="121"/>
                  </a:cubicBezTo>
                  <a:cubicBezTo>
                    <a:pt x="78" y="116"/>
                    <a:pt x="78" y="110"/>
                    <a:pt x="80" y="105"/>
                  </a:cubicBezTo>
                  <a:close/>
                  <a:moveTo>
                    <a:pt x="198" y="113"/>
                  </a:moveTo>
                  <a:cubicBezTo>
                    <a:pt x="198" y="167"/>
                    <a:pt x="155" y="211"/>
                    <a:pt x="101" y="212"/>
                  </a:cubicBezTo>
                  <a:cubicBezTo>
                    <a:pt x="99" y="212"/>
                    <a:pt x="99" y="212"/>
                    <a:pt x="99" y="212"/>
                  </a:cubicBezTo>
                  <a:cubicBezTo>
                    <a:pt x="107" y="220"/>
                    <a:pt x="107" y="220"/>
                    <a:pt x="107" y="220"/>
                  </a:cubicBezTo>
                  <a:cubicBezTo>
                    <a:pt x="108" y="221"/>
                    <a:pt x="108" y="223"/>
                    <a:pt x="107" y="225"/>
                  </a:cubicBezTo>
                  <a:cubicBezTo>
                    <a:pt x="105" y="226"/>
                    <a:pt x="103" y="226"/>
                    <a:pt x="101" y="225"/>
                  </a:cubicBezTo>
                  <a:cubicBezTo>
                    <a:pt x="87" y="211"/>
                    <a:pt x="87" y="211"/>
                    <a:pt x="87" y="211"/>
                  </a:cubicBezTo>
                  <a:cubicBezTo>
                    <a:pt x="87" y="210"/>
                    <a:pt x="86" y="209"/>
                    <a:pt x="86" y="208"/>
                  </a:cubicBezTo>
                  <a:cubicBezTo>
                    <a:pt x="86" y="207"/>
                    <a:pt x="87" y="206"/>
                    <a:pt x="87" y="206"/>
                  </a:cubicBezTo>
                  <a:cubicBezTo>
                    <a:pt x="101" y="191"/>
                    <a:pt x="101" y="191"/>
                    <a:pt x="101" y="191"/>
                  </a:cubicBezTo>
                  <a:cubicBezTo>
                    <a:pt x="102" y="191"/>
                    <a:pt x="103" y="190"/>
                    <a:pt x="104" y="190"/>
                  </a:cubicBezTo>
                  <a:cubicBezTo>
                    <a:pt x="105" y="190"/>
                    <a:pt x="106" y="191"/>
                    <a:pt x="107" y="191"/>
                  </a:cubicBezTo>
                  <a:cubicBezTo>
                    <a:pt x="107" y="192"/>
                    <a:pt x="108" y="193"/>
                    <a:pt x="108" y="194"/>
                  </a:cubicBezTo>
                  <a:cubicBezTo>
                    <a:pt x="108" y="195"/>
                    <a:pt x="107" y="196"/>
                    <a:pt x="107" y="197"/>
                  </a:cubicBezTo>
                  <a:cubicBezTo>
                    <a:pt x="98" y="205"/>
                    <a:pt x="98" y="205"/>
                    <a:pt x="98" y="205"/>
                  </a:cubicBezTo>
                  <a:cubicBezTo>
                    <a:pt x="101" y="204"/>
                    <a:pt x="101" y="204"/>
                    <a:pt x="101" y="204"/>
                  </a:cubicBezTo>
                  <a:cubicBezTo>
                    <a:pt x="151" y="204"/>
                    <a:pt x="191" y="163"/>
                    <a:pt x="191" y="113"/>
                  </a:cubicBezTo>
                  <a:cubicBezTo>
                    <a:pt x="191" y="111"/>
                    <a:pt x="193" y="109"/>
                    <a:pt x="195" y="109"/>
                  </a:cubicBezTo>
                  <a:cubicBezTo>
                    <a:pt x="197" y="109"/>
                    <a:pt x="198" y="111"/>
                    <a:pt x="198" y="113"/>
                  </a:cubicBezTo>
                  <a:close/>
                  <a:moveTo>
                    <a:pt x="69" y="175"/>
                  </a:moveTo>
                  <a:cubicBezTo>
                    <a:pt x="77" y="178"/>
                    <a:pt x="77" y="178"/>
                    <a:pt x="77" y="178"/>
                  </a:cubicBezTo>
                  <a:cubicBezTo>
                    <a:pt x="82" y="180"/>
                    <a:pt x="87" y="178"/>
                    <a:pt x="89" y="173"/>
                  </a:cubicBezTo>
                  <a:cubicBezTo>
                    <a:pt x="92" y="168"/>
                    <a:pt x="92" y="168"/>
                    <a:pt x="92" y="168"/>
                  </a:cubicBezTo>
                  <a:cubicBezTo>
                    <a:pt x="92" y="168"/>
                    <a:pt x="92" y="168"/>
                    <a:pt x="92" y="168"/>
                  </a:cubicBezTo>
                  <a:cubicBezTo>
                    <a:pt x="97" y="169"/>
                    <a:pt x="102" y="169"/>
                    <a:pt x="107" y="168"/>
                  </a:cubicBezTo>
                  <a:cubicBezTo>
                    <a:pt x="107" y="168"/>
                    <a:pt x="107" y="168"/>
                    <a:pt x="107" y="168"/>
                  </a:cubicBezTo>
                  <a:cubicBezTo>
                    <a:pt x="110" y="173"/>
                    <a:pt x="110" y="173"/>
                    <a:pt x="110" y="173"/>
                  </a:cubicBezTo>
                  <a:cubicBezTo>
                    <a:pt x="112" y="178"/>
                    <a:pt x="117" y="180"/>
                    <a:pt x="122" y="178"/>
                  </a:cubicBezTo>
                  <a:cubicBezTo>
                    <a:pt x="130" y="175"/>
                    <a:pt x="130" y="175"/>
                    <a:pt x="130" y="175"/>
                  </a:cubicBezTo>
                  <a:cubicBezTo>
                    <a:pt x="133" y="174"/>
                    <a:pt x="134" y="172"/>
                    <a:pt x="135" y="170"/>
                  </a:cubicBezTo>
                  <a:cubicBezTo>
                    <a:pt x="136" y="168"/>
                    <a:pt x="136" y="165"/>
                    <a:pt x="135" y="163"/>
                  </a:cubicBezTo>
                  <a:cubicBezTo>
                    <a:pt x="133" y="158"/>
                    <a:pt x="133" y="158"/>
                    <a:pt x="133" y="158"/>
                  </a:cubicBezTo>
                  <a:cubicBezTo>
                    <a:pt x="134" y="157"/>
                    <a:pt x="134" y="157"/>
                    <a:pt x="134" y="157"/>
                  </a:cubicBezTo>
                  <a:cubicBezTo>
                    <a:pt x="138" y="154"/>
                    <a:pt x="141" y="151"/>
                    <a:pt x="144" y="147"/>
                  </a:cubicBezTo>
                  <a:cubicBezTo>
                    <a:pt x="144" y="146"/>
                    <a:pt x="144" y="146"/>
                    <a:pt x="144" y="146"/>
                  </a:cubicBezTo>
                  <a:cubicBezTo>
                    <a:pt x="150" y="148"/>
                    <a:pt x="150" y="148"/>
                    <a:pt x="150" y="148"/>
                  </a:cubicBezTo>
                  <a:cubicBezTo>
                    <a:pt x="155" y="150"/>
                    <a:pt x="160" y="148"/>
                    <a:pt x="162" y="144"/>
                  </a:cubicBezTo>
                  <a:cubicBezTo>
                    <a:pt x="165" y="135"/>
                    <a:pt x="165" y="135"/>
                    <a:pt x="165" y="135"/>
                  </a:cubicBezTo>
                  <a:cubicBezTo>
                    <a:pt x="166" y="133"/>
                    <a:pt x="166" y="130"/>
                    <a:pt x="165" y="128"/>
                  </a:cubicBezTo>
                  <a:cubicBezTo>
                    <a:pt x="164" y="126"/>
                    <a:pt x="163" y="124"/>
                    <a:pt x="160" y="123"/>
                  </a:cubicBezTo>
                  <a:cubicBezTo>
                    <a:pt x="155" y="121"/>
                    <a:pt x="155" y="121"/>
                    <a:pt x="155" y="121"/>
                  </a:cubicBezTo>
                  <a:cubicBezTo>
                    <a:pt x="155" y="120"/>
                    <a:pt x="155" y="120"/>
                    <a:pt x="155" y="120"/>
                  </a:cubicBezTo>
                  <a:cubicBezTo>
                    <a:pt x="156" y="115"/>
                    <a:pt x="156" y="110"/>
                    <a:pt x="155" y="105"/>
                  </a:cubicBezTo>
                  <a:cubicBezTo>
                    <a:pt x="155" y="105"/>
                    <a:pt x="155" y="105"/>
                    <a:pt x="155" y="105"/>
                  </a:cubicBezTo>
                  <a:cubicBezTo>
                    <a:pt x="160" y="103"/>
                    <a:pt x="160" y="103"/>
                    <a:pt x="160" y="103"/>
                  </a:cubicBezTo>
                  <a:cubicBezTo>
                    <a:pt x="163" y="102"/>
                    <a:pt x="164" y="100"/>
                    <a:pt x="165" y="98"/>
                  </a:cubicBezTo>
                  <a:cubicBezTo>
                    <a:pt x="166" y="95"/>
                    <a:pt x="166" y="93"/>
                    <a:pt x="165" y="91"/>
                  </a:cubicBezTo>
                  <a:cubicBezTo>
                    <a:pt x="162" y="82"/>
                    <a:pt x="162" y="82"/>
                    <a:pt x="162" y="82"/>
                  </a:cubicBezTo>
                  <a:cubicBezTo>
                    <a:pt x="160" y="77"/>
                    <a:pt x="155" y="75"/>
                    <a:pt x="150" y="77"/>
                  </a:cubicBezTo>
                  <a:cubicBezTo>
                    <a:pt x="144" y="79"/>
                    <a:pt x="144" y="79"/>
                    <a:pt x="144" y="79"/>
                  </a:cubicBezTo>
                  <a:cubicBezTo>
                    <a:pt x="144" y="79"/>
                    <a:pt x="144" y="79"/>
                    <a:pt x="144" y="79"/>
                  </a:cubicBezTo>
                  <a:cubicBezTo>
                    <a:pt x="141" y="75"/>
                    <a:pt x="137" y="71"/>
                    <a:pt x="134" y="68"/>
                  </a:cubicBezTo>
                  <a:cubicBezTo>
                    <a:pt x="133" y="68"/>
                    <a:pt x="133" y="68"/>
                    <a:pt x="133" y="68"/>
                  </a:cubicBezTo>
                  <a:cubicBezTo>
                    <a:pt x="135" y="63"/>
                    <a:pt x="135" y="63"/>
                    <a:pt x="135" y="63"/>
                  </a:cubicBezTo>
                  <a:cubicBezTo>
                    <a:pt x="136" y="60"/>
                    <a:pt x="136" y="58"/>
                    <a:pt x="135" y="56"/>
                  </a:cubicBezTo>
                  <a:cubicBezTo>
                    <a:pt x="134" y="53"/>
                    <a:pt x="133" y="52"/>
                    <a:pt x="130" y="51"/>
                  </a:cubicBezTo>
                  <a:cubicBezTo>
                    <a:pt x="122" y="47"/>
                    <a:pt x="122" y="47"/>
                    <a:pt x="122" y="47"/>
                  </a:cubicBezTo>
                  <a:cubicBezTo>
                    <a:pt x="117" y="45"/>
                    <a:pt x="112" y="47"/>
                    <a:pt x="110" y="52"/>
                  </a:cubicBezTo>
                  <a:cubicBezTo>
                    <a:pt x="107" y="57"/>
                    <a:pt x="107" y="57"/>
                    <a:pt x="107" y="57"/>
                  </a:cubicBezTo>
                  <a:cubicBezTo>
                    <a:pt x="107" y="57"/>
                    <a:pt x="107" y="57"/>
                    <a:pt x="107" y="57"/>
                  </a:cubicBezTo>
                  <a:cubicBezTo>
                    <a:pt x="102" y="57"/>
                    <a:pt x="97" y="57"/>
                    <a:pt x="92" y="57"/>
                  </a:cubicBezTo>
                  <a:cubicBezTo>
                    <a:pt x="92" y="57"/>
                    <a:pt x="92" y="57"/>
                    <a:pt x="92" y="57"/>
                  </a:cubicBezTo>
                  <a:cubicBezTo>
                    <a:pt x="89" y="52"/>
                    <a:pt x="89" y="52"/>
                    <a:pt x="89" y="52"/>
                  </a:cubicBezTo>
                  <a:cubicBezTo>
                    <a:pt x="87" y="47"/>
                    <a:pt x="82" y="45"/>
                    <a:pt x="77" y="47"/>
                  </a:cubicBezTo>
                  <a:cubicBezTo>
                    <a:pt x="69" y="51"/>
                    <a:pt x="69" y="51"/>
                    <a:pt x="69" y="51"/>
                  </a:cubicBezTo>
                  <a:cubicBezTo>
                    <a:pt x="66" y="51"/>
                    <a:pt x="65" y="53"/>
                    <a:pt x="64" y="56"/>
                  </a:cubicBezTo>
                  <a:cubicBezTo>
                    <a:pt x="63" y="58"/>
                    <a:pt x="63" y="60"/>
                    <a:pt x="64" y="63"/>
                  </a:cubicBezTo>
                  <a:cubicBezTo>
                    <a:pt x="66" y="68"/>
                    <a:pt x="66" y="68"/>
                    <a:pt x="66" y="68"/>
                  </a:cubicBezTo>
                  <a:cubicBezTo>
                    <a:pt x="65" y="68"/>
                    <a:pt x="65" y="68"/>
                    <a:pt x="65" y="68"/>
                  </a:cubicBezTo>
                  <a:cubicBezTo>
                    <a:pt x="61" y="71"/>
                    <a:pt x="58" y="75"/>
                    <a:pt x="55" y="79"/>
                  </a:cubicBezTo>
                  <a:cubicBezTo>
                    <a:pt x="55" y="79"/>
                    <a:pt x="55" y="79"/>
                    <a:pt x="55" y="79"/>
                  </a:cubicBezTo>
                  <a:cubicBezTo>
                    <a:pt x="49" y="77"/>
                    <a:pt x="49" y="77"/>
                    <a:pt x="49" y="77"/>
                  </a:cubicBezTo>
                  <a:cubicBezTo>
                    <a:pt x="44" y="75"/>
                    <a:pt x="39" y="77"/>
                    <a:pt x="37" y="82"/>
                  </a:cubicBezTo>
                  <a:cubicBezTo>
                    <a:pt x="34" y="91"/>
                    <a:pt x="34" y="91"/>
                    <a:pt x="34" y="91"/>
                  </a:cubicBezTo>
                  <a:cubicBezTo>
                    <a:pt x="33" y="93"/>
                    <a:pt x="33" y="95"/>
                    <a:pt x="34" y="98"/>
                  </a:cubicBezTo>
                  <a:cubicBezTo>
                    <a:pt x="35" y="100"/>
                    <a:pt x="36" y="102"/>
                    <a:pt x="39" y="103"/>
                  </a:cubicBezTo>
                  <a:cubicBezTo>
                    <a:pt x="44" y="105"/>
                    <a:pt x="44" y="105"/>
                    <a:pt x="44" y="105"/>
                  </a:cubicBezTo>
                  <a:cubicBezTo>
                    <a:pt x="44" y="106"/>
                    <a:pt x="44" y="106"/>
                    <a:pt x="44" y="106"/>
                  </a:cubicBezTo>
                  <a:cubicBezTo>
                    <a:pt x="43" y="110"/>
                    <a:pt x="43" y="115"/>
                    <a:pt x="44" y="120"/>
                  </a:cubicBezTo>
                  <a:cubicBezTo>
                    <a:pt x="44" y="121"/>
                    <a:pt x="44" y="121"/>
                    <a:pt x="44" y="121"/>
                  </a:cubicBezTo>
                  <a:cubicBezTo>
                    <a:pt x="39" y="123"/>
                    <a:pt x="39" y="123"/>
                    <a:pt x="39" y="123"/>
                  </a:cubicBezTo>
                  <a:cubicBezTo>
                    <a:pt x="36" y="124"/>
                    <a:pt x="35" y="126"/>
                    <a:pt x="34" y="128"/>
                  </a:cubicBezTo>
                  <a:cubicBezTo>
                    <a:pt x="33" y="130"/>
                    <a:pt x="33" y="133"/>
                    <a:pt x="34" y="135"/>
                  </a:cubicBezTo>
                  <a:cubicBezTo>
                    <a:pt x="37" y="144"/>
                    <a:pt x="37" y="144"/>
                    <a:pt x="37" y="144"/>
                  </a:cubicBezTo>
                  <a:cubicBezTo>
                    <a:pt x="39" y="148"/>
                    <a:pt x="44" y="150"/>
                    <a:pt x="49" y="149"/>
                  </a:cubicBezTo>
                  <a:cubicBezTo>
                    <a:pt x="55" y="146"/>
                    <a:pt x="55" y="146"/>
                    <a:pt x="55" y="146"/>
                  </a:cubicBezTo>
                  <a:cubicBezTo>
                    <a:pt x="55" y="147"/>
                    <a:pt x="55" y="147"/>
                    <a:pt x="55" y="147"/>
                  </a:cubicBezTo>
                  <a:cubicBezTo>
                    <a:pt x="58" y="151"/>
                    <a:pt x="62" y="154"/>
                    <a:pt x="65" y="157"/>
                  </a:cubicBezTo>
                  <a:cubicBezTo>
                    <a:pt x="66" y="158"/>
                    <a:pt x="66" y="158"/>
                    <a:pt x="66" y="158"/>
                  </a:cubicBezTo>
                  <a:cubicBezTo>
                    <a:pt x="64" y="163"/>
                    <a:pt x="64" y="163"/>
                    <a:pt x="64" y="163"/>
                  </a:cubicBezTo>
                  <a:cubicBezTo>
                    <a:pt x="62" y="168"/>
                    <a:pt x="64" y="173"/>
                    <a:pt x="69" y="175"/>
                  </a:cubicBezTo>
                  <a:close/>
                  <a:moveTo>
                    <a:pt x="59" y="140"/>
                  </a:moveTo>
                  <a:cubicBezTo>
                    <a:pt x="58" y="138"/>
                    <a:pt x="56" y="138"/>
                    <a:pt x="54" y="138"/>
                  </a:cubicBezTo>
                  <a:cubicBezTo>
                    <a:pt x="46" y="142"/>
                    <a:pt x="46" y="142"/>
                    <a:pt x="46" y="142"/>
                  </a:cubicBezTo>
                  <a:cubicBezTo>
                    <a:pt x="45" y="142"/>
                    <a:pt x="44" y="142"/>
                    <a:pt x="44" y="141"/>
                  </a:cubicBezTo>
                  <a:cubicBezTo>
                    <a:pt x="40" y="132"/>
                    <a:pt x="40" y="132"/>
                    <a:pt x="40" y="132"/>
                  </a:cubicBezTo>
                  <a:cubicBezTo>
                    <a:pt x="40" y="131"/>
                    <a:pt x="40" y="131"/>
                    <a:pt x="40" y="130"/>
                  </a:cubicBezTo>
                  <a:cubicBezTo>
                    <a:pt x="40" y="130"/>
                    <a:pt x="41" y="130"/>
                    <a:pt x="41" y="129"/>
                  </a:cubicBezTo>
                  <a:cubicBezTo>
                    <a:pt x="49" y="126"/>
                    <a:pt x="49" y="126"/>
                    <a:pt x="49" y="126"/>
                  </a:cubicBezTo>
                  <a:cubicBezTo>
                    <a:pt x="51" y="126"/>
                    <a:pt x="52" y="124"/>
                    <a:pt x="51" y="122"/>
                  </a:cubicBezTo>
                  <a:cubicBezTo>
                    <a:pt x="50" y="116"/>
                    <a:pt x="50" y="110"/>
                    <a:pt x="51" y="103"/>
                  </a:cubicBezTo>
                  <a:cubicBezTo>
                    <a:pt x="52" y="101"/>
                    <a:pt x="51" y="100"/>
                    <a:pt x="49" y="99"/>
                  </a:cubicBezTo>
                  <a:cubicBezTo>
                    <a:pt x="41" y="96"/>
                    <a:pt x="41" y="96"/>
                    <a:pt x="41" y="96"/>
                  </a:cubicBezTo>
                  <a:cubicBezTo>
                    <a:pt x="41" y="96"/>
                    <a:pt x="40" y="95"/>
                    <a:pt x="40" y="95"/>
                  </a:cubicBezTo>
                  <a:cubicBezTo>
                    <a:pt x="40" y="94"/>
                    <a:pt x="40" y="94"/>
                    <a:pt x="40" y="93"/>
                  </a:cubicBezTo>
                  <a:cubicBezTo>
                    <a:pt x="44" y="85"/>
                    <a:pt x="44" y="85"/>
                    <a:pt x="44" y="85"/>
                  </a:cubicBezTo>
                  <a:cubicBezTo>
                    <a:pt x="44" y="84"/>
                    <a:pt x="45" y="83"/>
                    <a:pt x="46" y="83"/>
                  </a:cubicBezTo>
                  <a:cubicBezTo>
                    <a:pt x="46" y="83"/>
                    <a:pt x="46" y="83"/>
                    <a:pt x="46" y="83"/>
                  </a:cubicBezTo>
                  <a:cubicBezTo>
                    <a:pt x="54" y="87"/>
                    <a:pt x="54" y="87"/>
                    <a:pt x="54" y="87"/>
                  </a:cubicBezTo>
                  <a:cubicBezTo>
                    <a:pt x="56" y="87"/>
                    <a:pt x="58" y="87"/>
                    <a:pt x="59" y="86"/>
                  </a:cubicBezTo>
                  <a:cubicBezTo>
                    <a:pt x="62" y="80"/>
                    <a:pt x="67" y="76"/>
                    <a:pt x="72" y="72"/>
                  </a:cubicBezTo>
                  <a:cubicBezTo>
                    <a:pt x="74" y="71"/>
                    <a:pt x="74" y="69"/>
                    <a:pt x="74" y="68"/>
                  </a:cubicBezTo>
                  <a:cubicBezTo>
                    <a:pt x="70" y="60"/>
                    <a:pt x="70" y="60"/>
                    <a:pt x="70" y="60"/>
                  </a:cubicBezTo>
                  <a:cubicBezTo>
                    <a:pt x="70" y="59"/>
                    <a:pt x="70" y="59"/>
                    <a:pt x="70" y="58"/>
                  </a:cubicBezTo>
                  <a:cubicBezTo>
                    <a:pt x="70" y="58"/>
                    <a:pt x="71" y="57"/>
                    <a:pt x="71" y="57"/>
                  </a:cubicBezTo>
                  <a:cubicBezTo>
                    <a:pt x="80" y="54"/>
                    <a:pt x="80" y="54"/>
                    <a:pt x="80" y="54"/>
                  </a:cubicBezTo>
                  <a:cubicBezTo>
                    <a:pt x="81" y="53"/>
                    <a:pt x="82" y="54"/>
                    <a:pt x="83" y="55"/>
                  </a:cubicBezTo>
                  <a:cubicBezTo>
                    <a:pt x="86" y="63"/>
                    <a:pt x="86" y="63"/>
                    <a:pt x="86" y="63"/>
                  </a:cubicBezTo>
                  <a:cubicBezTo>
                    <a:pt x="87" y="64"/>
                    <a:pt x="88" y="65"/>
                    <a:pt x="90" y="65"/>
                  </a:cubicBezTo>
                  <a:cubicBezTo>
                    <a:pt x="96" y="63"/>
                    <a:pt x="103" y="63"/>
                    <a:pt x="109" y="65"/>
                  </a:cubicBezTo>
                  <a:cubicBezTo>
                    <a:pt x="111" y="65"/>
                    <a:pt x="112" y="64"/>
                    <a:pt x="113" y="63"/>
                  </a:cubicBezTo>
                  <a:cubicBezTo>
                    <a:pt x="116" y="55"/>
                    <a:pt x="116" y="55"/>
                    <a:pt x="116" y="55"/>
                  </a:cubicBezTo>
                  <a:cubicBezTo>
                    <a:pt x="117" y="54"/>
                    <a:pt x="117" y="53"/>
                    <a:pt x="118" y="53"/>
                  </a:cubicBezTo>
                  <a:cubicBezTo>
                    <a:pt x="118" y="53"/>
                    <a:pt x="119" y="54"/>
                    <a:pt x="119" y="54"/>
                  </a:cubicBezTo>
                  <a:cubicBezTo>
                    <a:pt x="128" y="57"/>
                    <a:pt x="128" y="57"/>
                    <a:pt x="128" y="57"/>
                  </a:cubicBezTo>
                  <a:cubicBezTo>
                    <a:pt x="128" y="57"/>
                    <a:pt x="128" y="58"/>
                    <a:pt x="129" y="58"/>
                  </a:cubicBezTo>
                  <a:cubicBezTo>
                    <a:pt x="129" y="59"/>
                    <a:pt x="129" y="59"/>
                    <a:pt x="129" y="60"/>
                  </a:cubicBezTo>
                  <a:cubicBezTo>
                    <a:pt x="125" y="68"/>
                    <a:pt x="125" y="68"/>
                    <a:pt x="125" y="68"/>
                  </a:cubicBezTo>
                  <a:cubicBezTo>
                    <a:pt x="125" y="69"/>
                    <a:pt x="125" y="71"/>
                    <a:pt x="127" y="72"/>
                  </a:cubicBezTo>
                  <a:cubicBezTo>
                    <a:pt x="132" y="76"/>
                    <a:pt x="137" y="80"/>
                    <a:pt x="140" y="86"/>
                  </a:cubicBezTo>
                  <a:cubicBezTo>
                    <a:pt x="141" y="87"/>
                    <a:pt x="143" y="87"/>
                    <a:pt x="144" y="87"/>
                  </a:cubicBezTo>
                  <a:cubicBezTo>
                    <a:pt x="152" y="84"/>
                    <a:pt x="152" y="84"/>
                    <a:pt x="152" y="84"/>
                  </a:cubicBezTo>
                  <a:cubicBezTo>
                    <a:pt x="153" y="83"/>
                    <a:pt x="155" y="84"/>
                    <a:pt x="155" y="85"/>
                  </a:cubicBezTo>
                  <a:cubicBezTo>
                    <a:pt x="159" y="93"/>
                    <a:pt x="159" y="93"/>
                    <a:pt x="159" y="93"/>
                  </a:cubicBezTo>
                  <a:cubicBezTo>
                    <a:pt x="159" y="94"/>
                    <a:pt x="159" y="95"/>
                    <a:pt x="158" y="96"/>
                  </a:cubicBezTo>
                  <a:cubicBezTo>
                    <a:pt x="150" y="99"/>
                    <a:pt x="150" y="99"/>
                    <a:pt x="150" y="99"/>
                  </a:cubicBezTo>
                  <a:cubicBezTo>
                    <a:pt x="148" y="100"/>
                    <a:pt x="147" y="101"/>
                    <a:pt x="147" y="103"/>
                  </a:cubicBezTo>
                  <a:cubicBezTo>
                    <a:pt x="149" y="109"/>
                    <a:pt x="149" y="116"/>
                    <a:pt x="147" y="122"/>
                  </a:cubicBezTo>
                  <a:cubicBezTo>
                    <a:pt x="147" y="124"/>
                    <a:pt x="148" y="126"/>
                    <a:pt x="150" y="126"/>
                  </a:cubicBezTo>
                  <a:cubicBezTo>
                    <a:pt x="158" y="130"/>
                    <a:pt x="158" y="130"/>
                    <a:pt x="158" y="130"/>
                  </a:cubicBezTo>
                  <a:cubicBezTo>
                    <a:pt x="158" y="130"/>
                    <a:pt x="158" y="130"/>
                    <a:pt x="159" y="131"/>
                  </a:cubicBezTo>
                  <a:cubicBezTo>
                    <a:pt x="159" y="131"/>
                    <a:pt x="159" y="132"/>
                    <a:pt x="159" y="132"/>
                  </a:cubicBezTo>
                  <a:cubicBezTo>
                    <a:pt x="155" y="141"/>
                    <a:pt x="155" y="141"/>
                    <a:pt x="155" y="141"/>
                  </a:cubicBezTo>
                  <a:cubicBezTo>
                    <a:pt x="155" y="142"/>
                    <a:pt x="154" y="142"/>
                    <a:pt x="153" y="142"/>
                  </a:cubicBezTo>
                  <a:cubicBezTo>
                    <a:pt x="153" y="142"/>
                    <a:pt x="153" y="142"/>
                    <a:pt x="153" y="142"/>
                  </a:cubicBezTo>
                  <a:cubicBezTo>
                    <a:pt x="144" y="139"/>
                    <a:pt x="144" y="139"/>
                    <a:pt x="144" y="139"/>
                  </a:cubicBezTo>
                  <a:cubicBezTo>
                    <a:pt x="143" y="138"/>
                    <a:pt x="141" y="138"/>
                    <a:pt x="140" y="140"/>
                  </a:cubicBezTo>
                  <a:cubicBezTo>
                    <a:pt x="136" y="145"/>
                    <a:pt x="132" y="150"/>
                    <a:pt x="127" y="153"/>
                  </a:cubicBezTo>
                  <a:cubicBezTo>
                    <a:pt x="125" y="154"/>
                    <a:pt x="125" y="156"/>
                    <a:pt x="125" y="158"/>
                  </a:cubicBezTo>
                  <a:cubicBezTo>
                    <a:pt x="129" y="166"/>
                    <a:pt x="129" y="166"/>
                    <a:pt x="129" y="166"/>
                  </a:cubicBezTo>
                  <a:cubicBezTo>
                    <a:pt x="129" y="166"/>
                    <a:pt x="129" y="167"/>
                    <a:pt x="128" y="167"/>
                  </a:cubicBezTo>
                  <a:cubicBezTo>
                    <a:pt x="128" y="168"/>
                    <a:pt x="128" y="168"/>
                    <a:pt x="127" y="168"/>
                  </a:cubicBezTo>
                  <a:cubicBezTo>
                    <a:pt x="119" y="172"/>
                    <a:pt x="119" y="172"/>
                    <a:pt x="119" y="172"/>
                  </a:cubicBezTo>
                  <a:cubicBezTo>
                    <a:pt x="119" y="172"/>
                    <a:pt x="118" y="172"/>
                    <a:pt x="118" y="172"/>
                  </a:cubicBezTo>
                  <a:cubicBezTo>
                    <a:pt x="117" y="172"/>
                    <a:pt x="117" y="171"/>
                    <a:pt x="116" y="171"/>
                  </a:cubicBezTo>
                  <a:cubicBezTo>
                    <a:pt x="113" y="163"/>
                    <a:pt x="113" y="163"/>
                    <a:pt x="113" y="163"/>
                  </a:cubicBezTo>
                  <a:cubicBezTo>
                    <a:pt x="112" y="161"/>
                    <a:pt x="111" y="160"/>
                    <a:pt x="109" y="161"/>
                  </a:cubicBezTo>
                  <a:cubicBezTo>
                    <a:pt x="103" y="162"/>
                    <a:pt x="96" y="162"/>
                    <a:pt x="90" y="161"/>
                  </a:cubicBezTo>
                  <a:cubicBezTo>
                    <a:pt x="88" y="160"/>
                    <a:pt x="87" y="161"/>
                    <a:pt x="86" y="163"/>
                  </a:cubicBezTo>
                  <a:cubicBezTo>
                    <a:pt x="83" y="171"/>
                    <a:pt x="83" y="171"/>
                    <a:pt x="83" y="171"/>
                  </a:cubicBezTo>
                  <a:cubicBezTo>
                    <a:pt x="82" y="171"/>
                    <a:pt x="82" y="172"/>
                    <a:pt x="81" y="172"/>
                  </a:cubicBezTo>
                  <a:cubicBezTo>
                    <a:pt x="80" y="172"/>
                    <a:pt x="80" y="172"/>
                    <a:pt x="80" y="172"/>
                  </a:cubicBezTo>
                  <a:cubicBezTo>
                    <a:pt x="71" y="168"/>
                    <a:pt x="71" y="168"/>
                    <a:pt x="71" y="168"/>
                  </a:cubicBezTo>
                  <a:cubicBezTo>
                    <a:pt x="71" y="168"/>
                    <a:pt x="70" y="168"/>
                    <a:pt x="70" y="167"/>
                  </a:cubicBezTo>
                  <a:cubicBezTo>
                    <a:pt x="70" y="167"/>
                    <a:pt x="70" y="166"/>
                    <a:pt x="70" y="166"/>
                  </a:cubicBezTo>
                  <a:cubicBezTo>
                    <a:pt x="74" y="158"/>
                    <a:pt x="74" y="158"/>
                    <a:pt x="74" y="158"/>
                  </a:cubicBezTo>
                  <a:cubicBezTo>
                    <a:pt x="74" y="156"/>
                    <a:pt x="74" y="154"/>
                    <a:pt x="72" y="153"/>
                  </a:cubicBezTo>
                  <a:cubicBezTo>
                    <a:pt x="67" y="150"/>
                    <a:pt x="62" y="145"/>
                    <a:pt x="59" y="140"/>
                  </a:cubicBezTo>
                  <a:close/>
                  <a:moveTo>
                    <a:pt x="0" y="113"/>
                  </a:moveTo>
                  <a:cubicBezTo>
                    <a:pt x="0" y="59"/>
                    <a:pt x="44" y="14"/>
                    <a:pt x="98" y="14"/>
                  </a:cubicBezTo>
                  <a:cubicBezTo>
                    <a:pt x="100" y="14"/>
                    <a:pt x="100" y="14"/>
                    <a:pt x="100" y="14"/>
                  </a:cubicBezTo>
                  <a:cubicBezTo>
                    <a:pt x="92" y="6"/>
                    <a:pt x="92" y="6"/>
                    <a:pt x="92" y="6"/>
                  </a:cubicBezTo>
                  <a:cubicBezTo>
                    <a:pt x="91" y="4"/>
                    <a:pt x="91" y="2"/>
                    <a:pt x="92" y="1"/>
                  </a:cubicBezTo>
                  <a:cubicBezTo>
                    <a:pt x="93" y="0"/>
                    <a:pt x="94" y="0"/>
                    <a:pt x="95" y="0"/>
                  </a:cubicBezTo>
                  <a:cubicBezTo>
                    <a:pt x="96" y="0"/>
                    <a:pt x="97" y="0"/>
                    <a:pt x="98" y="1"/>
                  </a:cubicBezTo>
                  <a:cubicBezTo>
                    <a:pt x="112" y="15"/>
                    <a:pt x="112" y="15"/>
                    <a:pt x="112" y="15"/>
                  </a:cubicBezTo>
                  <a:cubicBezTo>
                    <a:pt x="113" y="16"/>
                    <a:pt x="113" y="18"/>
                    <a:pt x="112" y="20"/>
                  </a:cubicBezTo>
                  <a:cubicBezTo>
                    <a:pt x="98" y="34"/>
                    <a:pt x="98" y="34"/>
                    <a:pt x="98" y="34"/>
                  </a:cubicBezTo>
                  <a:cubicBezTo>
                    <a:pt x="96" y="35"/>
                    <a:pt x="94" y="35"/>
                    <a:pt x="92" y="34"/>
                  </a:cubicBezTo>
                  <a:cubicBezTo>
                    <a:pt x="92" y="33"/>
                    <a:pt x="91" y="32"/>
                    <a:pt x="91" y="31"/>
                  </a:cubicBezTo>
                  <a:cubicBezTo>
                    <a:pt x="91" y="30"/>
                    <a:pt x="92" y="30"/>
                    <a:pt x="92" y="29"/>
                  </a:cubicBezTo>
                  <a:cubicBezTo>
                    <a:pt x="100" y="21"/>
                    <a:pt x="100" y="21"/>
                    <a:pt x="100" y="21"/>
                  </a:cubicBezTo>
                  <a:cubicBezTo>
                    <a:pt x="98" y="21"/>
                    <a:pt x="98" y="21"/>
                    <a:pt x="98" y="21"/>
                  </a:cubicBezTo>
                  <a:cubicBezTo>
                    <a:pt x="48" y="22"/>
                    <a:pt x="8" y="63"/>
                    <a:pt x="8" y="113"/>
                  </a:cubicBezTo>
                  <a:cubicBezTo>
                    <a:pt x="8" y="115"/>
                    <a:pt x="6" y="116"/>
                    <a:pt x="4" y="116"/>
                  </a:cubicBezTo>
                  <a:cubicBezTo>
                    <a:pt x="2" y="116"/>
                    <a:pt x="0" y="115"/>
                    <a:pt x="0" y="11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Freeform 298">
              <a:extLst>
                <a:ext uri="{FF2B5EF4-FFF2-40B4-BE49-F238E27FC236}">
                  <a16:creationId xmlns:a16="http://schemas.microsoft.com/office/drawing/2014/main" id="{E9FF14BC-DF25-C888-8D9A-86A1AFB1216C}"/>
                </a:ext>
              </a:extLst>
            </p:cNvPr>
            <p:cNvSpPr>
              <a:spLocks noEditPoints="1"/>
            </p:cNvSpPr>
            <p:nvPr/>
          </p:nvSpPr>
          <p:spPr bwMode="auto">
            <a:xfrm>
              <a:off x="6074636" y="5413382"/>
              <a:ext cx="255790" cy="269636"/>
            </a:xfrm>
            <a:custGeom>
              <a:avLst/>
              <a:gdLst>
                <a:gd name="T0" fmla="*/ 102 w 203"/>
                <a:gd name="T1" fmla="*/ 49 h 214"/>
                <a:gd name="T2" fmla="*/ 124 w 203"/>
                <a:gd name="T3" fmla="*/ 33 h 214"/>
                <a:gd name="T4" fmla="*/ 186 w 203"/>
                <a:gd name="T5" fmla="*/ 113 h 214"/>
                <a:gd name="T6" fmla="*/ 190 w 203"/>
                <a:gd name="T7" fmla="*/ 117 h 214"/>
                <a:gd name="T8" fmla="*/ 195 w 203"/>
                <a:gd name="T9" fmla="*/ 113 h 214"/>
                <a:gd name="T10" fmla="*/ 126 w 203"/>
                <a:gd name="T11" fmla="*/ 23 h 214"/>
                <a:gd name="T12" fmla="*/ 100 w 203"/>
                <a:gd name="T13" fmla="*/ 1 h 214"/>
                <a:gd name="T14" fmla="*/ 78 w 203"/>
                <a:gd name="T15" fmla="*/ 26 h 214"/>
                <a:gd name="T16" fmla="*/ 102 w 203"/>
                <a:gd name="T17" fmla="*/ 49 h 214"/>
                <a:gd name="T18" fmla="*/ 102 w 203"/>
                <a:gd name="T19" fmla="*/ 10 h 214"/>
                <a:gd name="T20" fmla="*/ 116 w 203"/>
                <a:gd name="T21" fmla="*/ 25 h 214"/>
                <a:gd name="T22" fmla="*/ 102 w 203"/>
                <a:gd name="T23" fmla="*/ 39 h 214"/>
                <a:gd name="T24" fmla="*/ 87 w 203"/>
                <a:gd name="T25" fmla="*/ 25 h 214"/>
                <a:gd name="T26" fmla="*/ 102 w 203"/>
                <a:gd name="T27" fmla="*/ 10 h 214"/>
                <a:gd name="T28" fmla="*/ 33 w 203"/>
                <a:gd name="T29" fmla="*/ 134 h 214"/>
                <a:gd name="T30" fmla="*/ 23 w 203"/>
                <a:gd name="T31" fmla="*/ 134 h 214"/>
                <a:gd name="T32" fmla="*/ 62 w 203"/>
                <a:gd name="T33" fmla="*/ 40 h 214"/>
                <a:gd name="T34" fmla="*/ 64 w 203"/>
                <a:gd name="T35" fmla="*/ 34 h 214"/>
                <a:gd name="T36" fmla="*/ 57 w 203"/>
                <a:gd name="T37" fmla="*/ 32 h 214"/>
                <a:gd name="T38" fmla="*/ 14 w 203"/>
                <a:gd name="T39" fmla="*/ 138 h 214"/>
                <a:gd name="T40" fmla="*/ 7 w 203"/>
                <a:gd name="T41" fmla="*/ 171 h 214"/>
                <a:gd name="T42" fmla="*/ 21 w 203"/>
                <a:gd name="T43" fmla="*/ 180 h 214"/>
                <a:gd name="T44" fmla="*/ 27 w 203"/>
                <a:gd name="T45" fmla="*/ 181 h 214"/>
                <a:gd name="T46" fmla="*/ 51 w 203"/>
                <a:gd name="T47" fmla="*/ 157 h 214"/>
                <a:gd name="T48" fmla="*/ 33 w 203"/>
                <a:gd name="T49" fmla="*/ 134 h 214"/>
                <a:gd name="T50" fmla="*/ 41 w 203"/>
                <a:gd name="T51" fmla="*/ 161 h 214"/>
                <a:gd name="T52" fmla="*/ 23 w 203"/>
                <a:gd name="T53" fmla="*/ 172 h 214"/>
                <a:gd name="T54" fmla="*/ 13 w 203"/>
                <a:gd name="T55" fmla="*/ 154 h 214"/>
                <a:gd name="T56" fmla="*/ 20 w 203"/>
                <a:gd name="T57" fmla="*/ 145 h 214"/>
                <a:gd name="T58" fmla="*/ 20 w 203"/>
                <a:gd name="T59" fmla="*/ 145 h 214"/>
                <a:gd name="T60" fmla="*/ 40 w 203"/>
                <a:gd name="T61" fmla="*/ 150 h 214"/>
                <a:gd name="T62" fmla="*/ 41 w 203"/>
                <a:gd name="T63" fmla="*/ 161 h 214"/>
                <a:gd name="T64" fmla="*/ 202 w 203"/>
                <a:gd name="T65" fmla="*/ 150 h 214"/>
                <a:gd name="T66" fmla="*/ 173 w 203"/>
                <a:gd name="T67" fmla="*/ 133 h 214"/>
                <a:gd name="T68" fmla="*/ 156 w 203"/>
                <a:gd name="T69" fmla="*/ 162 h 214"/>
                <a:gd name="T70" fmla="*/ 161 w 203"/>
                <a:gd name="T71" fmla="*/ 171 h 214"/>
                <a:gd name="T72" fmla="*/ 58 w 203"/>
                <a:gd name="T73" fmla="*/ 183 h 214"/>
                <a:gd name="T74" fmla="*/ 52 w 203"/>
                <a:gd name="T75" fmla="*/ 184 h 214"/>
                <a:gd name="T76" fmla="*/ 53 w 203"/>
                <a:gd name="T77" fmla="*/ 191 h 214"/>
                <a:gd name="T78" fmla="*/ 169 w 203"/>
                <a:gd name="T79" fmla="*/ 177 h 214"/>
                <a:gd name="T80" fmla="*/ 179 w 203"/>
                <a:gd name="T81" fmla="*/ 180 h 214"/>
                <a:gd name="T82" fmla="*/ 203 w 203"/>
                <a:gd name="T83" fmla="*/ 156 h 214"/>
                <a:gd name="T84" fmla="*/ 202 w 203"/>
                <a:gd name="T85" fmla="*/ 150 h 214"/>
                <a:gd name="T86" fmla="*/ 192 w 203"/>
                <a:gd name="T87" fmla="*/ 163 h 214"/>
                <a:gd name="T88" fmla="*/ 172 w 203"/>
                <a:gd name="T89" fmla="*/ 168 h 214"/>
                <a:gd name="T90" fmla="*/ 167 w 203"/>
                <a:gd name="T91" fmla="*/ 149 h 214"/>
                <a:gd name="T92" fmla="*/ 187 w 203"/>
                <a:gd name="T93" fmla="*/ 143 h 214"/>
                <a:gd name="T94" fmla="*/ 193 w 203"/>
                <a:gd name="T95" fmla="*/ 152 h 214"/>
                <a:gd name="T96" fmla="*/ 192 w 203"/>
                <a:gd name="T97" fmla="*/ 16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3" h="214">
                  <a:moveTo>
                    <a:pt x="102" y="49"/>
                  </a:moveTo>
                  <a:cubicBezTo>
                    <a:pt x="112" y="49"/>
                    <a:pt x="121" y="42"/>
                    <a:pt x="124" y="33"/>
                  </a:cubicBezTo>
                  <a:cubicBezTo>
                    <a:pt x="160" y="42"/>
                    <a:pt x="186" y="75"/>
                    <a:pt x="186" y="113"/>
                  </a:cubicBezTo>
                  <a:cubicBezTo>
                    <a:pt x="186" y="115"/>
                    <a:pt x="188" y="117"/>
                    <a:pt x="190" y="117"/>
                  </a:cubicBezTo>
                  <a:cubicBezTo>
                    <a:pt x="193" y="117"/>
                    <a:pt x="195" y="115"/>
                    <a:pt x="195" y="113"/>
                  </a:cubicBezTo>
                  <a:cubicBezTo>
                    <a:pt x="195" y="71"/>
                    <a:pt x="166" y="34"/>
                    <a:pt x="126" y="23"/>
                  </a:cubicBezTo>
                  <a:cubicBezTo>
                    <a:pt x="125" y="10"/>
                    <a:pt x="114" y="0"/>
                    <a:pt x="100" y="1"/>
                  </a:cubicBezTo>
                  <a:cubicBezTo>
                    <a:pt x="87" y="2"/>
                    <a:pt x="77" y="13"/>
                    <a:pt x="78" y="26"/>
                  </a:cubicBezTo>
                  <a:cubicBezTo>
                    <a:pt x="79" y="39"/>
                    <a:pt x="89" y="49"/>
                    <a:pt x="102" y="49"/>
                  </a:cubicBezTo>
                  <a:close/>
                  <a:moveTo>
                    <a:pt x="102" y="10"/>
                  </a:moveTo>
                  <a:cubicBezTo>
                    <a:pt x="110" y="10"/>
                    <a:pt x="116" y="17"/>
                    <a:pt x="116" y="25"/>
                  </a:cubicBezTo>
                  <a:cubicBezTo>
                    <a:pt x="116" y="33"/>
                    <a:pt x="110" y="39"/>
                    <a:pt x="102" y="39"/>
                  </a:cubicBezTo>
                  <a:cubicBezTo>
                    <a:pt x="94" y="39"/>
                    <a:pt x="87" y="33"/>
                    <a:pt x="87" y="25"/>
                  </a:cubicBezTo>
                  <a:cubicBezTo>
                    <a:pt x="87" y="17"/>
                    <a:pt x="94" y="10"/>
                    <a:pt x="102" y="10"/>
                  </a:cubicBezTo>
                  <a:close/>
                  <a:moveTo>
                    <a:pt x="33" y="134"/>
                  </a:moveTo>
                  <a:cubicBezTo>
                    <a:pt x="30" y="133"/>
                    <a:pt x="26" y="133"/>
                    <a:pt x="23" y="134"/>
                  </a:cubicBezTo>
                  <a:cubicBezTo>
                    <a:pt x="13" y="97"/>
                    <a:pt x="29" y="59"/>
                    <a:pt x="62" y="40"/>
                  </a:cubicBezTo>
                  <a:cubicBezTo>
                    <a:pt x="64" y="39"/>
                    <a:pt x="65" y="36"/>
                    <a:pt x="64" y="34"/>
                  </a:cubicBezTo>
                  <a:cubicBezTo>
                    <a:pt x="63" y="32"/>
                    <a:pt x="60" y="31"/>
                    <a:pt x="57" y="32"/>
                  </a:cubicBezTo>
                  <a:cubicBezTo>
                    <a:pt x="20" y="53"/>
                    <a:pt x="2" y="97"/>
                    <a:pt x="14" y="138"/>
                  </a:cubicBezTo>
                  <a:cubicBezTo>
                    <a:pt x="3" y="145"/>
                    <a:pt x="0" y="160"/>
                    <a:pt x="7" y="171"/>
                  </a:cubicBezTo>
                  <a:cubicBezTo>
                    <a:pt x="10" y="175"/>
                    <a:pt x="15" y="179"/>
                    <a:pt x="21" y="180"/>
                  </a:cubicBezTo>
                  <a:cubicBezTo>
                    <a:pt x="23" y="181"/>
                    <a:pt x="25" y="181"/>
                    <a:pt x="27" y="181"/>
                  </a:cubicBezTo>
                  <a:cubicBezTo>
                    <a:pt x="40" y="181"/>
                    <a:pt x="51" y="171"/>
                    <a:pt x="51" y="157"/>
                  </a:cubicBezTo>
                  <a:cubicBezTo>
                    <a:pt x="51" y="147"/>
                    <a:pt x="44" y="137"/>
                    <a:pt x="33" y="134"/>
                  </a:cubicBezTo>
                  <a:close/>
                  <a:moveTo>
                    <a:pt x="41" y="161"/>
                  </a:moveTo>
                  <a:cubicBezTo>
                    <a:pt x="39" y="169"/>
                    <a:pt x="31" y="174"/>
                    <a:pt x="23" y="172"/>
                  </a:cubicBezTo>
                  <a:cubicBezTo>
                    <a:pt x="16" y="169"/>
                    <a:pt x="11" y="162"/>
                    <a:pt x="13" y="154"/>
                  </a:cubicBezTo>
                  <a:cubicBezTo>
                    <a:pt x="14" y="150"/>
                    <a:pt x="16" y="147"/>
                    <a:pt x="20" y="145"/>
                  </a:cubicBezTo>
                  <a:cubicBezTo>
                    <a:pt x="20" y="145"/>
                    <a:pt x="20" y="145"/>
                    <a:pt x="20" y="145"/>
                  </a:cubicBezTo>
                  <a:cubicBezTo>
                    <a:pt x="27" y="141"/>
                    <a:pt x="36" y="143"/>
                    <a:pt x="40" y="150"/>
                  </a:cubicBezTo>
                  <a:cubicBezTo>
                    <a:pt x="41" y="154"/>
                    <a:pt x="42" y="157"/>
                    <a:pt x="41" y="161"/>
                  </a:cubicBezTo>
                  <a:close/>
                  <a:moveTo>
                    <a:pt x="202" y="150"/>
                  </a:moveTo>
                  <a:cubicBezTo>
                    <a:pt x="199" y="137"/>
                    <a:pt x="186" y="129"/>
                    <a:pt x="173" y="133"/>
                  </a:cubicBezTo>
                  <a:cubicBezTo>
                    <a:pt x="160" y="136"/>
                    <a:pt x="153" y="149"/>
                    <a:pt x="156" y="162"/>
                  </a:cubicBezTo>
                  <a:cubicBezTo>
                    <a:pt x="157" y="166"/>
                    <a:pt x="159" y="169"/>
                    <a:pt x="161" y="171"/>
                  </a:cubicBezTo>
                  <a:cubicBezTo>
                    <a:pt x="134" y="199"/>
                    <a:pt x="91" y="203"/>
                    <a:pt x="58" y="183"/>
                  </a:cubicBezTo>
                  <a:cubicBezTo>
                    <a:pt x="56" y="181"/>
                    <a:pt x="53" y="182"/>
                    <a:pt x="52" y="184"/>
                  </a:cubicBezTo>
                  <a:cubicBezTo>
                    <a:pt x="51" y="186"/>
                    <a:pt x="51" y="189"/>
                    <a:pt x="53" y="191"/>
                  </a:cubicBezTo>
                  <a:cubicBezTo>
                    <a:pt x="90" y="214"/>
                    <a:pt x="138" y="208"/>
                    <a:pt x="169" y="177"/>
                  </a:cubicBezTo>
                  <a:cubicBezTo>
                    <a:pt x="172" y="179"/>
                    <a:pt x="176" y="180"/>
                    <a:pt x="179" y="180"/>
                  </a:cubicBezTo>
                  <a:cubicBezTo>
                    <a:pt x="192" y="180"/>
                    <a:pt x="203" y="169"/>
                    <a:pt x="203" y="156"/>
                  </a:cubicBezTo>
                  <a:cubicBezTo>
                    <a:pt x="203" y="154"/>
                    <a:pt x="203" y="152"/>
                    <a:pt x="202" y="150"/>
                  </a:cubicBezTo>
                  <a:close/>
                  <a:moveTo>
                    <a:pt x="192" y="163"/>
                  </a:moveTo>
                  <a:cubicBezTo>
                    <a:pt x="188" y="170"/>
                    <a:pt x="179" y="172"/>
                    <a:pt x="172" y="168"/>
                  </a:cubicBezTo>
                  <a:cubicBezTo>
                    <a:pt x="165" y="164"/>
                    <a:pt x="163" y="156"/>
                    <a:pt x="167" y="149"/>
                  </a:cubicBezTo>
                  <a:cubicBezTo>
                    <a:pt x="171" y="142"/>
                    <a:pt x="180" y="139"/>
                    <a:pt x="187" y="143"/>
                  </a:cubicBezTo>
                  <a:cubicBezTo>
                    <a:pt x="190" y="145"/>
                    <a:pt x="192" y="148"/>
                    <a:pt x="193" y="152"/>
                  </a:cubicBezTo>
                  <a:cubicBezTo>
                    <a:pt x="194" y="156"/>
                    <a:pt x="194" y="160"/>
                    <a:pt x="192" y="16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13">
              <a:extLst>
                <a:ext uri="{FF2B5EF4-FFF2-40B4-BE49-F238E27FC236}">
                  <a16:creationId xmlns:a16="http://schemas.microsoft.com/office/drawing/2014/main" id="{EF6BAB2E-A5DB-2E81-DD8A-62FEB852EE86}"/>
                </a:ext>
              </a:extLst>
            </p:cNvPr>
            <p:cNvSpPr>
              <a:spLocks noEditPoints="1"/>
            </p:cNvSpPr>
            <p:nvPr/>
          </p:nvSpPr>
          <p:spPr bwMode="auto">
            <a:xfrm>
              <a:off x="6088203" y="6326974"/>
              <a:ext cx="228657" cy="252464"/>
            </a:xfrm>
            <a:custGeom>
              <a:avLst/>
              <a:gdLst>
                <a:gd name="T0" fmla="*/ 835 w 1391"/>
                <a:gd name="T1" fmla="*/ 1491 h 1536"/>
                <a:gd name="T2" fmla="*/ 856 w 1391"/>
                <a:gd name="T3" fmla="*/ 1105 h 1536"/>
                <a:gd name="T4" fmla="*/ 761 w 1391"/>
                <a:gd name="T5" fmla="*/ 733 h 1536"/>
                <a:gd name="T6" fmla="*/ 617 w 1391"/>
                <a:gd name="T7" fmla="*/ 785 h 1536"/>
                <a:gd name="T8" fmla="*/ 806 w 1391"/>
                <a:gd name="T9" fmla="*/ 737 h 1536"/>
                <a:gd name="T10" fmla="*/ 1167 w 1391"/>
                <a:gd name="T11" fmla="*/ 1018 h 1536"/>
                <a:gd name="T12" fmla="*/ 1167 w 1391"/>
                <a:gd name="T13" fmla="*/ 1340 h 1536"/>
                <a:gd name="T14" fmla="*/ 1080 w 1391"/>
                <a:gd name="T15" fmla="*/ 1536 h 1536"/>
                <a:gd name="T16" fmla="*/ 1167 w 1391"/>
                <a:gd name="T17" fmla="*/ 1194 h 1536"/>
                <a:gd name="T18" fmla="*/ 870 w 1391"/>
                <a:gd name="T19" fmla="*/ 1177 h 1536"/>
                <a:gd name="T20" fmla="*/ 1093 w 1391"/>
                <a:gd name="T21" fmla="*/ 1083 h 1536"/>
                <a:gd name="T22" fmla="*/ 921 w 1391"/>
                <a:gd name="T23" fmla="*/ 987 h 1536"/>
                <a:gd name="T24" fmla="*/ 1003 w 1391"/>
                <a:gd name="T25" fmla="*/ 1365 h 1536"/>
                <a:gd name="T26" fmla="*/ 1088 w 1391"/>
                <a:gd name="T27" fmla="*/ 1269 h 1536"/>
                <a:gd name="T28" fmla="*/ 1003 w 1391"/>
                <a:gd name="T29" fmla="*/ 1365 h 1536"/>
                <a:gd name="T30" fmla="*/ 1086 w 1391"/>
                <a:gd name="T31" fmla="*/ 1434 h 1536"/>
                <a:gd name="T32" fmla="*/ 915 w 1391"/>
                <a:gd name="T33" fmla="*/ 1491 h 1536"/>
                <a:gd name="T34" fmla="*/ 792 w 1391"/>
                <a:gd name="T35" fmla="*/ 142 h 1536"/>
                <a:gd name="T36" fmla="*/ 960 w 1391"/>
                <a:gd name="T37" fmla="*/ 244 h 1536"/>
                <a:gd name="T38" fmla="*/ 851 w 1391"/>
                <a:gd name="T39" fmla="*/ 532 h 1536"/>
                <a:gd name="T40" fmla="*/ 573 w 1391"/>
                <a:gd name="T41" fmla="*/ 525 h 1536"/>
                <a:gd name="T42" fmla="*/ 526 w 1391"/>
                <a:gd name="T43" fmla="*/ 336 h 1536"/>
                <a:gd name="T44" fmla="*/ 585 w 1391"/>
                <a:gd name="T45" fmla="*/ 153 h 1536"/>
                <a:gd name="T46" fmla="*/ 708 w 1391"/>
                <a:gd name="T47" fmla="*/ 0 h 1536"/>
                <a:gd name="T48" fmla="*/ 705 w 1391"/>
                <a:gd name="T49" fmla="*/ 69 h 1536"/>
                <a:gd name="T50" fmla="*/ 469 w 1391"/>
                <a:gd name="T51" fmla="*/ 216 h 1536"/>
                <a:gd name="T52" fmla="*/ 555 w 1391"/>
                <a:gd name="T53" fmla="*/ 484 h 1536"/>
                <a:gd name="T54" fmla="*/ 836 w 1391"/>
                <a:gd name="T55" fmla="*/ 484 h 1536"/>
                <a:gd name="T56" fmla="*/ 414 w 1391"/>
                <a:gd name="T57" fmla="*/ 1536 h 1536"/>
                <a:gd name="T58" fmla="*/ 693 w 1391"/>
                <a:gd name="T59" fmla="*/ 1536 h 1536"/>
                <a:gd name="T60" fmla="*/ 501 w 1391"/>
                <a:gd name="T61" fmla="*/ 1465 h 1536"/>
                <a:gd name="T62" fmla="*/ 603 w 1391"/>
                <a:gd name="T63" fmla="*/ 875 h 1536"/>
                <a:gd name="T64" fmla="*/ 468 w 1391"/>
                <a:gd name="T65" fmla="*/ 992 h 1536"/>
                <a:gd name="T66" fmla="*/ 264 w 1391"/>
                <a:gd name="T67" fmla="*/ 1204 h 1536"/>
                <a:gd name="T68" fmla="*/ 309 w 1391"/>
                <a:gd name="T69" fmla="*/ 1210 h 1536"/>
                <a:gd name="T70" fmla="*/ 426 w 1391"/>
                <a:gd name="T71" fmla="*/ 1019 h 1536"/>
                <a:gd name="T72" fmla="*/ 343 w 1391"/>
                <a:gd name="T73" fmla="*/ 1491 h 1536"/>
                <a:gd name="T74" fmla="*/ 264 w 1391"/>
                <a:gd name="T75" fmla="*/ 1336 h 1536"/>
                <a:gd name="T76" fmla="*/ 414 w 1391"/>
                <a:gd name="T77" fmla="*/ 1536 h 1536"/>
                <a:gd name="T78" fmla="*/ 1280 w 1391"/>
                <a:gd name="T79" fmla="*/ 273 h 1536"/>
                <a:gd name="T80" fmla="*/ 1321 w 1391"/>
                <a:gd name="T81" fmla="*/ 399 h 1536"/>
                <a:gd name="T82" fmla="*/ 1275 w 1391"/>
                <a:gd name="T83" fmla="*/ 527 h 1536"/>
                <a:gd name="T84" fmla="*/ 1086 w 1391"/>
                <a:gd name="T85" fmla="*/ 526 h 1536"/>
                <a:gd name="T86" fmla="*/ 1026 w 1391"/>
                <a:gd name="T87" fmla="*/ 346 h 1536"/>
                <a:gd name="T88" fmla="*/ 1135 w 1391"/>
                <a:gd name="T89" fmla="*/ 263 h 1536"/>
                <a:gd name="T90" fmla="*/ 1178 w 1391"/>
                <a:gd name="T91" fmla="*/ 449 h 1536"/>
                <a:gd name="T92" fmla="*/ 1283 w 1391"/>
                <a:gd name="T93" fmla="*/ 373 h 1536"/>
                <a:gd name="T94" fmla="*/ 1201 w 1391"/>
                <a:gd name="T95" fmla="*/ 233 h 1536"/>
                <a:gd name="T96" fmla="*/ 1121 w 1391"/>
                <a:gd name="T97" fmla="*/ 375 h 1536"/>
                <a:gd name="T98" fmla="*/ 75 w 1391"/>
                <a:gd name="T99" fmla="*/ 415 h 1536"/>
                <a:gd name="T100" fmla="*/ 39 w 1391"/>
                <a:gd name="T101" fmla="*/ 285 h 1536"/>
                <a:gd name="T102" fmla="*/ 191 w 1391"/>
                <a:gd name="T103" fmla="*/ 174 h 1536"/>
                <a:gd name="T104" fmla="*/ 345 w 1391"/>
                <a:gd name="T105" fmla="*/ 285 h 1536"/>
                <a:gd name="T106" fmla="*/ 306 w 1391"/>
                <a:gd name="T107" fmla="*/ 421 h 1536"/>
                <a:gd name="T108" fmla="*/ 266 w 1391"/>
                <a:gd name="T109" fmla="*/ 528 h 1536"/>
                <a:gd name="T110" fmla="*/ 63 w 1391"/>
                <a:gd name="T111" fmla="*/ 494 h 1536"/>
                <a:gd name="T112" fmla="*/ 318 w 1391"/>
                <a:gd name="T113" fmla="*/ 327 h 1536"/>
                <a:gd name="T114" fmla="*/ 163 w 1391"/>
                <a:gd name="T115" fmla="*/ 289 h 1536"/>
                <a:gd name="T116" fmla="*/ 122 w 1391"/>
                <a:gd name="T117" fmla="*/ 416 h 1536"/>
                <a:gd name="T118" fmla="*/ 271 w 1391"/>
                <a:gd name="T119" fmla="*/ 479 h 1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91" h="1536">
                  <a:moveTo>
                    <a:pt x="783" y="1536"/>
                  </a:moveTo>
                  <a:cubicBezTo>
                    <a:pt x="772" y="1529"/>
                    <a:pt x="764" y="1520"/>
                    <a:pt x="769" y="1506"/>
                  </a:cubicBezTo>
                  <a:cubicBezTo>
                    <a:pt x="774" y="1493"/>
                    <a:pt x="786" y="1490"/>
                    <a:pt x="798" y="1491"/>
                  </a:cubicBezTo>
                  <a:cubicBezTo>
                    <a:pt x="810" y="1491"/>
                    <a:pt x="821" y="1491"/>
                    <a:pt x="835" y="1491"/>
                  </a:cubicBezTo>
                  <a:cubicBezTo>
                    <a:pt x="818" y="1451"/>
                    <a:pt x="824" y="1417"/>
                    <a:pt x="855" y="1386"/>
                  </a:cubicBezTo>
                  <a:cubicBezTo>
                    <a:pt x="837" y="1367"/>
                    <a:pt x="825" y="1344"/>
                    <a:pt x="825" y="1317"/>
                  </a:cubicBezTo>
                  <a:cubicBezTo>
                    <a:pt x="826" y="1289"/>
                    <a:pt x="837" y="1267"/>
                    <a:pt x="856" y="1248"/>
                  </a:cubicBezTo>
                  <a:cubicBezTo>
                    <a:pt x="818" y="1209"/>
                    <a:pt x="810" y="1153"/>
                    <a:pt x="856" y="1105"/>
                  </a:cubicBezTo>
                  <a:cubicBezTo>
                    <a:pt x="821" y="1068"/>
                    <a:pt x="816" y="1028"/>
                    <a:pt x="840" y="985"/>
                  </a:cubicBezTo>
                  <a:cubicBezTo>
                    <a:pt x="823" y="974"/>
                    <a:pt x="805" y="966"/>
                    <a:pt x="790" y="954"/>
                  </a:cubicBezTo>
                  <a:cubicBezTo>
                    <a:pt x="749" y="917"/>
                    <a:pt x="735" y="871"/>
                    <a:pt x="745" y="817"/>
                  </a:cubicBezTo>
                  <a:cubicBezTo>
                    <a:pt x="750" y="789"/>
                    <a:pt x="756" y="761"/>
                    <a:pt x="761" y="733"/>
                  </a:cubicBezTo>
                  <a:cubicBezTo>
                    <a:pt x="769" y="691"/>
                    <a:pt x="749" y="648"/>
                    <a:pt x="713" y="626"/>
                  </a:cubicBezTo>
                  <a:cubicBezTo>
                    <a:pt x="696" y="616"/>
                    <a:pt x="688" y="619"/>
                    <a:pt x="682" y="637"/>
                  </a:cubicBezTo>
                  <a:cubicBezTo>
                    <a:pt x="667" y="679"/>
                    <a:pt x="653" y="721"/>
                    <a:pt x="639" y="764"/>
                  </a:cubicBezTo>
                  <a:cubicBezTo>
                    <a:pt x="635" y="775"/>
                    <a:pt x="630" y="784"/>
                    <a:pt x="617" y="785"/>
                  </a:cubicBezTo>
                  <a:cubicBezTo>
                    <a:pt x="601" y="786"/>
                    <a:pt x="590" y="771"/>
                    <a:pt x="595" y="755"/>
                  </a:cubicBezTo>
                  <a:cubicBezTo>
                    <a:pt x="610" y="707"/>
                    <a:pt x="626" y="658"/>
                    <a:pt x="644" y="611"/>
                  </a:cubicBezTo>
                  <a:cubicBezTo>
                    <a:pt x="656" y="580"/>
                    <a:pt x="695" y="567"/>
                    <a:pt x="725" y="581"/>
                  </a:cubicBezTo>
                  <a:cubicBezTo>
                    <a:pt x="782" y="608"/>
                    <a:pt x="816" y="674"/>
                    <a:pt x="806" y="737"/>
                  </a:cubicBezTo>
                  <a:cubicBezTo>
                    <a:pt x="800" y="769"/>
                    <a:pt x="793" y="801"/>
                    <a:pt x="788" y="834"/>
                  </a:cubicBezTo>
                  <a:cubicBezTo>
                    <a:pt x="779" y="890"/>
                    <a:pt x="822" y="942"/>
                    <a:pt x="879" y="942"/>
                  </a:cubicBezTo>
                  <a:cubicBezTo>
                    <a:pt x="950" y="943"/>
                    <a:pt x="1021" y="942"/>
                    <a:pt x="1092" y="942"/>
                  </a:cubicBezTo>
                  <a:cubicBezTo>
                    <a:pt x="1140" y="942"/>
                    <a:pt x="1167" y="970"/>
                    <a:pt x="1167" y="1018"/>
                  </a:cubicBezTo>
                  <a:cubicBezTo>
                    <a:pt x="1167" y="1041"/>
                    <a:pt x="1167" y="1064"/>
                    <a:pt x="1167" y="1088"/>
                  </a:cubicBezTo>
                  <a:cubicBezTo>
                    <a:pt x="1217" y="1113"/>
                    <a:pt x="1220" y="1160"/>
                    <a:pt x="1206" y="1222"/>
                  </a:cubicBezTo>
                  <a:cubicBezTo>
                    <a:pt x="1202" y="1241"/>
                    <a:pt x="1191" y="1249"/>
                    <a:pt x="1164" y="1266"/>
                  </a:cubicBezTo>
                  <a:cubicBezTo>
                    <a:pt x="1165" y="1291"/>
                    <a:pt x="1167" y="1316"/>
                    <a:pt x="1167" y="1340"/>
                  </a:cubicBezTo>
                  <a:cubicBezTo>
                    <a:pt x="1166" y="1364"/>
                    <a:pt x="1155" y="1383"/>
                    <a:pt x="1135" y="1397"/>
                  </a:cubicBezTo>
                  <a:cubicBezTo>
                    <a:pt x="1128" y="1401"/>
                    <a:pt x="1128" y="1406"/>
                    <a:pt x="1129" y="1414"/>
                  </a:cubicBezTo>
                  <a:cubicBezTo>
                    <a:pt x="1130" y="1437"/>
                    <a:pt x="1132" y="1462"/>
                    <a:pt x="1129" y="1485"/>
                  </a:cubicBezTo>
                  <a:cubicBezTo>
                    <a:pt x="1126" y="1513"/>
                    <a:pt x="1105" y="1527"/>
                    <a:pt x="1080" y="1536"/>
                  </a:cubicBezTo>
                  <a:cubicBezTo>
                    <a:pt x="981" y="1536"/>
                    <a:pt x="882" y="1536"/>
                    <a:pt x="783" y="1536"/>
                  </a:cubicBezTo>
                  <a:close/>
                  <a:moveTo>
                    <a:pt x="1026" y="1224"/>
                  </a:moveTo>
                  <a:cubicBezTo>
                    <a:pt x="1063" y="1224"/>
                    <a:pt x="1099" y="1224"/>
                    <a:pt x="1135" y="1224"/>
                  </a:cubicBezTo>
                  <a:cubicBezTo>
                    <a:pt x="1155" y="1224"/>
                    <a:pt x="1166" y="1213"/>
                    <a:pt x="1167" y="1194"/>
                  </a:cubicBezTo>
                  <a:cubicBezTo>
                    <a:pt x="1167" y="1183"/>
                    <a:pt x="1167" y="1173"/>
                    <a:pt x="1167" y="1162"/>
                  </a:cubicBezTo>
                  <a:cubicBezTo>
                    <a:pt x="1167" y="1139"/>
                    <a:pt x="1156" y="1128"/>
                    <a:pt x="1132" y="1128"/>
                  </a:cubicBezTo>
                  <a:cubicBezTo>
                    <a:pt x="1062" y="1128"/>
                    <a:pt x="991" y="1128"/>
                    <a:pt x="921" y="1128"/>
                  </a:cubicBezTo>
                  <a:cubicBezTo>
                    <a:pt x="891" y="1128"/>
                    <a:pt x="869" y="1149"/>
                    <a:pt x="870" y="1177"/>
                  </a:cubicBezTo>
                  <a:cubicBezTo>
                    <a:pt x="870" y="1204"/>
                    <a:pt x="891" y="1224"/>
                    <a:pt x="921" y="1224"/>
                  </a:cubicBezTo>
                  <a:cubicBezTo>
                    <a:pt x="956" y="1224"/>
                    <a:pt x="991" y="1224"/>
                    <a:pt x="1026" y="1224"/>
                  </a:cubicBezTo>
                  <a:close/>
                  <a:moveTo>
                    <a:pt x="1008" y="1083"/>
                  </a:moveTo>
                  <a:cubicBezTo>
                    <a:pt x="1036" y="1083"/>
                    <a:pt x="1065" y="1083"/>
                    <a:pt x="1093" y="1083"/>
                  </a:cubicBezTo>
                  <a:cubicBezTo>
                    <a:pt x="1114" y="1083"/>
                    <a:pt x="1122" y="1076"/>
                    <a:pt x="1122" y="1054"/>
                  </a:cubicBezTo>
                  <a:cubicBezTo>
                    <a:pt x="1122" y="1041"/>
                    <a:pt x="1122" y="1028"/>
                    <a:pt x="1122" y="1015"/>
                  </a:cubicBezTo>
                  <a:cubicBezTo>
                    <a:pt x="1122" y="996"/>
                    <a:pt x="1114" y="988"/>
                    <a:pt x="1095" y="987"/>
                  </a:cubicBezTo>
                  <a:cubicBezTo>
                    <a:pt x="1037" y="987"/>
                    <a:pt x="979" y="987"/>
                    <a:pt x="921" y="987"/>
                  </a:cubicBezTo>
                  <a:cubicBezTo>
                    <a:pt x="892" y="988"/>
                    <a:pt x="870" y="1009"/>
                    <a:pt x="870" y="1036"/>
                  </a:cubicBezTo>
                  <a:cubicBezTo>
                    <a:pt x="870" y="1063"/>
                    <a:pt x="892" y="1083"/>
                    <a:pt x="921" y="1083"/>
                  </a:cubicBezTo>
                  <a:cubicBezTo>
                    <a:pt x="950" y="1083"/>
                    <a:pt x="979" y="1083"/>
                    <a:pt x="1008" y="1083"/>
                  </a:cubicBezTo>
                  <a:close/>
                  <a:moveTo>
                    <a:pt x="1003" y="1365"/>
                  </a:moveTo>
                  <a:cubicBezTo>
                    <a:pt x="1032" y="1365"/>
                    <a:pt x="1060" y="1365"/>
                    <a:pt x="1089" y="1365"/>
                  </a:cubicBezTo>
                  <a:cubicBezTo>
                    <a:pt x="1111" y="1365"/>
                    <a:pt x="1122" y="1354"/>
                    <a:pt x="1122" y="1332"/>
                  </a:cubicBezTo>
                  <a:cubicBezTo>
                    <a:pt x="1122" y="1322"/>
                    <a:pt x="1122" y="1313"/>
                    <a:pt x="1122" y="1303"/>
                  </a:cubicBezTo>
                  <a:cubicBezTo>
                    <a:pt x="1122" y="1280"/>
                    <a:pt x="1111" y="1269"/>
                    <a:pt x="1088" y="1269"/>
                  </a:cubicBezTo>
                  <a:cubicBezTo>
                    <a:pt x="1032" y="1269"/>
                    <a:pt x="977" y="1269"/>
                    <a:pt x="921" y="1269"/>
                  </a:cubicBezTo>
                  <a:cubicBezTo>
                    <a:pt x="892" y="1270"/>
                    <a:pt x="870" y="1290"/>
                    <a:pt x="870" y="1317"/>
                  </a:cubicBezTo>
                  <a:cubicBezTo>
                    <a:pt x="870" y="1344"/>
                    <a:pt x="892" y="1365"/>
                    <a:pt x="921" y="1365"/>
                  </a:cubicBezTo>
                  <a:cubicBezTo>
                    <a:pt x="949" y="1365"/>
                    <a:pt x="976" y="1365"/>
                    <a:pt x="1003" y="1365"/>
                  </a:cubicBezTo>
                  <a:close/>
                  <a:moveTo>
                    <a:pt x="988" y="1491"/>
                  </a:moveTo>
                  <a:cubicBezTo>
                    <a:pt x="1014" y="1491"/>
                    <a:pt x="1039" y="1491"/>
                    <a:pt x="1065" y="1491"/>
                  </a:cubicBezTo>
                  <a:cubicBezTo>
                    <a:pt x="1079" y="1491"/>
                    <a:pt x="1086" y="1484"/>
                    <a:pt x="1086" y="1470"/>
                  </a:cubicBezTo>
                  <a:cubicBezTo>
                    <a:pt x="1086" y="1458"/>
                    <a:pt x="1086" y="1446"/>
                    <a:pt x="1086" y="1434"/>
                  </a:cubicBezTo>
                  <a:cubicBezTo>
                    <a:pt x="1086" y="1417"/>
                    <a:pt x="1080" y="1410"/>
                    <a:pt x="1062" y="1410"/>
                  </a:cubicBezTo>
                  <a:cubicBezTo>
                    <a:pt x="1013" y="1410"/>
                    <a:pt x="963" y="1410"/>
                    <a:pt x="914" y="1410"/>
                  </a:cubicBezTo>
                  <a:cubicBezTo>
                    <a:pt x="889" y="1411"/>
                    <a:pt x="871" y="1428"/>
                    <a:pt x="870" y="1450"/>
                  </a:cubicBezTo>
                  <a:cubicBezTo>
                    <a:pt x="870" y="1474"/>
                    <a:pt x="889" y="1491"/>
                    <a:pt x="915" y="1491"/>
                  </a:cubicBezTo>
                  <a:cubicBezTo>
                    <a:pt x="939" y="1491"/>
                    <a:pt x="964" y="1491"/>
                    <a:pt x="988" y="1491"/>
                  </a:cubicBezTo>
                  <a:close/>
                  <a:moveTo>
                    <a:pt x="708" y="0"/>
                  </a:moveTo>
                  <a:cubicBezTo>
                    <a:pt x="723" y="8"/>
                    <a:pt x="731" y="20"/>
                    <a:pt x="738" y="35"/>
                  </a:cubicBezTo>
                  <a:cubicBezTo>
                    <a:pt x="755" y="71"/>
                    <a:pt x="773" y="107"/>
                    <a:pt x="792" y="142"/>
                  </a:cubicBezTo>
                  <a:cubicBezTo>
                    <a:pt x="794" y="147"/>
                    <a:pt x="801" y="152"/>
                    <a:pt x="807" y="153"/>
                  </a:cubicBezTo>
                  <a:cubicBezTo>
                    <a:pt x="851" y="160"/>
                    <a:pt x="895" y="167"/>
                    <a:pt x="939" y="173"/>
                  </a:cubicBezTo>
                  <a:cubicBezTo>
                    <a:pt x="955" y="176"/>
                    <a:pt x="966" y="184"/>
                    <a:pt x="971" y="200"/>
                  </a:cubicBezTo>
                  <a:cubicBezTo>
                    <a:pt x="977" y="216"/>
                    <a:pt x="973" y="231"/>
                    <a:pt x="960" y="244"/>
                  </a:cubicBezTo>
                  <a:cubicBezTo>
                    <a:pt x="929" y="274"/>
                    <a:pt x="898" y="304"/>
                    <a:pt x="867" y="334"/>
                  </a:cubicBezTo>
                  <a:cubicBezTo>
                    <a:pt x="860" y="341"/>
                    <a:pt x="858" y="346"/>
                    <a:pt x="860" y="355"/>
                  </a:cubicBezTo>
                  <a:cubicBezTo>
                    <a:pt x="868" y="396"/>
                    <a:pt x="874" y="437"/>
                    <a:pt x="881" y="478"/>
                  </a:cubicBezTo>
                  <a:cubicBezTo>
                    <a:pt x="886" y="507"/>
                    <a:pt x="876" y="527"/>
                    <a:pt x="851" y="532"/>
                  </a:cubicBezTo>
                  <a:cubicBezTo>
                    <a:pt x="841" y="533"/>
                    <a:pt x="830" y="531"/>
                    <a:pt x="821" y="526"/>
                  </a:cubicBezTo>
                  <a:cubicBezTo>
                    <a:pt x="783" y="507"/>
                    <a:pt x="745" y="487"/>
                    <a:pt x="708" y="467"/>
                  </a:cubicBezTo>
                  <a:cubicBezTo>
                    <a:pt x="700" y="463"/>
                    <a:pt x="693" y="462"/>
                    <a:pt x="685" y="467"/>
                  </a:cubicBezTo>
                  <a:cubicBezTo>
                    <a:pt x="648" y="487"/>
                    <a:pt x="610" y="506"/>
                    <a:pt x="573" y="525"/>
                  </a:cubicBezTo>
                  <a:cubicBezTo>
                    <a:pt x="557" y="534"/>
                    <a:pt x="542" y="537"/>
                    <a:pt x="526" y="526"/>
                  </a:cubicBezTo>
                  <a:cubicBezTo>
                    <a:pt x="510" y="514"/>
                    <a:pt x="507" y="499"/>
                    <a:pt x="510" y="481"/>
                  </a:cubicBezTo>
                  <a:cubicBezTo>
                    <a:pt x="517" y="438"/>
                    <a:pt x="525" y="396"/>
                    <a:pt x="531" y="353"/>
                  </a:cubicBezTo>
                  <a:cubicBezTo>
                    <a:pt x="532" y="348"/>
                    <a:pt x="530" y="340"/>
                    <a:pt x="526" y="336"/>
                  </a:cubicBezTo>
                  <a:cubicBezTo>
                    <a:pt x="496" y="306"/>
                    <a:pt x="465" y="276"/>
                    <a:pt x="434" y="247"/>
                  </a:cubicBezTo>
                  <a:cubicBezTo>
                    <a:pt x="421" y="234"/>
                    <a:pt x="414" y="220"/>
                    <a:pt x="420" y="201"/>
                  </a:cubicBezTo>
                  <a:cubicBezTo>
                    <a:pt x="426" y="183"/>
                    <a:pt x="439" y="175"/>
                    <a:pt x="458" y="172"/>
                  </a:cubicBezTo>
                  <a:cubicBezTo>
                    <a:pt x="500" y="166"/>
                    <a:pt x="543" y="160"/>
                    <a:pt x="585" y="153"/>
                  </a:cubicBezTo>
                  <a:cubicBezTo>
                    <a:pt x="591" y="152"/>
                    <a:pt x="598" y="147"/>
                    <a:pt x="600" y="142"/>
                  </a:cubicBezTo>
                  <a:cubicBezTo>
                    <a:pt x="619" y="106"/>
                    <a:pt x="637" y="70"/>
                    <a:pt x="654" y="34"/>
                  </a:cubicBezTo>
                  <a:cubicBezTo>
                    <a:pt x="661" y="19"/>
                    <a:pt x="670" y="7"/>
                    <a:pt x="684" y="0"/>
                  </a:cubicBezTo>
                  <a:cubicBezTo>
                    <a:pt x="692" y="0"/>
                    <a:pt x="700" y="0"/>
                    <a:pt x="708" y="0"/>
                  </a:cubicBezTo>
                  <a:close/>
                  <a:moveTo>
                    <a:pt x="917" y="215"/>
                  </a:moveTo>
                  <a:cubicBezTo>
                    <a:pt x="879" y="210"/>
                    <a:pt x="838" y="203"/>
                    <a:pt x="797" y="198"/>
                  </a:cubicBezTo>
                  <a:cubicBezTo>
                    <a:pt x="776" y="196"/>
                    <a:pt x="762" y="186"/>
                    <a:pt x="753" y="167"/>
                  </a:cubicBezTo>
                  <a:cubicBezTo>
                    <a:pt x="738" y="134"/>
                    <a:pt x="721" y="102"/>
                    <a:pt x="705" y="69"/>
                  </a:cubicBezTo>
                  <a:cubicBezTo>
                    <a:pt x="702" y="64"/>
                    <a:pt x="699" y="59"/>
                    <a:pt x="696" y="52"/>
                  </a:cubicBezTo>
                  <a:cubicBezTo>
                    <a:pt x="676" y="91"/>
                    <a:pt x="657" y="128"/>
                    <a:pt x="640" y="166"/>
                  </a:cubicBezTo>
                  <a:cubicBezTo>
                    <a:pt x="630" y="186"/>
                    <a:pt x="616" y="196"/>
                    <a:pt x="594" y="198"/>
                  </a:cubicBezTo>
                  <a:cubicBezTo>
                    <a:pt x="553" y="203"/>
                    <a:pt x="512" y="210"/>
                    <a:pt x="469" y="216"/>
                  </a:cubicBezTo>
                  <a:cubicBezTo>
                    <a:pt x="474" y="221"/>
                    <a:pt x="477" y="225"/>
                    <a:pt x="481" y="228"/>
                  </a:cubicBezTo>
                  <a:cubicBezTo>
                    <a:pt x="508" y="255"/>
                    <a:pt x="535" y="282"/>
                    <a:pt x="562" y="308"/>
                  </a:cubicBezTo>
                  <a:cubicBezTo>
                    <a:pt x="576" y="321"/>
                    <a:pt x="581" y="336"/>
                    <a:pt x="577" y="355"/>
                  </a:cubicBezTo>
                  <a:cubicBezTo>
                    <a:pt x="569" y="397"/>
                    <a:pt x="563" y="439"/>
                    <a:pt x="555" y="484"/>
                  </a:cubicBezTo>
                  <a:cubicBezTo>
                    <a:pt x="595" y="463"/>
                    <a:pt x="634" y="443"/>
                    <a:pt x="671" y="423"/>
                  </a:cubicBezTo>
                  <a:cubicBezTo>
                    <a:pt x="688" y="414"/>
                    <a:pt x="704" y="414"/>
                    <a:pt x="721" y="423"/>
                  </a:cubicBezTo>
                  <a:cubicBezTo>
                    <a:pt x="744" y="436"/>
                    <a:pt x="768" y="448"/>
                    <a:pt x="791" y="460"/>
                  </a:cubicBezTo>
                  <a:cubicBezTo>
                    <a:pt x="805" y="468"/>
                    <a:pt x="820" y="475"/>
                    <a:pt x="836" y="484"/>
                  </a:cubicBezTo>
                  <a:cubicBezTo>
                    <a:pt x="829" y="441"/>
                    <a:pt x="823" y="400"/>
                    <a:pt x="815" y="360"/>
                  </a:cubicBezTo>
                  <a:cubicBezTo>
                    <a:pt x="810" y="337"/>
                    <a:pt x="816" y="320"/>
                    <a:pt x="833" y="304"/>
                  </a:cubicBezTo>
                  <a:cubicBezTo>
                    <a:pt x="862" y="275"/>
                    <a:pt x="889" y="245"/>
                    <a:pt x="917" y="215"/>
                  </a:cubicBezTo>
                  <a:close/>
                  <a:moveTo>
                    <a:pt x="414" y="1536"/>
                  </a:moveTo>
                  <a:cubicBezTo>
                    <a:pt x="434" y="1528"/>
                    <a:pt x="453" y="1517"/>
                    <a:pt x="464" y="1495"/>
                  </a:cubicBezTo>
                  <a:cubicBezTo>
                    <a:pt x="499" y="1521"/>
                    <a:pt x="538" y="1530"/>
                    <a:pt x="580" y="1534"/>
                  </a:cubicBezTo>
                  <a:cubicBezTo>
                    <a:pt x="581" y="1534"/>
                    <a:pt x="583" y="1535"/>
                    <a:pt x="585" y="1536"/>
                  </a:cubicBezTo>
                  <a:cubicBezTo>
                    <a:pt x="621" y="1536"/>
                    <a:pt x="657" y="1536"/>
                    <a:pt x="693" y="1536"/>
                  </a:cubicBezTo>
                  <a:cubicBezTo>
                    <a:pt x="704" y="1529"/>
                    <a:pt x="712" y="1520"/>
                    <a:pt x="707" y="1506"/>
                  </a:cubicBezTo>
                  <a:cubicBezTo>
                    <a:pt x="702" y="1493"/>
                    <a:pt x="691" y="1491"/>
                    <a:pt x="678" y="1491"/>
                  </a:cubicBezTo>
                  <a:cubicBezTo>
                    <a:pt x="653" y="1491"/>
                    <a:pt x="629" y="1492"/>
                    <a:pt x="604" y="1491"/>
                  </a:cubicBezTo>
                  <a:cubicBezTo>
                    <a:pt x="568" y="1489"/>
                    <a:pt x="532" y="1485"/>
                    <a:pt x="501" y="1465"/>
                  </a:cubicBezTo>
                  <a:cubicBezTo>
                    <a:pt x="484" y="1455"/>
                    <a:pt x="471" y="1441"/>
                    <a:pt x="471" y="1420"/>
                  </a:cubicBezTo>
                  <a:cubicBezTo>
                    <a:pt x="471" y="1298"/>
                    <a:pt x="471" y="1176"/>
                    <a:pt x="471" y="1054"/>
                  </a:cubicBezTo>
                  <a:cubicBezTo>
                    <a:pt x="471" y="1049"/>
                    <a:pt x="474" y="1043"/>
                    <a:pt x="478" y="1041"/>
                  </a:cubicBezTo>
                  <a:cubicBezTo>
                    <a:pt x="540" y="1001"/>
                    <a:pt x="578" y="943"/>
                    <a:pt x="603" y="875"/>
                  </a:cubicBezTo>
                  <a:cubicBezTo>
                    <a:pt x="609" y="859"/>
                    <a:pt x="605" y="846"/>
                    <a:pt x="592" y="841"/>
                  </a:cubicBezTo>
                  <a:cubicBezTo>
                    <a:pt x="579" y="836"/>
                    <a:pt x="568" y="843"/>
                    <a:pt x="561" y="859"/>
                  </a:cubicBezTo>
                  <a:cubicBezTo>
                    <a:pt x="552" y="878"/>
                    <a:pt x="544" y="897"/>
                    <a:pt x="534" y="916"/>
                  </a:cubicBezTo>
                  <a:cubicBezTo>
                    <a:pt x="518" y="946"/>
                    <a:pt x="497" y="972"/>
                    <a:pt x="468" y="992"/>
                  </a:cubicBezTo>
                  <a:cubicBezTo>
                    <a:pt x="451" y="954"/>
                    <a:pt x="422" y="940"/>
                    <a:pt x="383" y="942"/>
                  </a:cubicBezTo>
                  <a:cubicBezTo>
                    <a:pt x="369" y="943"/>
                    <a:pt x="355" y="942"/>
                    <a:pt x="341" y="942"/>
                  </a:cubicBezTo>
                  <a:cubicBezTo>
                    <a:pt x="294" y="943"/>
                    <a:pt x="264" y="972"/>
                    <a:pt x="264" y="1019"/>
                  </a:cubicBezTo>
                  <a:cubicBezTo>
                    <a:pt x="264" y="1081"/>
                    <a:pt x="264" y="1142"/>
                    <a:pt x="264" y="1204"/>
                  </a:cubicBezTo>
                  <a:cubicBezTo>
                    <a:pt x="264" y="1210"/>
                    <a:pt x="264" y="1217"/>
                    <a:pt x="264" y="1223"/>
                  </a:cubicBezTo>
                  <a:cubicBezTo>
                    <a:pt x="265" y="1239"/>
                    <a:pt x="273" y="1248"/>
                    <a:pt x="286" y="1248"/>
                  </a:cubicBezTo>
                  <a:cubicBezTo>
                    <a:pt x="300" y="1248"/>
                    <a:pt x="309" y="1239"/>
                    <a:pt x="309" y="1222"/>
                  </a:cubicBezTo>
                  <a:cubicBezTo>
                    <a:pt x="309" y="1218"/>
                    <a:pt x="309" y="1214"/>
                    <a:pt x="309" y="1210"/>
                  </a:cubicBezTo>
                  <a:cubicBezTo>
                    <a:pt x="309" y="1146"/>
                    <a:pt x="309" y="1082"/>
                    <a:pt x="309" y="1018"/>
                  </a:cubicBezTo>
                  <a:cubicBezTo>
                    <a:pt x="309" y="998"/>
                    <a:pt x="319" y="988"/>
                    <a:pt x="339" y="987"/>
                  </a:cubicBezTo>
                  <a:cubicBezTo>
                    <a:pt x="358" y="987"/>
                    <a:pt x="376" y="987"/>
                    <a:pt x="395" y="987"/>
                  </a:cubicBezTo>
                  <a:cubicBezTo>
                    <a:pt x="416" y="988"/>
                    <a:pt x="425" y="998"/>
                    <a:pt x="426" y="1019"/>
                  </a:cubicBezTo>
                  <a:cubicBezTo>
                    <a:pt x="426" y="1020"/>
                    <a:pt x="426" y="1020"/>
                    <a:pt x="426" y="1021"/>
                  </a:cubicBezTo>
                  <a:cubicBezTo>
                    <a:pt x="426" y="1166"/>
                    <a:pt x="426" y="1312"/>
                    <a:pt x="426" y="1457"/>
                  </a:cubicBezTo>
                  <a:cubicBezTo>
                    <a:pt x="426" y="1481"/>
                    <a:pt x="416" y="1491"/>
                    <a:pt x="392" y="1491"/>
                  </a:cubicBezTo>
                  <a:cubicBezTo>
                    <a:pt x="376" y="1491"/>
                    <a:pt x="359" y="1491"/>
                    <a:pt x="343" y="1491"/>
                  </a:cubicBezTo>
                  <a:cubicBezTo>
                    <a:pt x="318" y="1491"/>
                    <a:pt x="309" y="1482"/>
                    <a:pt x="309" y="1458"/>
                  </a:cubicBezTo>
                  <a:cubicBezTo>
                    <a:pt x="309" y="1417"/>
                    <a:pt x="309" y="1377"/>
                    <a:pt x="309" y="1336"/>
                  </a:cubicBezTo>
                  <a:cubicBezTo>
                    <a:pt x="309" y="1318"/>
                    <a:pt x="301" y="1308"/>
                    <a:pt x="287" y="1308"/>
                  </a:cubicBezTo>
                  <a:cubicBezTo>
                    <a:pt x="272" y="1308"/>
                    <a:pt x="264" y="1318"/>
                    <a:pt x="264" y="1336"/>
                  </a:cubicBezTo>
                  <a:cubicBezTo>
                    <a:pt x="264" y="1378"/>
                    <a:pt x="264" y="1420"/>
                    <a:pt x="264" y="1462"/>
                  </a:cubicBezTo>
                  <a:cubicBezTo>
                    <a:pt x="264" y="1468"/>
                    <a:pt x="265" y="1474"/>
                    <a:pt x="266" y="1480"/>
                  </a:cubicBezTo>
                  <a:cubicBezTo>
                    <a:pt x="273" y="1510"/>
                    <a:pt x="294" y="1526"/>
                    <a:pt x="321" y="1536"/>
                  </a:cubicBezTo>
                  <a:cubicBezTo>
                    <a:pt x="352" y="1536"/>
                    <a:pt x="383" y="1536"/>
                    <a:pt x="414" y="1536"/>
                  </a:cubicBezTo>
                  <a:close/>
                  <a:moveTo>
                    <a:pt x="1200" y="174"/>
                  </a:moveTo>
                  <a:cubicBezTo>
                    <a:pt x="1215" y="174"/>
                    <a:pt x="1226" y="181"/>
                    <a:pt x="1232" y="195"/>
                  </a:cubicBezTo>
                  <a:cubicBezTo>
                    <a:pt x="1243" y="217"/>
                    <a:pt x="1254" y="240"/>
                    <a:pt x="1266" y="263"/>
                  </a:cubicBezTo>
                  <a:cubicBezTo>
                    <a:pt x="1269" y="268"/>
                    <a:pt x="1275" y="272"/>
                    <a:pt x="1280" y="273"/>
                  </a:cubicBezTo>
                  <a:cubicBezTo>
                    <a:pt x="1305" y="278"/>
                    <a:pt x="1330" y="281"/>
                    <a:pt x="1356" y="285"/>
                  </a:cubicBezTo>
                  <a:cubicBezTo>
                    <a:pt x="1371" y="287"/>
                    <a:pt x="1382" y="294"/>
                    <a:pt x="1387" y="309"/>
                  </a:cubicBezTo>
                  <a:cubicBezTo>
                    <a:pt x="1391" y="324"/>
                    <a:pt x="1386" y="335"/>
                    <a:pt x="1376" y="346"/>
                  </a:cubicBezTo>
                  <a:cubicBezTo>
                    <a:pt x="1357" y="363"/>
                    <a:pt x="1339" y="381"/>
                    <a:pt x="1321" y="399"/>
                  </a:cubicBezTo>
                  <a:cubicBezTo>
                    <a:pt x="1317" y="403"/>
                    <a:pt x="1315" y="411"/>
                    <a:pt x="1316" y="416"/>
                  </a:cubicBezTo>
                  <a:cubicBezTo>
                    <a:pt x="1319" y="440"/>
                    <a:pt x="1324" y="464"/>
                    <a:pt x="1328" y="488"/>
                  </a:cubicBezTo>
                  <a:cubicBezTo>
                    <a:pt x="1331" y="503"/>
                    <a:pt x="1329" y="516"/>
                    <a:pt x="1316" y="526"/>
                  </a:cubicBezTo>
                  <a:cubicBezTo>
                    <a:pt x="1303" y="535"/>
                    <a:pt x="1290" y="535"/>
                    <a:pt x="1275" y="527"/>
                  </a:cubicBezTo>
                  <a:cubicBezTo>
                    <a:pt x="1255" y="516"/>
                    <a:pt x="1233" y="505"/>
                    <a:pt x="1212" y="494"/>
                  </a:cubicBezTo>
                  <a:cubicBezTo>
                    <a:pt x="1204" y="489"/>
                    <a:pt x="1198" y="489"/>
                    <a:pt x="1190" y="493"/>
                  </a:cubicBezTo>
                  <a:cubicBezTo>
                    <a:pt x="1169" y="505"/>
                    <a:pt x="1147" y="516"/>
                    <a:pt x="1125" y="528"/>
                  </a:cubicBezTo>
                  <a:cubicBezTo>
                    <a:pt x="1112" y="535"/>
                    <a:pt x="1098" y="536"/>
                    <a:pt x="1086" y="526"/>
                  </a:cubicBezTo>
                  <a:cubicBezTo>
                    <a:pt x="1074" y="517"/>
                    <a:pt x="1070" y="505"/>
                    <a:pt x="1073" y="490"/>
                  </a:cubicBezTo>
                  <a:cubicBezTo>
                    <a:pt x="1078" y="467"/>
                    <a:pt x="1081" y="443"/>
                    <a:pt x="1086" y="419"/>
                  </a:cubicBezTo>
                  <a:cubicBezTo>
                    <a:pt x="1087" y="410"/>
                    <a:pt x="1086" y="403"/>
                    <a:pt x="1078" y="396"/>
                  </a:cubicBezTo>
                  <a:cubicBezTo>
                    <a:pt x="1060" y="380"/>
                    <a:pt x="1043" y="362"/>
                    <a:pt x="1026" y="346"/>
                  </a:cubicBezTo>
                  <a:cubicBezTo>
                    <a:pt x="1015" y="335"/>
                    <a:pt x="1011" y="323"/>
                    <a:pt x="1016" y="308"/>
                  </a:cubicBezTo>
                  <a:cubicBezTo>
                    <a:pt x="1021" y="293"/>
                    <a:pt x="1032" y="287"/>
                    <a:pt x="1048" y="285"/>
                  </a:cubicBezTo>
                  <a:cubicBezTo>
                    <a:pt x="1072" y="282"/>
                    <a:pt x="1096" y="278"/>
                    <a:pt x="1120" y="274"/>
                  </a:cubicBezTo>
                  <a:cubicBezTo>
                    <a:pt x="1126" y="273"/>
                    <a:pt x="1133" y="268"/>
                    <a:pt x="1135" y="263"/>
                  </a:cubicBezTo>
                  <a:cubicBezTo>
                    <a:pt x="1147" y="240"/>
                    <a:pt x="1158" y="217"/>
                    <a:pt x="1170" y="194"/>
                  </a:cubicBezTo>
                  <a:cubicBezTo>
                    <a:pt x="1176" y="181"/>
                    <a:pt x="1186" y="175"/>
                    <a:pt x="1200" y="174"/>
                  </a:cubicBezTo>
                  <a:close/>
                  <a:moveTo>
                    <a:pt x="1121" y="479"/>
                  </a:moveTo>
                  <a:cubicBezTo>
                    <a:pt x="1142" y="468"/>
                    <a:pt x="1160" y="459"/>
                    <a:pt x="1178" y="449"/>
                  </a:cubicBezTo>
                  <a:cubicBezTo>
                    <a:pt x="1194" y="439"/>
                    <a:pt x="1208" y="440"/>
                    <a:pt x="1224" y="449"/>
                  </a:cubicBezTo>
                  <a:cubicBezTo>
                    <a:pt x="1242" y="459"/>
                    <a:pt x="1260" y="468"/>
                    <a:pt x="1281" y="479"/>
                  </a:cubicBezTo>
                  <a:cubicBezTo>
                    <a:pt x="1277" y="456"/>
                    <a:pt x="1274" y="436"/>
                    <a:pt x="1270" y="416"/>
                  </a:cubicBezTo>
                  <a:cubicBezTo>
                    <a:pt x="1266" y="399"/>
                    <a:pt x="1270" y="385"/>
                    <a:pt x="1283" y="373"/>
                  </a:cubicBezTo>
                  <a:cubicBezTo>
                    <a:pt x="1298" y="359"/>
                    <a:pt x="1312" y="343"/>
                    <a:pt x="1328" y="327"/>
                  </a:cubicBezTo>
                  <a:cubicBezTo>
                    <a:pt x="1308" y="324"/>
                    <a:pt x="1289" y="320"/>
                    <a:pt x="1270" y="318"/>
                  </a:cubicBezTo>
                  <a:cubicBezTo>
                    <a:pt x="1249" y="317"/>
                    <a:pt x="1236" y="307"/>
                    <a:pt x="1228" y="288"/>
                  </a:cubicBezTo>
                  <a:cubicBezTo>
                    <a:pt x="1220" y="270"/>
                    <a:pt x="1211" y="253"/>
                    <a:pt x="1201" y="233"/>
                  </a:cubicBezTo>
                  <a:cubicBezTo>
                    <a:pt x="1190" y="254"/>
                    <a:pt x="1181" y="272"/>
                    <a:pt x="1173" y="291"/>
                  </a:cubicBezTo>
                  <a:cubicBezTo>
                    <a:pt x="1165" y="308"/>
                    <a:pt x="1152" y="316"/>
                    <a:pt x="1133" y="318"/>
                  </a:cubicBezTo>
                  <a:cubicBezTo>
                    <a:pt x="1114" y="320"/>
                    <a:pt x="1094" y="324"/>
                    <a:pt x="1075" y="327"/>
                  </a:cubicBezTo>
                  <a:cubicBezTo>
                    <a:pt x="1091" y="343"/>
                    <a:pt x="1105" y="359"/>
                    <a:pt x="1121" y="375"/>
                  </a:cubicBezTo>
                  <a:cubicBezTo>
                    <a:pt x="1131" y="385"/>
                    <a:pt x="1135" y="397"/>
                    <a:pt x="1132" y="412"/>
                  </a:cubicBezTo>
                  <a:cubicBezTo>
                    <a:pt x="1128" y="433"/>
                    <a:pt x="1125" y="455"/>
                    <a:pt x="1121" y="479"/>
                  </a:cubicBezTo>
                  <a:close/>
                  <a:moveTo>
                    <a:pt x="63" y="494"/>
                  </a:moveTo>
                  <a:cubicBezTo>
                    <a:pt x="67" y="470"/>
                    <a:pt x="72" y="443"/>
                    <a:pt x="75" y="415"/>
                  </a:cubicBezTo>
                  <a:cubicBezTo>
                    <a:pt x="76" y="410"/>
                    <a:pt x="74" y="403"/>
                    <a:pt x="70" y="399"/>
                  </a:cubicBezTo>
                  <a:cubicBezTo>
                    <a:pt x="53" y="381"/>
                    <a:pt x="35" y="364"/>
                    <a:pt x="18" y="347"/>
                  </a:cubicBezTo>
                  <a:cubicBezTo>
                    <a:pt x="6" y="336"/>
                    <a:pt x="0" y="324"/>
                    <a:pt x="6" y="308"/>
                  </a:cubicBezTo>
                  <a:cubicBezTo>
                    <a:pt x="11" y="293"/>
                    <a:pt x="23" y="286"/>
                    <a:pt x="39" y="285"/>
                  </a:cubicBezTo>
                  <a:cubicBezTo>
                    <a:pt x="63" y="282"/>
                    <a:pt x="87" y="278"/>
                    <a:pt x="111" y="274"/>
                  </a:cubicBezTo>
                  <a:cubicBezTo>
                    <a:pt x="116" y="273"/>
                    <a:pt x="123" y="268"/>
                    <a:pt x="125" y="263"/>
                  </a:cubicBezTo>
                  <a:cubicBezTo>
                    <a:pt x="136" y="243"/>
                    <a:pt x="146" y="222"/>
                    <a:pt x="156" y="201"/>
                  </a:cubicBezTo>
                  <a:cubicBezTo>
                    <a:pt x="163" y="186"/>
                    <a:pt x="172" y="174"/>
                    <a:pt x="191" y="174"/>
                  </a:cubicBezTo>
                  <a:cubicBezTo>
                    <a:pt x="209" y="174"/>
                    <a:pt x="218" y="186"/>
                    <a:pt x="225" y="201"/>
                  </a:cubicBezTo>
                  <a:cubicBezTo>
                    <a:pt x="235" y="222"/>
                    <a:pt x="245" y="242"/>
                    <a:pt x="256" y="263"/>
                  </a:cubicBezTo>
                  <a:cubicBezTo>
                    <a:pt x="259" y="268"/>
                    <a:pt x="266" y="272"/>
                    <a:pt x="271" y="274"/>
                  </a:cubicBezTo>
                  <a:cubicBezTo>
                    <a:pt x="296" y="278"/>
                    <a:pt x="321" y="281"/>
                    <a:pt x="345" y="285"/>
                  </a:cubicBezTo>
                  <a:cubicBezTo>
                    <a:pt x="360" y="287"/>
                    <a:pt x="371" y="293"/>
                    <a:pt x="375" y="308"/>
                  </a:cubicBezTo>
                  <a:cubicBezTo>
                    <a:pt x="380" y="323"/>
                    <a:pt x="376" y="335"/>
                    <a:pt x="365" y="346"/>
                  </a:cubicBezTo>
                  <a:cubicBezTo>
                    <a:pt x="348" y="362"/>
                    <a:pt x="332" y="379"/>
                    <a:pt x="315" y="395"/>
                  </a:cubicBezTo>
                  <a:cubicBezTo>
                    <a:pt x="306" y="403"/>
                    <a:pt x="304" y="410"/>
                    <a:pt x="306" y="421"/>
                  </a:cubicBezTo>
                  <a:cubicBezTo>
                    <a:pt x="310" y="441"/>
                    <a:pt x="313" y="460"/>
                    <a:pt x="317" y="480"/>
                  </a:cubicBezTo>
                  <a:cubicBezTo>
                    <a:pt x="317" y="483"/>
                    <a:pt x="318" y="487"/>
                    <a:pt x="318" y="490"/>
                  </a:cubicBezTo>
                  <a:cubicBezTo>
                    <a:pt x="321" y="506"/>
                    <a:pt x="317" y="518"/>
                    <a:pt x="304" y="527"/>
                  </a:cubicBezTo>
                  <a:cubicBezTo>
                    <a:pt x="292" y="536"/>
                    <a:pt x="279" y="535"/>
                    <a:pt x="266" y="528"/>
                  </a:cubicBezTo>
                  <a:cubicBezTo>
                    <a:pt x="246" y="517"/>
                    <a:pt x="225" y="507"/>
                    <a:pt x="205" y="495"/>
                  </a:cubicBezTo>
                  <a:cubicBezTo>
                    <a:pt x="195" y="489"/>
                    <a:pt x="187" y="489"/>
                    <a:pt x="177" y="495"/>
                  </a:cubicBezTo>
                  <a:cubicBezTo>
                    <a:pt x="156" y="507"/>
                    <a:pt x="134" y="519"/>
                    <a:pt x="112" y="529"/>
                  </a:cubicBezTo>
                  <a:cubicBezTo>
                    <a:pt x="87" y="541"/>
                    <a:pt x="61" y="524"/>
                    <a:pt x="63" y="494"/>
                  </a:cubicBezTo>
                  <a:close/>
                  <a:moveTo>
                    <a:pt x="271" y="479"/>
                  </a:moveTo>
                  <a:cubicBezTo>
                    <a:pt x="267" y="455"/>
                    <a:pt x="264" y="435"/>
                    <a:pt x="260" y="415"/>
                  </a:cubicBezTo>
                  <a:cubicBezTo>
                    <a:pt x="256" y="398"/>
                    <a:pt x="260" y="384"/>
                    <a:pt x="273" y="372"/>
                  </a:cubicBezTo>
                  <a:cubicBezTo>
                    <a:pt x="288" y="358"/>
                    <a:pt x="302" y="343"/>
                    <a:pt x="318" y="327"/>
                  </a:cubicBezTo>
                  <a:cubicBezTo>
                    <a:pt x="298" y="324"/>
                    <a:pt x="279" y="320"/>
                    <a:pt x="261" y="318"/>
                  </a:cubicBezTo>
                  <a:cubicBezTo>
                    <a:pt x="239" y="317"/>
                    <a:pt x="226" y="307"/>
                    <a:pt x="217" y="287"/>
                  </a:cubicBezTo>
                  <a:cubicBezTo>
                    <a:pt x="210" y="269"/>
                    <a:pt x="200" y="252"/>
                    <a:pt x="191" y="233"/>
                  </a:cubicBezTo>
                  <a:cubicBezTo>
                    <a:pt x="180" y="254"/>
                    <a:pt x="171" y="271"/>
                    <a:pt x="163" y="289"/>
                  </a:cubicBezTo>
                  <a:cubicBezTo>
                    <a:pt x="155" y="308"/>
                    <a:pt x="142" y="316"/>
                    <a:pt x="123" y="318"/>
                  </a:cubicBezTo>
                  <a:cubicBezTo>
                    <a:pt x="103" y="320"/>
                    <a:pt x="84" y="324"/>
                    <a:pt x="64" y="327"/>
                  </a:cubicBezTo>
                  <a:cubicBezTo>
                    <a:pt x="79" y="343"/>
                    <a:pt x="93" y="358"/>
                    <a:pt x="108" y="372"/>
                  </a:cubicBezTo>
                  <a:cubicBezTo>
                    <a:pt x="121" y="384"/>
                    <a:pt x="126" y="398"/>
                    <a:pt x="122" y="416"/>
                  </a:cubicBezTo>
                  <a:cubicBezTo>
                    <a:pt x="117" y="436"/>
                    <a:pt x="115" y="456"/>
                    <a:pt x="111" y="479"/>
                  </a:cubicBezTo>
                  <a:cubicBezTo>
                    <a:pt x="131" y="468"/>
                    <a:pt x="150" y="460"/>
                    <a:pt x="167" y="449"/>
                  </a:cubicBezTo>
                  <a:cubicBezTo>
                    <a:pt x="184" y="439"/>
                    <a:pt x="198" y="440"/>
                    <a:pt x="215" y="449"/>
                  </a:cubicBezTo>
                  <a:cubicBezTo>
                    <a:pt x="232" y="460"/>
                    <a:pt x="250" y="468"/>
                    <a:pt x="271" y="47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8" name="Graphic 27" descr="Dollar with solid fill">
              <a:extLst>
                <a:ext uri="{FF2B5EF4-FFF2-40B4-BE49-F238E27FC236}">
                  <a16:creationId xmlns:a16="http://schemas.microsoft.com/office/drawing/2014/main" id="{FC234E03-1682-8873-7A3B-39B569C2F78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71458" y="5918907"/>
              <a:ext cx="258968" cy="258968"/>
            </a:xfrm>
            <a:prstGeom prst="rect">
              <a:avLst/>
            </a:prstGeom>
          </p:spPr>
        </p:pic>
      </p:grpSp>
      <p:sp>
        <p:nvSpPr>
          <p:cNvPr id="3" name="Title 2">
            <a:extLst>
              <a:ext uri="{FF2B5EF4-FFF2-40B4-BE49-F238E27FC236}">
                <a16:creationId xmlns:a16="http://schemas.microsoft.com/office/drawing/2014/main" id="{9C54FD64-59A8-E26A-D576-351DF075DF10}"/>
              </a:ext>
            </a:extLst>
          </p:cNvPr>
          <p:cNvSpPr>
            <a:spLocks noGrp="1"/>
          </p:cNvSpPr>
          <p:nvPr>
            <p:ph type="title"/>
          </p:nvPr>
        </p:nvSpPr>
        <p:spPr/>
        <p:txBody>
          <a:bodyPr/>
          <a:lstStyle/>
          <a:p>
            <a:r>
              <a:rPr lang="en-US">
                <a:solidFill>
                  <a:prstClr val="white"/>
                </a:solidFill>
              </a:rPr>
              <a:t>10+ Isnos tr Udexerci Tationullam &amp; Colabor Isnisiutaliqui</a:t>
            </a:r>
            <a:endParaRPr lang="en-IN"/>
          </a:p>
        </p:txBody>
      </p:sp>
      <p:pic>
        <p:nvPicPr>
          <p:cNvPr id="8" name="Graphic 7">
            <a:extLst>
              <a:ext uri="{FF2B5EF4-FFF2-40B4-BE49-F238E27FC236}">
                <a16:creationId xmlns:a16="http://schemas.microsoft.com/office/drawing/2014/main" id="{391C3322-A4E0-09C4-5B91-4416D49B945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575131" y="246278"/>
            <a:ext cx="1332472" cy="339483"/>
          </a:xfrm>
          <a:prstGeom prst="rect">
            <a:avLst/>
          </a:prstGeom>
        </p:spPr>
      </p:pic>
    </p:spTree>
    <p:extLst>
      <p:ext uri="{BB962C8B-B14F-4D97-AF65-F5344CB8AC3E}">
        <p14:creationId xmlns:p14="http://schemas.microsoft.com/office/powerpoint/2010/main" val="3983398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par>
                                <p:cTn id="8" presetID="42" presetClass="path" presetSubtype="0" decel="100000" fill="hold" nodeType="withEffect">
                                  <p:stCondLst>
                                    <p:cond delay="1000"/>
                                  </p:stCondLst>
                                  <p:childTnLst>
                                    <p:animMotion origin="layout" path="M -0.02005 -3.33333E-6 L -1.04167E-6 -3.33333E-6 " pathEditMode="relative" rAng="0" ptsTypes="AA">
                                      <p:cBhvr>
                                        <p:cTn id="9" dur="700" fill="hold"/>
                                        <p:tgtEl>
                                          <p:spTgt spid="6"/>
                                        </p:tgtEl>
                                        <p:attrNameLst>
                                          <p:attrName>ppt_x</p:attrName>
                                          <p:attrName>ppt_y</p:attrName>
                                        </p:attrNameLst>
                                      </p:cBhvr>
                                      <p:rCtr x="1003" y="0"/>
                                    </p:animMotion>
                                  </p:childTnLst>
                                </p:cTn>
                              </p:par>
                              <p:par>
                                <p:cTn id="10" presetID="10" presetClass="entr" presetSubtype="0" fill="hold" nodeType="withEffect">
                                  <p:stCondLst>
                                    <p:cond delay="200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750"/>
                                        <p:tgtEl>
                                          <p:spTgt spid="9"/>
                                        </p:tgtEl>
                                      </p:cBhvr>
                                    </p:animEffect>
                                  </p:childTnLst>
                                </p:cTn>
                              </p:par>
                              <p:par>
                                <p:cTn id="13" presetID="42" presetClass="path" presetSubtype="0" decel="100000" fill="hold" nodeType="withEffect">
                                  <p:stCondLst>
                                    <p:cond delay="2000"/>
                                  </p:stCondLst>
                                  <p:childTnLst>
                                    <p:animMotion origin="layout" path="M -0.02005 -3.33333E-6 L -1.04167E-6 -3.33333E-6 " pathEditMode="relative" rAng="0" ptsTypes="AA">
                                      <p:cBhvr>
                                        <p:cTn id="14" dur="700" fill="hold"/>
                                        <p:tgtEl>
                                          <p:spTgt spid="9"/>
                                        </p:tgtEl>
                                        <p:attrNameLst>
                                          <p:attrName>ppt_x</p:attrName>
                                          <p:attrName>ppt_y</p:attrName>
                                        </p:attrNameLst>
                                      </p:cBhvr>
                                      <p:rCtr x="1003" y="0"/>
                                    </p:animMotion>
                                  </p:childTnLst>
                                </p:cTn>
                              </p:par>
                              <p:par>
                                <p:cTn id="15" presetID="10" presetClass="entr" presetSubtype="0" fill="hold" nodeType="withEffect">
                                  <p:stCondLst>
                                    <p:cond delay="30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700"/>
                                        <p:tgtEl>
                                          <p:spTgt spid="10"/>
                                        </p:tgtEl>
                                      </p:cBhvr>
                                    </p:animEffect>
                                  </p:childTnLst>
                                </p:cTn>
                              </p:par>
                              <p:par>
                                <p:cTn id="18" presetID="42" presetClass="path" presetSubtype="0" decel="100000" fill="hold" nodeType="withEffect">
                                  <p:stCondLst>
                                    <p:cond delay="3000"/>
                                  </p:stCondLst>
                                  <p:childTnLst>
                                    <p:animMotion origin="layout" path="M -0.02005 -3.33333E-6 L -1.04167E-6 -3.33333E-6 " pathEditMode="relative" rAng="0" ptsTypes="AA">
                                      <p:cBhvr>
                                        <p:cTn id="19" dur="700" fill="hold"/>
                                        <p:tgtEl>
                                          <p:spTgt spid="10"/>
                                        </p:tgtEl>
                                        <p:attrNameLst>
                                          <p:attrName>ppt_x</p:attrName>
                                          <p:attrName>ppt_y</p:attrName>
                                        </p:attrNameLst>
                                      </p:cBhvr>
                                      <p:rCtr x="1003" y="0"/>
                                    </p:animMotion>
                                  </p:childTnLst>
                                </p:cTn>
                              </p:par>
                              <p:par>
                                <p:cTn id="20" presetID="10" presetClass="entr" presetSubtype="0" fill="hold" nodeType="withEffect">
                                  <p:stCondLst>
                                    <p:cond delay="400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700"/>
                                        <p:tgtEl>
                                          <p:spTgt spid="12"/>
                                        </p:tgtEl>
                                      </p:cBhvr>
                                    </p:animEffect>
                                  </p:childTnLst>
                                </p:cTn>
                              </p:par>
                              <p:par>
                                <p:cTn id="23" presetID="42" presetClass="path" presetSubtype="0" decel="100000" fill="hold" nodeType="withEffect">
                                  <p:stCondLst>
                                    <p:cond delay="4000"/>
                                  </p:stCondLst>
                                  <p:childTnLst>
                                    <p:animMotion origin="layout" path="M -0.02005 -3.33333E-6 L -1.04167E-6 -3.33333E-6 " pathEditMode="relative" rAng="0" ptsTypes="AA">
                                      <p:cBhvr>
                                        <p:cTn id="24" dur="700" fill="hold"/>
                                        <p:tgtEl>
                                          <p:spTgt spid="12"/>
                                        </p:tgtEl>
                                        <p:attrNameLst>
                                          <p:attrName>ppt_x</p:attrName>
                                          <p:attrName>ppt_y</p:attrName>
                                        </p:attrNameLst>
                                      </p:cBhvr>
                                      <p:rCtr x="1003" y="0"/>
                                    </p:animMotion>
                                  </p:childTnLst>
                                </p:cTn>
                              </p:par>
                              <p:par>
                                <p:cTn id="25" presetID="10" presetClass="entr" presetSubtype="0" fill="hold" nodeType="withEffect">
                                  <p:stCondLst>
                                    <p:cond delay="500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700"/>
                                        <p:tgtEl>
                                          <p:spTgt spid="27"/>
                                        </p:tgtEl>
                                      </p:cBhvr>
                                    </p:animEffect>
                                  </p:childTnLst>
                                </p:cTn>
                              </p:par>
                              <p:par>
                                <p:cTn id="28" presetID="42" presetClass="path" presetSubtype="0" decel="100000" fill="hold" nodeType="withEffect">
                                  <p:stCondLst>
                                    <p:cond delay="5000"/>
                                  </p:stCondLst>
                                  <p:childTnLst>
                                    <p:animMotion origin="layout" path="M -0.02005 -3.33333E-6 L -1.04167E-6 -3.33333E-6 " pathEditMode="relative" rAng="0" ptsTypes="AA">
                                      <p:cBhvr>
                                        <p:cTn id="29" dur="700" fill="hold"/>
                                        <p:tgtEl>
                                          <p:spTgt spid="27"/>
                                        </p:tgtEl>
                                        <p:attrNameLst>
                                          <p:attrName>ppt_x</p:attrName>
                                          <p:attrName>ppt_y</p:attrName>
                                        </p:attrNameLst>
                                      </p:cBhvr>
                                      <p:rCtr x="1003" y="0"/>
                                    </p:animMotion>
                                  </p:childTnLst>
                                </p:cTn>
                              </p:par>
                              <p:par>
                                <p:cTn id="30" presetID="10" presetClass="entr" presetSubtype="0" fill="hold" nodeType="withEffect">
                                  <p:stCondLst>
                                    <p:cond delay="6000"/>
                                  </p:stCondLst>
                                  <p:childTnLst>
                                    <p:set>
                                      <p:cBhvr>
                                        <p:cTn id="31" dur="1" fill="hold">
                                          <p:stCondLst>
                                            <p:cond delay="0"/>
                                          </p:stCondLst>
                                        </p:cTn>
                                        <p:tgtEl>
                                          <p:spTgt spid="76"/>
                                        </p:tgtEl>
                                        <p:attrNameLst>
                                          <p:attrName>style.visibility</p:attrName>
                                        </p:attrNameLst>
                                      </p:cBhvr>
                                      <p:to>
                                        <p:strVal val="visible"/>
                                      </p:to>
                                    </p:set>
                                    <p:animEffect transition="in" filter="fade">
                                      <p:cBhvr>
                                        <p:cTn id="32" dur="700"/>
                                        <p:tgtEl>
                                          <p:spTgt spid="76"/>
                                        </p:tgtEl>
                                      </p:cBhvr>
                                    </p:animEffect>
                                  </p:childTnLst>
                                </p:cTn>
                              </p:par>
                              <p:par>
                                <p:cTn id="33" presetID="42" presetClass="path" presetSubtype="0" decel="100000" fill="hold" nodeType="withEffect">
                                  <p:stCondLst>
                                    <p:cond delay="6000"/>
                                  </p:stCondLst>
                                  <p:childTnLst>
                                    <p:animMotion origin="layout" path="M -0.02005 -3.33333E-6 L -1.04167E-6 -3.33333E-6 " pathEditMode="relative" rAng="0" ptsTypes="AA">
                                      <p:cBhvr>
                                        <p:cTn id="34" dur="700" fill="hold"/>
                                        <p:tgtEl>
                                          <p:spTgt spid="76"/>
                                        </p:tgtEl>
                                        <p:attrNameLst>
                                          <p:attrName>ppt_x</p:attrName>
                                          <p:attrName>ppt_y</p:attrName>
                                        </p:attrNameLst>
                                      </p:cBhvr>
                                      <p:rCtr x="1003" y="0"/>
                                    </p:animMotion>
                                  </p:childTnLst>
                                </p:cTn>
                              </p:par>
                              <p:par>
                                <p:cTn id="35" presetID="10" presetClass="entr" presetSubtype="0" fill="hold" nodeType="withEffect">
                                  <p:stCondLst>
                                    <p:cond delay="700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700"/>
                                        <p:tgtEl>
                                          <p:spTgt spid="29"/>
                                        </p:tgtEl>
                                      </p:cBhvr>
                                    </p:animEffect>
                                  </p:childTnLst>
                                </p:cTn>
                              </p:par>
                              <p:par>
                                <p:cTn id="38" presetID="42" presetClass="path" presetSubtype="0" decel="100000" fill="hold" nodeType="withEffect">
                                  <p:stCondLst>
                                    <p:cond delay="7000"/>
                                  </p:stCondLst>
                                  <p:childTnLst>
                                    <p:animMotion origin="layout" path="M -0.02005 -3.33333E-6 L -1.04167E-6 -3.33333E-6 " pathEditMode="relative" rAng="0" ptsTypes="AA">
                                      <p:cBhvr>
                                        <p:cTn id="39" dur="700" fill="hold"/>
                                        <p:tgtEl>
                                          <p:spTgt spid="29"/>
                                        </p:tgtEl>
                                        <p:attrNameLst>
                                          <p:attrName>ppt_x</p:attrName>
                                          <p:attrName>ppt_y</p:attrName>
                                        </p:attrNameLst>
                                      </p:cBhvr>
                                      <p:rCtr x="100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screenshot, design&#10;&#10;Description automatically generated">
            <a:extLst>
              <a:ext uri="{FF2B5EF4-FFF2-40B4-BE49-F238E27FC236}">
                <a16:creationId xmlns:a16="http://schemas.microsoft.com/office/drawing/2014/main" id="{3908698E-05B4-2C19-A018-5220DDDF5BA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a:effectLst/>
        </p:spPr>
      </p:pic>
      <p:cxnSp>
        <p:nvCxnSpPr>
          <p:cNvPr id="204" name="Straight Connector 203">
            <a:extLst>
              <a:ext uri="{FF2B5EF4-FFF2-40B4-BE49-F238E27FC236}">
                <a16:creationId xmlns:a16="http://schemas.microsoft.com/office/drawing/2014/main" id="{266A1E9A-AE03-3AB1-7130-C7EB431C8FB6}"/>
              </a:ext>
            </a:extLst>
          </p:cNvPr>
          <p:cNvCxnSpPr>
            <a:cxnSpLocks/>
          </p:cNvCxnSpPr>
          <p:nvPr/>
        </p:nvCxnSpPr>
        <p:spPr>
          <a:xfrm>
            <a:off x="-28769" y="1952311"/>
            <a:ext cx="5264088" cy="0"/>
          </a:xfrm>
          <a:prstGeom prst="line">
            <a:avLst/>
          </a:prstGeom>
          <a:ln w="12700">
            <a:gradFill flip="none" rotWithShape="1">
              <a:gsLst>
                <a:gs pos="0">
                  <a:schemeClr val="accent1">
                    <a:lumMod val="5000"/>
                    <a:lumOff val="95000"/>
                  </a:schemeClr>
                </a:gs>
                <a:gs pos="74000">
                  <a:schemeClr val="accent1">
                    <a:lumMod val="45000"/>
                    <a:lumOff val="55000"/>
                    <a:alpha val="86000"/>
                  </a:schemeClr>
                </a:gs>
                <a:gs pos="100000">
                  <a:schemeClr val="accent1">
                    <a:lumMod val="30000"/>
                    <a:lumOff val="70000"/>
                  </a:schemeClr>
                </a:gs>
              </a:gsLst>
              <a:lin ang="0" scaled="1"/>
              <a:tileRect/>
            </a:gradFill>
            <a:prstDash val="dash"/>
            <a:tailEnd type="arrow"/>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A04A563E-2FBA-BB27-17F4-F9E3B8CD122E}"/>
              </a:ext>
            </a:extLst>
          </p:cNvPr>
          <p:cNvSpPr/>
          <p:nvPr/>
        </p:nvSpPr>
        <p:spPr>
          <a:xfrm>
            <a:off x="1703822" y="2220020"/>
            <a:ext cx="3338098" cy="4296958"/>
          </a:xfrm>
          <a:prstGeom prst="roundRect">
            <a:avLst>
              <a:gd name="adj" fmla="val 3044"/>
            </a:avLst>
          </a:prstGeom>
          <a:gradFill flip="none" rotWithShape="1">
            <a:gsLst>
              <a:gs pos="0">
                <a:srgbClr val="B8D4E6">
                  <a:alpha val="52000"/>
                </a:srgbClr>
              </a:gs>
              <a:gs pos="33950">
                <a:srgbClr val="D1E3EF">
                  <a:alpha val="37000"/>
                </a:srgbClr>
              </a:gs>
              <a:gs pos="97000">
                <a:schemeClr val="bg1">
                  <a:alpha val="36000"/>
                </a:schemeClr>
              </a:gs>
            </a:gsLst>
            <a:lin ang="5400000" scaled="1"/>
            <a:tileRect/>
          </a:gradFill>
          <a:ln w="6350">
            <a:gradFill>
              <a:gsLst>
                <a:gs pos="0">
                  <a:schemeClr val="accent1">
                    <a:lumMod val="5000"/>
                    <a:lumOff val="95000"/>
                  </a:schemeClr>
                </a:gs>
                <a:gs pos="50000">
                  <a:schemeClr val="accent1">
                    <a:lumMod val="45000"/>
                    <a:lumOff val="55000"/>
                  </a:schemeClr>
                </a:gs>
                <a:gs pos="83000">
                  <a:schemeClr val="bg1"/>
                </a:gs>
                <a:gs pos="100000">
                  <a:schemeClr val="accent1">
                    <a:lumMod val="30000"/>
                    <a:lumOff val="70000"/>
                  </a:schemeClr>
                </a:gs>
              </a:gsLst>
              <a:lin ang="5400000" scaled="1"/>
            </a:gradFill>
          </a:ln>
          <a:effectLst>
            <a:outerShdw blurRad="76200" dist="76200" dir="5400000" algn="t" rotWithShape="0">
              <a:srgbClr val="727C84">
                <a:alpha val="4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61" name="Rectangle: Rounded Corners 60">
            <a:extLst>
              <a:ext uri="{FF2B5EF4-FFF2-40B4-BE49-F238E27FC236}">
                <a16:creationId xmlns:a16="http://schemas.microsoft.com/office/drawing/2014/main" id="{7E6CA8B5-52F7-9285-52D0-5B300DFFE10F}"/>
              </a:ext>
            </a:extLst>
          </p:cNvPr>
          <p:cNvSpPr/>
          <p:nvPr/>
        </p:nvSpPr>
        <p:spPr>
          <a:xfrm>
            <a:off x="5196302" y="2220020"/>
            <a:ext cx="3338098" cy="4296958"/>
          </a:xfrm>
          <a:prstGeom prst="roundRect">
            <a:avLst>
              <a:gd name="adj" fmla="val 3044"/>
            </a:avLst>
          </a:prstGeom>
          <a:gradFill flip="none" rotWithShape="1">
            <a:gsLst>
              <a:gs pos="0">
                <a:srgbClr val="B8D4E6">
                  <a:alpha val="52000"/>
                </a:srgbClr>
              </a:gs>
              <a:gs pos="33950">
                <a:srgbClr val="D1E3EF">
                  <a:alpha val="37000"/>
                </a:srgbClr>
              </a:gs>
              <a:gs pos="97000">
                <a:schemeClr val="bg1">
                  <a:alpha val="36000"/>
                </a:schemeClr>
              </a:gs>
            </a:gsLst>
            <a:lin ang="5400000" scaled="1"/>
            <a:tileRect/>
          </a:gradFill>
          <a:ln w="6350">
            <a:gradFill>
              <a:gsLst>
                <a:gs pos="0">
                  <a:schemeClr val="accent1">
                    <a:lumMod val="5000"/>
                    <a:lumOff val="95000"/>
                  </a:schemeClr>
                </a:gs>
                <a:gs pos="50000">
                  <a:schemeClr val="accent1">
                    <a:lumMod val="45000"/>
                    <a:lumOff val="55000"/>
                  </a:schemeClr>
                </a:gs>
                <a:gs pos="83000">
                  <a:schemeClr val="bg1"/>
                </a:gs>
                <a:gs pos="100000">
                  <a:schemeClr val="accent1">
                    <a:lumMod val="30000"/>
                    <a:lumOff val="70000"/>
                  </a:schemeClr>
                </a:gs>
              </a:gsLst>
              <a:lin ang="5400000" scaled="1"/>
            </a:gradFill>
          </a:ln>
          <a:effectLst>
            <a:outerShdw blurRad="76200" dist="76200" dir="5400000" algn="t" rotWithShape="0">
              <a:srgbClr val="727C84">
                <a:alpha val="4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65" name="Rectangle: Rounded Corners 64">
            <a:extLst>
              <a:ext uri="{FF2B5EF4-FFF2-40B4-BE49-F238E27FC236}">
                <a16:creationId xmlns:a16="http://schemas.microsoft.com/office/drawing/2014/main" id="{817F7401-E1AD-A630-5FA2-04972F1017EC}"/>
              </a:ext>
            </a:extLst>
          </p:cNvPr>
          <p:cNvSpPr/>
          <p:nvPr/>
        </p:nvSpPr>
        <p:spPr>
          <a:xfrm>
            <a:off x="8684569" y="2220020"/>
            <a:ext cx="3338098" cy="4296958"/>
          </a:xfrm>
          <a:prstGeom prst="roundRect">
            <a:avLst>
              <a:gd name="adj" fmla="val 3044"/>
            </a:avLst>
          </a:prstGeom>
          <a:gradFill flip="none" rotWithShape="1">
            <a:gsLst>
              <a:gs pos="0">
                <a:srgbClr val="B8D4E6">
                  <a:alpha val="52000"/>
                </a:srgbClr>
              </a:gs>
              <a:gs pos="33950">
                <a:srgbClr val="D1E3EF">
                  <a:alpha val="37000"/>
                </a:srgbClr>
              </a:gs>
              <a:gs pos="97000">
                <a:schemeClr val="bg1">
                  <a:alpha val="36000"/>
                </a:schemeClr>
              </a:gs>
            </a:gsLst>
            <a:lin ang="5400000" scaled="1"/>
            <a:tileRect/>
          </a:gradFill>
          <a:ln w="6350">
            <a:gradFill>
              <a:gsLst>
                <a:gs pos="0">
                  <a:schemeClr val="accent1">
                    <a:lumMod val="5000"/>
                    <a:lumOff val="95000"/>
                  </a:schemeClr>
                </a:gs>
                <a:gs pos="50000">
                  <a:schemeClr val="accent1">
                    <a:lumMod val="45000"/>
                    <a:lumOff val="55000"/>
                  </a:schemeClr>
                </a:gs>
                <a:gs pos="83000">
                  <a:schemeClr val="bg1"/>
                </a:gs>
                <a:gs pos="100000">
                  <a:schemeClr val="accent1">
                    <a:lumMod val="30000"/>
                    <a:lumOff val="70000"/>
                  </a:schemeClr>
                </a:gs>
              </a:gsLst>
              <a:lin ang="5400000" scaled="1"/>
            </a:gradFill>
          </a:ln>
          <a:effectLst>
            <a:outerShdw blurRad="76200" dist="76200" dir="5400000" algn="t" rotWithShape="0">
              <a:srgbClr val="727C84">
                <a:alpha val="44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6" name="TextBox 5">
            <a:extLst>
              <a:ext uri="{FF2B5EF4-FFF2-40B4-BE49-F238E27FC236}">
                <a16:creationId xmlns:a16="http://schemas.microsoft.com/office/drawing/2014/main" id="{8937B4D8-B361-374B-F396-09977E8BE4B8}"/>
              </a:ext>
            </a:extLst>
          </p:cNvPr>
          <p:cNvSpPr txBox="1"/>
          <p:nvPr/>
        </p:nvSpPr>
        <p:spPr>
          <a:xfrm>
            <a:off x="1708035" y="2737900"/>
            <a:ext cx="3065781" cy="864789"/>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Pexeac Ommodo Consequat</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Duisa Utei Rur</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Edolori NR Eprehenderitin Voluptat</a:t>
            </a:r>
          </a:p>
        </p:txBody>
      </p:sp>
      <p:sp>
        <p:nvSpPr>
          <p:cNvPr id="7" name="TextBox 6">
            <a:extLst>
              <a:ext uri="{FF2B5EF4-FFF2-40B4-BE49-F238E27FC236}">
                <a16:creationId xmlns:a16="http://schemas.microsoft.com/office/drawing/2014/main" id="{4900B40A-1100-C5E3-2390-67220246B8DF}"/>
              </a:ext>
            </a:extLst>
          </p:cNvPr>
          <p:cNvSpPr txBox="1"/>
          <p:nvPr/>
        </p:nvSpPr>
        <p:spPr>
          <a:xfrm>
            <a:off x="1708035" y="4051464"/>
            <a:ext cx="3065781" cy="864789"/>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Evelite</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SSEC / Illumd Oloreeuf</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Ugiatnul Lapari &amp; AT</a:t>
            </a:r>
          </a:p>
        </p:txBody>
      </p:sp>
      <p:sp>
        <p:nvSpPr>
          <p:cNvPr id="8" name="TextBox 7">
            <a:extLst>
              <a:ext uri="{FF2B5EF4-FFF2-40B4-BE49-F238E27FC236}">
                <a16:creationId xmlns:a16="http://schemas.microsoft.com/office/drawing/2014/main" id="{FB0E3904-AD83-219D-3F21-276E09A12991}"/>
              </a:ext>
            </a:extLst>
          </p:cNvPr>
          <p:cNvSpPr txBox="1"/>
          <p:nvPr/>
        </p:nvSpPr>
        <p:spPr>
          <a:xfrm>
            <a:off x="1708035" y="5522794"/>
            <a:ext cx="2804163" cy="534249"/>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Urex CEP – “teurs intoccaecat” cup idatatnonp roi D2E ntsuntincu</a:t>
            </a:r>
          </a:p>
        </p:txBody>
      </p:sp>
      <p:sp>
        <p:nvSpPr>
          <p:cNvPr id="9" name="TextBox 8">
            <a:extLst>
              <a:ext uri="{FF2B5EF4-FFF2-40B4-BE49-F238E27FC236}">
                <a16:creationId xmlns:a16="http://schemas.microsoft.com/office/drawing/2014/main" id="{8A436AA3-D025-2E5F-6280-FCD7D6875C70}"/>
              </a:ext>
            </a:extLst>
          </p:cNvPr>
          <p:cNvSpPr txBox="1"/>
          <p:nvPr/>
        </p:nvSpPr>
        <p:spPr>
          <a:xfrm>
            <a:off x="5196302" y="2610305"/>
            <a:ext cx="3065781" cy="1152688"/>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Lpaquioffi Ciadeser / UNT mollit</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Anim Idestla</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Borumcurabit urn Onnullasit</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AME tni Sltempusco</a:t>
            </a:r>
          </a:p>
        </p:txBody>
      </p:sp>
      <p:sp>
        <p:nvSpPr>
          <p:cNvPr id="10" name="TextBox 9">
            <a:extLst>
              <a:ext uri="{FF2B5EF4-FFF2-40B4-BE49-F238E27FC236}">
                <a16:creationId xmlns:a16="http://schemas.microsoft.com/office/drawing/2014/main" id="{BCD96FAB-0A5D-E99A-7F25-DC804E48B747}"/>
              </a:ext>
            </a:extLst>
          </p:cNvPr>
          <p:cNvSpPr txBox="1"/>
          <p:nvPr/>
        </p:nvSpPr>
        <p:spPr>
          <a:xfrm>
            <a:off x="5196302" y="3913238"/>
            <a:ext cx="3065781" cy="1152688"/>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Nvallis</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Quisacl Ectu-sp-Ellen</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Tesquein Ipsumidor Ciportad</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Apibusviv &amp; Amussusc Ipitt Ortoreg</a:t>
            </a:r>
          </a:p>
        </p:txBody>
      </p:sp>
      <p:sp>
        <p:nvSpPr>
          <p:cNvPr id="11" name="TextBox 10">
            <a:extLst>
              <a:ext uri="{FF2B5EF4-FFF2-40B4-BE49-F238E27FC236}">
                <a16:creationId xmlns:a16="http://schemas.microsoft.com/office/drawing/2014/main" id="{3A04ABAE-6CC4-29D3-7E12-00A2B4CE1A3C}"/>
              </a:ext>
            </a:extLst>
          </p:cNvPr>
          <p:cNvSpPr txBox="1"/>
          <p:nvPr/>
        </p:nvSpPr>
        <p:spPr>
          <a:xfrm>
            <a:off x="5196302" y="5408820"/>
            <a:ext cx="3267712" cy="762196"/>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Etfeli SPO – rttitorv olut patcrasult &amp; riciesli gulas edmagna dictump ortalo re mipsum dol orsitam E2T consectet / uradi</a:t>
            </a:r>
          </a:p>
        </p:txBody>
      </p:sp>
      <p:sp>
        <p:nvSpPr>
          <p:cNvPr id="12" name="TextBox 11">
            <a:extLst>
              <a:ext uri="{FF2B5EF4-FFF2-40B4-BE49-F238E27FC236}">
                <a16:creationId xmlns:a16="http://schemas.microsoft.com/office/drawing/2014/main" id="{8B4D5F60-2971-6BAA-A5EC-9B39FA3B0EBD}"/>
              </a:ext>
            </a:extLst>
          </p:cNvPr>
          <p:cNvSpPr txBox="1"/>
          <p:nvPr/>
        </p:nvSpPr>
        <p:spPr>
          <a:xfrm>
            <a:off x="8684569" y="2610305"/>
            <a:ext cx="3267713" cy="864789"/>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Piscin Gelitsedd oe Iusmo Dtempo</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Rincid id UNTu tla Boreetdolo RE</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MAG &amp; Naaliquaut Enimad Minim Venia</a:t>
            </a:r>
          </a:p>
        </p:txBody>
      </p:sp>
      <p:sp>
        <p:nvSpPr>
          <p:cNvPr id="13" name="TextBox 12">
            <a:extLst>
              <a:ext uri="{FF2B5EF4-FFF2-40B4-BE49-F238E27FC236}">
                <a16:creationId xmlns:a16="http://schemas.microsoft.com/office/drawing/2014/main" id="{E4643304-9D07-B04C-4127-98D9607E4716}"/>
              </a:ext>
            </a:extLst>
          </p:cNvPr>
          <p:cNvSpPr txBox="1"/>
          <p:nvPr/>
        </p:nvSpPr>
        <p:spPr>
          <a:xfrm>
            <a:off x="8684569" y="3916124"/>
            <a:ext cx="3209533" cy="1146917"/>
          </a:xfrm>
          <a:prstGeom prst="rect">
            <a:avLst/>
          </a:prstGeom>
          <a:noFill/>
        </p:spPr>
        <p:txBody>
          <a:bodyPr wrap="non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Mquisno str Udexercit Atio Nullamcolabo</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RI Snis Iutaliquip exe Acommodoco</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NSE Quatduisau, tei. Rured 3 olorinrep</a:t>
            </a:r>
          </a:p>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Rehenderiti Nvol upta Teve li Tesseci</a:t>
            </a:r>
          </a:p>
        </p:txBody>
      </p:sp>
      <p:sp>
        <p:nvSpPr>
          <p:cNvPr id="14" name="TextBox 13">
            <a:extLst>
              <a:ext uri="{FF2B5EF4-FFF2-40B4-BE49-F238E27FC236}">
                <a16:creationId xmlns:a16="http://schemas.microsoft.com/office/drawing/2014/main" id="{C61883B2-4C52-49DD-E856-33D9DF09E316}"/>
              </a:ext>
            </a:extLst>
          </p:cNvPr>
          <p:cNvSpPr txBox="1"/>
          <p:nvPr/>
        </p:nvSpPr>
        <p:spPr>
          <a:xfrm>
            <a:off x="8684569" y="5405935"/>
            <a:ext cx="2952753" cy="767967"/>
          </a:xfrm>
          <a:prstGeom prst="rect">
            <a:avLst/>
          </a:prstGeom>
          <a:noFill/>
        </p:spPr>
        <p:txBody>
          <a:bodyPr wrap="square">
            <a:spAutoFit/>
          </a:bodyPr>
          <a:lstStyle/>
          <a:p>
            <a:pPr marL="171450" marR="0" lvl="1" indent="-171450" algn="l" defTabSz="914400" rtl="0" eaLnBrk="1" fontAlgn="auto" latinLnBrk="0" hangingPunct="1">
              <a:lnSpc>
                <a:spcPts val="1800"/>
              </a:lnSpc>
              <a:spcBef>
                <a:spcPts val="200"/>
              </a:spcBef>
              <a:spcAft>
                <a:spcPts val="200"/>
              </a:spcAft>
              <a:buClr>
                <a:srgbClr val="000000"/>
              </a:buClr>
              <a:buSzPct val="100000"/>
              <a:buFont typeface="Arial" panose="020B0604020202020204" pitchFamily="34" charset="0"/>
              <a:buChar char="•"/>
              <a:tabLst/>
              <a:defRPr/>
            </a:pPr>
            <a:r>
              <a:rPr kumimoji="0" lang="en-US" sz="1200" b="0"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n-ea"/>
                <a:cs typeface="Arial"/>
              </a:rPr>
              <a:t>Llum DOL – Oreeufugi Atnul Laparia turexce pt EUR, si-ntoccaecat, cupida tatnonproi</a:t>
            </a:r>
          </a:p>
        </p:txBody>
      </p:sp>
      <p:cxnSp>
        <p:nvCxnSpPr>
          <p:cNvPr id="109" name="Straight Connector 108">
            <a:extLst>
              <a:ext uri="{FF2B5EF4-FFF2-40B4-BE49-F238E27FC236}">
                <a16:creationId xmlns:a16="http://schemas.microsoft.com/office/drawing/2014/main" id="{83EAED43-E431-247D-FE55-590760DDFD40}"/>
              </a:ext>
            </a:extLst>
          </p:cNvPr>
          <p:cNvCxnSpPr>
            <a:cxnSpLocks/>
          </p:cNvCxnSpPr>
          <p:nvPr/>
        </p:nvCxnSpPr>
        <p:spPr>
          <a:xfrm>
            <a:off x="1742839" y="5154735"/>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grpSp>
        <p:nvGrpSpPr>
          <p:cNvPr id="118" name="Group 117">
            <a:extLst>
              <a:ext uri="{FF2B5EF4-FFF2-40B4-BE49-F238E27FC236}">
                <a16:creationId xmlns:a16="http://schemas.microsoft.com/office/drawing/2014/main" id="{FCAE5EB0-9CBC-0770-01D9-08B8804753D1}"/>
              </a:ext>
            </a:extLst>
          </p:cNvPr>
          <p:cNvGrpSpPr/>
          <p:nvPr/>
        </p:nvGrpSpPr>
        <p:grpSpPr>
          <a:xfrm>
            <a:off x="180115" y="2610305"/>
            <a:ext cx="1459892" cy="1157882"/>
            <a:chOff x="118256" y="2636819"/>
            <a:chExt cx="1459892" cy="1157882"/>
          </a:xfrm>
        </p:grpSpPr>
        <p:sp>
          <p:nvSpPr>
            <p:cNvPr id="116" name="Freeform: Shape 115">
              <a:extLst>
                <a:ext uri="{FF2B5EF4-FFF2-40B4-BE49-F238E27FC236}">
                  <a16:creationId xmlns:a16="http://schemas.microsoft.com/office/drawing/2014/main" id="{14B02E64-3FF6-6620-C8C9-0217BE5338B6}"/>
                </a:ext>
              </a:extLst>
            </p:cNvPr>
            <p:cNvSpPr/>
            <p:nvPr/>
          </p:nvSpPr>
          <p:spPr>
            <a:xfrm>
              <a:off x="1443047" y="2636819"/>
              <a:ext cx="135101" cy="1157882"/>
            </a:xfrm>
            <a:custGeom>
              <a:avLst/>
              <a:gdLst>
                <a:gd name="connsiteX0" fmla="*/ 0 w 135101"/>
                <a:gd name="connsiteY0" fmla="*/ 0 h 1157882"/>
                <a:gd name="connsiteX1" fmla="*/ 60325 w 135101"/>
                <a:gd name="connsiteY1" fmla="*/ 0 h 1157882"/>
                <a:gd name="connsiteX2" fmla="*/ 135101 w 135101"/>
                <a:gd name="connsiteY2" fmla="*/ 74776 h 1157882"/>
                <a:gd name="connsiteX3" fmla="*/ 135101 w 135101"/>
                <a:gd name="connsiteY3" fmla="*/ 1083106 h 1157882"/>
                <a:gd name="connsiteX4" fmla="*/ 60325 w 135101"/>
                <a:gd name="connsiteY4" fmla="*/ 1157882 h 1157882"/>
                <a:gd name="connsiteX5" fmla="*/ 0 w 135101"/>
                <a:gd name="connsiteY5" fmla="*/ 1157882 h 1157882"/>
                <a:gd name="connsiteX6" fmla="*/ 74776 w 135101"/>
                <a:gd name="connsiteY6" fmla="*/ 1083106 h 1157882"/>
                <a:gd name="connsiteX7" fmla="*/ 74776 w 135101"/>
                <a:gd name="connsiteY7" fmla="*/ 74776 h 1157882"/>
                <a:gd name="connsiteX8" fmla="*/ 0 w 135101"/>
                <a:gd name="connsiteY8" fmla="*/ 0 h 115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101" h="1157882">
                  <a:moveTo>
                    <a:pt x="0" y="0"/>
                  </a:moveTo>
                  <a:lnTo>
                    <a:pt x="60325" y="0"/>
                  </a:lnTo>
                  <a:cubicBezTo>
                    <a:pt x="101623" y="0"/>
                    <a:pt x="135101" y="33478"/>
                    <a:pt x="135101" y="74776"/>
                  </a:cubicBezTo>
                  <a:lnTo>
                    <a:pt x="135101" y="1083106"/>
                  </a:lnTo>
                  <a:cubicBezTo>
                    <a:pt x="135101" y="1124404"/>
                    <a:pt x="101623" y="1157882"/>
                    <a:pt x="60325" y="1157882"/>
                  </a:cubicBezTo>
                  <a:lnTo>
                    <a:pt x="0" y="1157882"/>
                  </a:lnTo>
                  <a:cubicBezTo>
                    <a:pt x="41298" y="1157882"/>
                    <a:pt x="74776" y="1124404"/>
                    <a:pt x="74776" y="1083106"/>
                  </a:cubicBezTo>
                  <a:lnTo>
                    <a:pt x="74776" y="74776"/>
                  </a:lnTo>
                  <a:cubicBezTo>
                    <a:pt x="74776" y="33478"/>
                    <a:pt x="41298" y="0"/>
                    <a:pt x="0" y="0"/>
                  </a:cubicBezTo>
                  <a:close/>
                </a:path>
              </a:pathLst>
            </a:custGeom>
            <a:gradFill flip="none" rotWithShape="1">
              <a:gsLst>
                <a:gs pos="0">
                  <a:srgbClr val="0049C0">
                    <a:alpha val="55000"/>
                  </a:srgbClr>
                </a:gs>
                <a:gs pos="100000">
                  <a:srgbClr val="43515C">
                    <a:alpha val="79000"/>
                  </a:srgbClr>
                </a:gs>
              </a:gsLst>
              <a:lin ang="7800000" scaled="0"/>
              <a:tileRect/>
            </a:gradFill>
            <a:ln w="3175">
              <a:no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113" name="Rectangle: Rounded Corners 112">
              <a:extLst>
                <a:ext uri="{FF2B5EF4-FFF2-40B4-BE49-F238E27FC236}">
                  <a16:creationId xmlns:a16="http://schemas.microsoft.com/office/drawing/2014/main" id="{BB2A0626-FC23-1F7B-C454-12D3302415F9}"/>
                </a:ext>
              </a:extLst>
            </p:cNvPr>
            <p:cNvSpPr/>
            <p:nvPr/>
          </p:nvSpPr>
          <p:spPr>
            <a:xfrm>
              <a:off x="118256" y="2636819"/>
              <a:ext cx="1459892" cy="1157882"/>
            </a:xfrm>
            <a:prstGeom prst="roundRect">
              <a:avLst>
                <a:gd name="adj" fmla="val 6458"/>
              </a:avLst>
            </a:prstGeom>
            <a:gradFill flip="none" rotWithShape="1">
              <a:gsLst>
                <a:gs pos="0">
                  <a:srgbClr val="5074CC">
                    <a:alpha val="48000"/>
                  </a:srgbClr>
                </a:gs>
                <a:gs pos="100000">
                  <a:srgbClr val="5074CC"/>
                </a:gs>
              </a:gsLst>
              <a:lin ang="7800000" scaled="0"/>
              <a:tileRect/>
            </a:gradFill>
            <a:ln w="3175">
              <a:gradFill>
                <a:gsLst>
                  <a:gs pos="0">
                    <a:schemeClr val="accent1">
                      <a:lumMod val="5000"/>
                      <a:lumOff val="95000"/>
                    </a:schemeClr>
                  </a:gs>
                  <a:gs pos="37000">
                    <a:schemeClr val="accent1">
                      <a:lumMod val="45000"/>
                      <a:lumOff val="55000"/>
                    </a:schemeClr>
                  </a:gs>
                  <a:gs pos="69000">
                    <a:schemeClr val="bg1"/>
                  </a:gs>
                  <a:gs pos="100000">
                    <a:schemeClr val="accent1">
                      <a:lumMod val="30000"/>
                      <a:lumOff val="70000"/>
                    </a:schemeClr>
                  </a:gs>
                </a:gsLst>
                <a:lin ang="5400000" scaled="1"/>
              </a:grad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grpSp>
      <p:grpSp>
        <p:nvGrpSpPr>
          <p:cNvPr id="119" name="Group 118">
            <a:extLst>
              <a:ext uri="{FF2B5EF4-FFF2-40B4-BE49-F238E27FC236}">
                <a16:creationId xmlns:a16="http://schemas.microsoft.com/office/drawing/2014/main" id="{1E8C3042-1780-7970-81BF-FA9EDC35A249}"/>
              </a:ext>
            </a:extLst>
          </p:cNvPr>
          <p:cNvGrpSpPr/>
          <p:nvPr/>
        </p:nvGrpSpPr>
        <p:grpSpPr>
          <a:xfrm>
            <a:off x="180115" y="3910641"/>
            <a:ext cx="1459892" cy="1157882"/>
            <a:chOff x="118256" y="2636819"/>
            <a:chExt cx="1459892" cy="1157882"/>
          </a:xfrm>
        </p:grpSpPr>
        <p:sp>
          <p:nvSpPr>
            <p:cNvPr id="120" name="Freeform: Shape 119">
              <a:extLst>
                <a:ext uri="{FF2B5EF4-FFF2-40B4-BE49-F238E27FC236}">
                  <a16:creationId xmlns:a16="http://schemas.microsoft.com/office/drawing/2014/main" id="{3A042FE9-02AE-2D4E-E249-245080661142}"/>
                </a:ext>
              </a:extLst>
            </p:cNvPr>
            <p:cNvSpPr/>
            <p:nvPr/>
          </p:nvSpPr>
          <p:spPr>
            <a:xfrm>
              <a:off x="1443047" y="2636819"/>
              <a:ext cx="135101" cy="1157882"/>
            </a:xfrm>
            <a:custGeom>
              <a:avLst/>
              <a:gdLst>
                <a:gd name="connsiteX0" fmla="*/ 0 w 135101"/>
                <a:gd name="connsiteY0" fmla="*/ 0 h 1157882"/>
                <a:gd name="connsiteX1" fmla="*/ 60325 w 135101"/>
                <a:gd name="connsiteY1" fmla="*/ 0 h 1157882"/>
                <a:gd name="connsiteX2" fmla="*/ 135101 w 135101"/>
                <a:gd name="connsiteY2" fmla="*/ 74776 h 1157882"/>
                <a:gd name="connsiteX3" fmla="*/ 135101 w 135101"/>
                <a:gd name="connsiteY3" fmla="*/ 1083106 h 1157882"/>
                <a:gd name="connsiteX4" fmla="*/ 60325 w 135101"/>
                <a:gd name="connsiteY4" fmla="*/ 1157882 h 1157882"/>
                <a:gd name="connsiteX5" fmla="*/ 0 w 135101"/>
                <a:gd name="connsiteY5" fmla="*/ 1157882 h 1157882"/>
                <a:gd name="connsiteX6" fmla="*/ 74776 w 135101"/>
                <a:gd name="connsiteY6" fmla="*/ 1083106 h 1157882"/>
                <a:gd name="connsiteX7" fmla="*/ 74776 w 135101"/>
                <a:gd name="connsiteY7" fmla="*/ 74776 h 1157882"/>
                <a:gd name="connsiteX8" fmla="*/ 0 w 135101"/>
                <a:gd name="connsiteY8" fmla="*/ 0 h 115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101" h="1157882">
                  <a:moveTo>
                    <a:pt x="0" y="0"/>
                  </a:moveTo>
                  <a:lnTo>
                    <a:pt x="60325" y="0"/>
                  </a:lnTo>
                  <a:cubicBezTo>
                    <a:pt x="101623" y="0"/>
                    <a:pt x="135101" y="33478"/>
                    <a:pt x="135101" y="74776"/>
                  </a:cubicBezTo>
                  <a:lnTo>
                    <a:pt x="135101" y="1083106"/>
                  </a:lnTo>
                  <a:cubicBezTo>
                    <a:pt x="135101" y="1124404"/>
                    <a:pt x="101623" y="1157882"/>
                    <a:pt x="60325" y="1157882"/>
                  </a:cubicBezTo>
                  <a:lnTo>
                    <a:pt x="0" y="1157882"/>
                  </a:lnTo>
                  <a:cubicBezTo>
                    <a:pt x="41298" y="1157882"/>
                    <a:pt x="74776" y="1124404"/>
                    <a:pt x="74776" y="1083106"/>
                  </a:cubicBezTo>
                  <a:lnTo>
                    <a:pt x="74776" y="74776"/>
                  </a:lnTo>
                  <a:cubicBezTo>
                    <a:pt x="74776" y="33478"/>
                    <a:pt x="41298" y="0"/>
                    <a:pt x="0" y="0"/>
                  </a:cubicBezTo>
                  <a:close/>
                </a:path>
              </a:pathLst>
            </a:custGeom>
            <a:gradFill flip="none" rotWithShape="1">
              <a:gsLst>
                <a:gs pos="0">
                  <a:srgbClr val="0049C0">
                    <a:alpha val="55000"/>
                  </a:srgbClr>
                </a:gs>
                <a:gs pos="100000">
                  <a:srgbClr val="43515C">
                    <a:alpha val="79000"/>
                  </a:srgbClr>
                </a:gs>
              </a:gsLst>
              <a:lin ang="7800000" scaled="0"/>
              <a:tileRect/>
            </a:gradFill>
            <a:ln w="3175">
              <a:no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121" name="Rectangle: Rounded Corners 120">
              <a:extLst>
                <a:ext uri="{FF2B5EF4-FFF2-40B4-BE49-F238E27FC236}">
                  <a16:creationId xmlns:a16="http://schemas.microsoft.com/office/drawing/2014/main" id="{90E9DBAB-C693-0031-5BF6-65F635FD35D9}"/>
                </a:ext>
              </a:extLst>
            </p:cNvPr>
            <p:cNvSpPr/>
            <p:nvPr/>
          </p:nvSpPr>
          <p:spPr>
            <a:xfrm>
              <a:off x="118256" y="2636819"/>
              <a:ext cx="1459892" cy="1157882"/>
            </a:xfrm>
            <a:prstGeom prst="roundRect">
              <a:avLst>
                <a:gd name="adj" fmla="val 6458"/>
              </a:avLst>
            </a:prstGeom>
            <a:gradFill flip="none" rotWithShape="1">
              <a:gsLst>
                <a:gs pos="0">
                  <a:srgbClr val="5074CC">
                    <a:alpha val="48000"/>
                  </a:srgbClr>
                </a:gs>
                <a:gs pos="100000">
                  <a:srgbClr val="5074CC"/>
                </a:gs>
              </a:gsLst>
              <a:lin ang="7800000" scaled="0"/>
              <a:tileRect/>
            </a:gradFill>
            <a:ln w="3175">
              <a:gradFill>
                <a:gsLst>
                  <a:gs pos="0">
                    <a:schemeClr val="accent1">
                      <a:lumMod val="5000"/>
                      <a:lumOff val="95000"/>
                    </a:schemeClr>
                  </a:gs>
                  <a:gs pos="37000">
                    <a:schemeClr val="accent1">
                      <a:lumMod val="45000"/>
                      <a:lumOff val="55000"/>
                    </a:schemeClr>
                  </a:gs>
                  <a:gs pos="69000">
                    <a:schemeClr val="bg1"/>
                  </a:gs>
                  <a:gs pos="100000">
                    <a:schemeClr val="accent1">
                      <a:lumMod val="30000"/>
                      <a:lumOff val="70000"/>
                    </a:schemeClr>
                  </a:gs>
                </a:gsLst>
                <a:lin ang="5400000" scaled="1"/>
              </a:grad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grpSp>
      <p:grpSp>
        <p:nvGrpSpPr>
          <p:cNvPr id="122" name="Group 121">
            <a:extLst>
              <a:ext uri="{FF2B5EF4-FFF2-40B4-BE49-F238E27FC236}">
                <a16:creationId xmlns:a16="http://schemas.microsoft.com/office/drawing/2014/main" id="{30D26927-C35A-7986-3AC3-1D5546303829}"/>
              </a:ext>
            </a:extLst>
          </p:cNvPr>
          <p:cNvGrpSpPr/>
          <p:nvPr/>
        </p:nvGrpSpPr>
        <p:grpSpPr>
          <a:xfrm>
            <a:off x="180115" y="5210977"/>
            <a:ext cx="1459892" cy="1157882"/>
            <a:chOff x="118256" y="2636819"/>
            <a:chExt cx="1459892" cy="1157882"/>
          </a:xfrm>
        </p:grpSpPr>
        <p:sp>
          <p:nvSpPr>
            <p:cNvPr id="123" name="Freeform: Shape 122">
              <a:extLst>
                <a:ext uri="{FF2B5EF4-FFF2-40B4-BE49-F238E27FC236}">
                  <a16:creationId xmlns:a16="http://schemas.microsoft.com/office/drawing/2014/main" id="{737D97E7-C2F9-58D2-2FA6-AABBC73B6E4D}"/>
                </a:ext>
              </a:extLst>
            </p:cNvPr>
            <p:cNvSpPr/>
            <p:nvPr/>
          </p:nvSpPr>
          <p:spPr>
            <a:xfrm>
              <a:off x="1443047" y="2636819"/>
              <a:ext cx="135101" cy="1157882"/>
            </a:xfrm>
            <a:custGeom>
              <a:avLst/>
              <a:gdLst>
                <a:gd name="connsiteX0" fmla="*/ 0 w 135101"/>
                <a:gd name="connsiteY0" fmla="*/ 0 h 1157882"/>
                <a:gd name="connsiteX1" fmla="*/ 60325 w 135101"/>
                <a:gd name="connsiteY1" fmla="*/ 0 h 1157882"/>
                <a:gd name="connsiteX2" fmla="*/ 135101 w 135101"/>
                <a:gd name="connsiteY2" fmla="*/ 74776 h 1157882"/>
                <a:gd name="connsiteX3" fmla="*/ 135101 w 135101"/>
                <a:gd name="connsiteY3" fmla="*/ 1083106 h 1157882"/>
                <a:gd name="connsiteX4" fmla="*/ 60325 w 135101"/>
                <a:gd name="connsiteY4" fmla="*/ 1157882 h 1157882"/>
                <a:gd name="connsiteX5" fmla="*/ 0 w 135101"/>
                <a:gd name="connsiteY5" fmla="*/ 1157882 h 1157882"/>
                <a:gd name="connsiteX6" fmla="*/ 74776 w 135101"/>
                <a:gd name="connsiteY6" fmla="*/ 1083106 h 1157882"/>
                <a:gd name="connsiteX7" fmla="*/ 74776 w 135101"/>
                <a:gd name="connsiteY7" fmla="*/ 74776 h 1157882"/>
                <a:gd name="connsiteX8" fmla="*/ 0 w 135101"/>
                <a:gd name="connsiteY8" fmla="*/ 0 h 115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101" h="1157882">
                  <a:moveTo>
                    <a:pt x="0" y="0"/>
                  </a:moveTo>
                  <a:lnTo>
                    <a:pt x="60325" y="0"/>
                  </a:lnTo>
                  <a:cubicBezTo>
                    <a:pt x="101623" y="0"/>
                    <a:pt x="135101" y="33478"/>
                    <a:pt x="135101" y="74776"/>
                  </a:cubicBezTo>
                  <a:lnTo>
                    <a:pt x="135101" y="1083106"/>
                  </a:lnTo>
                  <a:cubicBezTo>
                    <a:pt x="135101" y="1124404"/>
                    <a:pt x="101623" y="1157882"/>
                    <a:pt x="60325" y="1157882"/>
                  </a:cubicBezTo>
                  <a:lnTo>
                    <a:pt x="0" y="1157882"/>
                  </a:lnTo>
                  <a:cubicBezTo>
                    <a:pt x="41298" y="1157882"/>
                    <a:pt x="74776" y="1124404"/>
                    <a:pt x="74776" y="1083106"/>
                  </a:cubicBezTo>
                  <a:lnTo>
                    <a:pt x="74776" y="74776"/>
                  </a:lnTo>
                  <a:cubicBezTo>
                    <a:pt x="74776" y="33478"/>
                    <a:pt x="41298" y="0"/>
                    <a:pt x="0" y="0"/>
                  </a:cubicBezTo>
                  <a:close/>
                </a:path>
              </a:pathLst>
            </a:custGeom>
            <a:gradFill flip="none" rotWithShape="1">
              <a:gsLst>
                <a:gs pos="0">
                  <a:srgbClr val="0049C0">
                    <a:alpha val="55000"/>
                  </a:srgbClr>
                </a:gs>
                <a:gs pos="100000">
                  <a:srgbClr val="43515C">
                    <a:alpha val="79000"/>
                  </a:srgbClr>
                </a:gs>
              </a:gsLst>
              <a:lin ang="7800000" scaled="0"/>
              <a:tileRect/>
            </a:gradFill>
            <a:ln w="3175">
              <a:no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124" name="Rectangle: Rounded Corners 123">
              <a:extLst>
                <a:ext uri="{FF2B5EF4-FFF2-40B4-BE49-F238E27FC236}">
                  <a16:creationId xmlns:a16="http://schemas.microsoft.com/office/drawing/2014/main" id="{323FD56C-FE97-A0DE-54D7-A797EFED1525}"/>
                </a:ext>
              </a:extLst>
            </p:cNvPr>
            <p:cNvSpPr/>
            <p:nvPr/>
          </p:nvSpPr>
          <p:spPr>
            <a:xfrm>
              <a:off x="118256" y="2636819"/>
              <a:ext cx="1459892" cy="1157882"/>
            </a:xfrm>
            <a:prstGeom prst="roundRect">
              <a:avLst>
                <a:gd name="adj" fmla="val 6458"/>
              </a:avLst>
            </a:prstGeom>
            <a:gradFill flip="none" rotWithShape="1">
              <a:gsLst>
                <a:gs pos="0">
                  <a:srgbClr val="5074CC">
                    <a:alpha val="48000"/>
                  </a:srgbClr>
                </a:gs>
                <a:gs pos="100000">
                  <a:srgbClr val="5074CC"/>
                </a:gs>
              </a:gsLst>
              <a:lin ang="7800000" scaled="0"/>
              <a:tileRect/>
            </a:gradFill>
            <a:ln w="3175">
              <a:gradFill>
                <a:gsLst>
                  <a:gs pos="0">
                    <a:schemeClr val="accent1">
                      <a:lumMod val="5000"/>
                      <a:lumOff val="95000"/>
                    </a:schemeClr>
                  </a:gs>
                  <a:gs pos="37000">
                    <a:schemeClr val="accent1">
                      <a:lumMod val="45000"/>
                      <a:lumOff val="55000"/>
                    </a:schemeClr>
                  </a:gs>
                  <a:gs pos="69000">
                    <a:schemeClr val="bg1"/>
                  </a:gs>
                  <a:gs pos="100000">
                    <a:schemeClr val="accent1">
                      <a:lumMod val="30000"/>
                      <a:lumOff val="70000"/>
                    </a:schemeClr>
                  </a:gs>
                </a:gsLst>
                <a:lin ang="5400000" scaled="1"/>
              </a:gradFill>
            </a:ln>
            <a:effectLst>
              <a:outerShdw blurRad="114300" dist="76200" dir="5400000" algn="t" rotWithShape="0">
                <a:srgbClr val="0049C0">
                  <a:alpha val="3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grpSp>
      <p:cxnSp>
        <p:nvCxnSpPr>
          <p:cNvPr id="128" name="Straight Connector 127">
            <a:extLst>
              <a:ext uri="{FF2B5EF4-FFF2-40B4-BE49-F238E27FC236}">
                <a16:creationId xmlns:a16="http://schemas.microsoft.com/office/drawing/2014/main" id="{12038DF7-4946-B426-95F6-3B542504F083}"/>
              </a:ext>
            </a:extLst>
          </p:cNvPr>
          <p:cNvCxnSpPr>
            <a:cxnSpLocks/>
          </p:cNvCxnSpPr>
          <p:nvPr/>
        </p:nvCxnSpPr>
        <p:spPr>
          <a:xfrm>
            <a:off x="5235319" y="5154735"/>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2EAAC0C-BC3B-EB4A-E2D2-543716693528}"/>
              </a:ext>
            </a:extLst>
          </p:cNvPr>
          <p:cNvCxnSpPr>
            <a:cxnSpLocks/>
          </p:cNvCxnSpPr>
          <p:nvPr/>
        </p:nvCxnSpPr>
        <p:spPr>
          <a:xfrm>
            <a:off x="8723586" y="5154735"/>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15B49F3E-2D05-3DDD-5DD2-58BADD81355C}"/>
              </a:ext>
            </a:extLst>
          </p:cNvPr>
          <p:cNvCxnSpPr>
            <a:cxnSpLocks/>
          </p:cNvCxnSpPr>
          <p:nvPr/>
        </p:nvCxnSpPr>
        <p:spPr>
          <a:xfrm>
            <a:off x="1742839" y="3826678"/>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CF65D41-B80A-FCB4-48C4-688CD10A46C5}"/>
              </a:ext>
            </a:extLst>
          </p:cNvPr>
          <p:cNvCxnSpPr>
            <a:cxnSpLocks/>
          </p:cNvCxnSpPr>
          <p:nvPr/>
        </p:nvCxnSpPr>
        <p:spPr>
          <a:xfrm>
            <a:off x="5235319" y="3826678"/>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8C8ADE89-8BF5-C466-892D-01C0387DEC5A}"/>
              </a:ext>
            </a:extLst>
          </p:cNvPr>
          <p:cNvCxnSpPr>
            <a:cxnSpLocks/>
          </p:cNvCxnSpPr>
          <p:nvPr/>
        </p:nvCxnSpPr>
        <p:spPr>
          <a:xfrm>
            <a:off x="8723586" y="3826678"/>
            <a:ext cx="3260064" cy="0"/>
          </a:xfrm>
          <a:prstGeom prst="line">
            <a:avLst/>
          </a:prstGeom>
          <a:ln>
            <a:solidFill>
              <a:srgbClr val="727C84">
                <a:alpha val="42000"/>
              </a:srgbClr>
            </a:solidFill>
          </a:ln>
        </p:spPr>
        <p:style>
          <a:lnRef idx="1">
            <a:schemeClr val="accent1"/>
          </a:lnRef>
          <a:fillRef idx="0">
            <a:schemeClr val="accent1"/>
          </a:fillRef>
          <a:effectRef idx="0">
            <a:schemeClr val="accent1"/>
          </a:effectRef>
          <a:fontRef idx="minor">
            <a:schemeClr val="tx1"/>
          </a:fontRef>
        </p:style>
      </p:cxnSp>
      <p:sp>
        <p:nvSpPr>
          <p:cNvPr id="133" name="Freeform 5">
            <a:extLst>
              <a:ext uri="{FF2B5EF4-FFF2-40B4-BE49-F238E27FC236}">
                <a16:creationId xmlns:a16="http://schemas.microsoft.com/office/drawing/2014/main" id="{B7623428-1876-232F-108A-F3D99CA10838}"/>
              </a:ext>
            </a:extLst>
          </p:cNvPr>
          <p:cNvSpPr>
            <a:spLocks/>
          </p:cNvSpPr>
          <p:nvPr/>
        </p:nvSpPr>
        <p:spPr bwMode="auto">
          <a:xfrm rot="16200000">
            <a:off x="1556319" y="3120603"/>
            <a:ext cx="180260" cy="137284"/>
          </a:xfrm>
          <a:custGeom>
            <a:avLst/>
            <a:gdLst>
              <a:gd name="T0" fmla="*/ 234 w 262"/>
              <a:gd name="T1" fmla="*/ 199 h 199"/>
              <a:gd name="T2" fmla="*/ 29 w 262"/>
              <a:gd name="T3" fmla="*/ 199 h 199"/>
              <a:gd name="T4" fmla="*/ 10 w 262"/>
              <a:gd name="T5" fmla="*/ 165 h 199"/>
              <a:gd name="T6" fmla="*/ 113 w 262"/>
              <a:gd name="T7" fmla="*/ 13 h 199"/>
              <a:gd name="T8" fmla="*/ 149 w 262"/>
              <a:gd name="T9" fmla="*/ 13 h 199"/>
              <a:gd name="T10" fmla="*/ 252 w 262"/>
              <a:gd name="T11" fmla="*/ 165 h 199"/>
              <a:gd name="T12" fmla="*/ 234 w 262"/>
              <a:gd name="T13" fmla="*/ 199 h 199"/>
            </a:gdLst>
            <a:ahLst/>
            <a:cxnLst>
              <a:cxn ang="0">
                <a:pos x="T0" y="T1"/>
              </a:cxn>
              <a:cxn ang="0">
                <a:pos x="T2" y="T3"/>
              </a:cxn>
              <a:cxn ang="0">
                <a:pos x="T4" y="T5"/>
              </a:cxn>
              <a:cxn ang="0">
                <a:pos x="T6" y="T7"/>
              </a:cxn>
              <a:cxn ang="0">
                <a:pos x="T8" y="T9"/>
              </a:cxn>
              <a:cxn ang="0">
                <a:pos x="T10" y="T11"/>
              </a:cxn>
              <a:cxn ang="0">
                <a:pos x="T12" y="T13"/>
              </a:cxn>
            </a:cxnLst>
            <a:rect l="0" t="0" r="r" b="b"/>
            <a:pathLst>
              <a:path w="262" h="199">
                <a:moveTo>
                  <a:pt x="234" y="199"/>
                </a:moveTo>
                <a:cubicBezTo>
                  <a:pt x="29" y="199"/>
                  <a:pt x="29" y="199"/>
                  <a:pt x="29" y="199"/>
                </a:cubicBezTo>
                <a:cubicBezTo>
                  <a:pt x="11" y="199"/>
                  <a:pt x="0" y="179"/>
                  <a:pt x="10" y="165"/>
                </a:cubicBezTo>
                <a:cubicBezTo>
                  <a:pt x="113" y="13"/>
                  <a:pt x="113" y="13"/>
                  <a:pt x="113" y="13"/>
                </a:cubicBezTo>
                <a:cubicBezTo>
                  <a:pt x="122" y="0"/>
                  <a:pt x="141" y="0"/>
                  <a:pt x="149" y="13"/>
                </a:cubicBezTo>
                <a:cubicBezTo>
                  <a:pt x="252" y="165"/>
                  <a:pt x="252" y="165"/>
                  <a:pt x="252" y="165"/>
                </a:cubicBezTo>
                <a:cubicBezTo>
                  <a:pt x="262" y="179"/>
                  <a:pt x="251" y="199"/>
                  <a:pt x="234" y="199"/>
                </a:cubicBezTo>
                <a:close/>
              </a:path>
            </a:pathLst>
          </a:custGeom>
          <a:solidFill>
            <a:srgbClr val="FFFFFF">
              <a:alpha val="76000"/>
            </a:srgbClr>
          </a:solidFill>
          <a:ln>
            <a:noFill/>
          </a:ln>
          <a:effectLst>
            <a:outerShdw blurRad="50800" dist="38100" dir="5400000" algn="t" rotWithShape="0">
              <a:srgbClr val="0049C0">
                <a:alpha val="64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34" name="Freeform 5">
            <a:extLst>
              <a:ext uri="{FF2B5EF4-FFF2-40B4-BE49-F238E27FC236}">
                <a16:creationId xmlns:a16="http://schemas.microsoft.com/office/drawing/2014/main" id="{C4BE9CA4-B0B3-CF1E-3609-B250A0BB4512}"/>
              </a:ext>
            </a:extLst>
          </p:cNvPr>
          <p:cNvSpPr>
            <a:spLocks/>
          </p:cNvSpPr>
          <p:nvPr/>
        </p:nvSpPr>
        <p:spPr bwMode="auto">
          <a:xfrm rot="16200000">
            <a:off x="1556319" y="4420940"/>
            <a:ext cx="180260" cy="137284"/>
          </a:xfrm>
          <a:custGeom>
            <a:avLst/>
            <a:gdLst>
              <a:gd name="T0" fmla="*/ 234 w 262"/>
              <a:gd name="T1" fmla="*/ 199 h 199"/>
              <a:gd name="T2" fmla="*/ 29 w 262"/>
              <a:gd name="T3" fmla="*/ 199 h 199"/>
              <a:gd name="T4" fmla="*/ 10 w 262"/>
              <a:gd name="T5" fmla="*/ 165 h 199"/>
              <a:gd name="T6" fmla="*/ 113 w 262"/>
              <a:gd name="T7" fmla="*/ 13 h 199"/>
              <a:gd name="T8" fmla="*/ 149 w 262"/>
              <a:gd name="T9" fmla="*/ 13 h 199"/>
              <a:gd name="T10" fmla="*/ 252 w 262"/>
              <a:gd name="T11" fmla="*/ 165 h 199"/>
              <a:gd name="T12" fmla="*/ 234 w 262"/>
              <a:gd name="T13" fmla="*/ 199 h 199"/>
            </a:gdLst>
            <a:ahLst/>
            <a:cxnLst>
              <a:cxn ang="0">
                <a:pos x="T0" y="T1"/>
              </a:cxn>
              <a:cxn ang="0">
                <a:pos x="T2" y="T3"/>
              </a:cxn>
              <a:cxn ang="0">
                <a:pos x="T4" y="T5"/>
              </a:cxn>
              <a:cxn ang="0">
                <a:pos x="T6" y="T7"/>
              </a:cxn>
              <a:cxn ang="0">
                <a:pos x="T8" y="T9"/>
              </a:cxn>
              <a:cxn ang="0">
                <a:pos x="T10" y="T11"/>
              </a:cxn>
              <a:cxn ang="0">
                <a:pos x="T12" y="T13"/>
              </a:cxn>
            </a:cxnLst>
            <a:rect l="0" t="0" r="r" b="b"/>
            <a:pathLst>
              <a:path w="262" h="199">
                <a:moveTo>
                  <a:pt x="234" y="199"/>
                </a:moveTo>
                <a:cubicBezTo>
                  <a:pt x="29" y="199"/>
                  <a:pt x="29" y="199"/>
                  <a:pt x="29" y="199"/>
                </a:cubicBezTo>
                <a:cubicBezTo>
                  <a:pt x="11" y="199"/>
                  <a:pt x="0" y="179"/>
                  <a:pt x="10" y="165"/>
                </a:cubicBezTo>
                <a:cubicBezTo>
                  <a:pt x="113" y="13"/>
                  <a:pt x="113" y="13"/>
                  <a:pt x="113" y="13"/>
                </a:cubicBezTo>
                <a:cubicBezTo>
                  <a:pt x="122" y="0"/>
                  <a:pt x="141" y="0"/>
                  <a:pt x="149" y="13"/>
                </a:cubicBezTo>
                <a:cubicBezTo>
                  <a:pt x="252" y="165"/>
                  <a:pt x="252" y="165"/>
                  <a:pt x="252" y="165"/>
                </a:cubicBezTo>
                <a:cubicBezTo>
                  <a:pt x="262" y="179"/>
                  <a:pt x="251" y="199"/>
                  <a:pt x="234" y="199"/>
                </a:cubicBezTo>
                <a:close/>
              </a:path>
            </a:pathLst>
          </a:custGeom>
          <a:solidFill>
            <a:srgbClr val="FFFFFF">
              <a:alpha val="76000"/>
            </a:srgbClr>
          </a:solidFill>
          <a:ln>
            <a:noFill/>
          </a:ln>
          <a:effectLst>
            <a:outerShdw blurRad="50800" dist="38100" dir="5400000" algn="t" rotWithShape="0">
              <a:srgbClr val="0049C0">
                <a:alpha val="64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35" name="Freeform 5">
            <a:extLst>
              <a:ext uri="{FF2B5EF4-FFF2-40B4-BE49-F238E27FC236}">
                <a16:creationId xmlns:a16="http://schemas.microsoft.com/office/drawing/2014/main" id="{CA58AAF8-3C7F-2507-B37C-BC50CE6EF2E7}"/>
              </a:ext>
            </a:extLst>
          </p:cNvPr>
          <p:cNvSpPr>
            <a:spLocks/>
          </p:cNvSpPr>
          <p:nvPr/>
        </p:nvSpPr>
        <p:spPr bwMode="auto">
          <a:xfrm rot="16200000">
            <a:off x="1556319" y="5721276"/>
            <a:ext cx="180260" cy="137284"/>
          </a:xfrm>
          <a:custGeom>
            <a:avLst/>
            <a:gdLst>
              <a:gd name="T0" fmla="*/ 234 w 262"/>
              <a:gd name="T1" fmla="*/ 199 h 199"/>
              <a:gd name="T2" fmla="*/ 29 w 262"/>
              <a:gd name="T3" fmla="*/ 199 h 199"/>
              <a:gd name="T4" fmla="*/ 10 w 262"/>
              <a:gd name="T5" fmla="*/ 165 h 199"/>
              <a:gd name="T6" fmla="*/ 113 w 262"/>
              <a:gd name="T7" fmla="*/ 13 h 199"/>
              <a:gd name="T8" fmla="*/ 149 w 262"/>
              <a:gd name="T9" fmla="*/ 13 h 199"/>
              <a:gd name="T10" fmla="*/ 252 w 262"/>
              <a:gd name="T11" fmla="*/ 165 h 199"/>
              <a:gd name="T12" fmla="*/ 234 w 262"/>
              <a:gd name="T13" fmla="*/ 199 h 199"/>
            </a:gdLst>
            <a:ahLst/>
            <a:cxnLst>
              <a:cxn ang="0">
                <a:pos x="T0" y="T1"/>
              </a:cxn>
              <a:cxn ang="0">
                <a:pos x="T2" y="T3"/>
              </a:cxn>
              <a:cxn ang="0">
                <a:pos x="T4" y="T5"/>
              </a:cxn>
              <a:cxn ang="0">
                <a:pos x="T6" y="T7"/>
              </a:cxn>
              <a:cxn ang="0">
                <a:pos x="T8" y="T9"/>
              </a:cxn>
              <a:cxn ang="0">
                <a:pos x="T10" y="T11"/>
              </a:cxn>
              <a:cxn ang="0">
                <a:pos x="T12" y="T13"/>
              </a:cxn>
            </a:cxnLst>
            <a:rect l="0" t="0" r="r" b="b"/>
            <a:pathLst>
              <a:path w="262" h="199">
                <a:moveTo>
                  <a:pt x="234" y="199"/>
                </a:moveTo>
                <a:cubicBezTo>
                  <a:pt x="29" y="199"/>
                  <a:pt x="29" y="199"/>
                  <a:pt x="29" y="199"/>
                </a:cubicBezTo>
                <a:cubicBezTo>
                  <a:pt x="11" y="199"/>
                  <a:pt x="0" y="179"/>
                  <a:pt x="10" y="165"/>
                </a:cubicBezTo>
                <a:cubicBezTo>
                  <a:pt x="113" y="13"/>
                  <a:pt x="113" y="13"/>
                  <a:pt x="113" y="13"/>
                </a:cubicBezTo>
                <a:cubicBezTo>
                  <a:pt x="122" y="0"/>
                  <a:pt x="141" y="0"/>
                  <a:pt x="149" y="13"/>
                </a:cubicBezTo>
                <a:cubicBezTo>
                  <a:pt x="252" y="165"/>
                  <a:pt x="252" y="165"/>
                  <a:pt x="252" y="165"/>
                </a:cubicBezTo>
                <a:cubicBezTo>
                  <a:pt x="262" y="179"/>
                  <a:pt x="251" y="199"/>
                  <a:pt x="234" y="199"/>
                </a:cubicBezTo>
                <a:close/>
              </a:path>
            </a:pathLst>
          </a:custGeom>
          <a:solidFill>
            <a:srgbClr val="FFFFFF">
              <a:alpha val="76000"/>
            </a:srgbClr>
          </a:solidFill>
          <a:ln>
            <a:noFill/>
          </a:ln>
          <a:effectLst>
            <a:outerShdw blurRad="50800" dist="38100" dir="5400000" algn="t" rotWithShape="0">
              <a:srgbClr val="0049C0">
                <a:alpha val="64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36" name="TextBox 135">
            <a:extLst>
              <a:ext uri="{FF2B5EF4-FFF2-40B4-BE49-F238E27FC236}">
                <a16:creationId xmlns:a16="http://schemas.microsoft.com/office/drawing/2014/main" id="{1B09F5EC-126B-D840-9E68-FD9B62CAB0D9}"/>
              </a:ext>
            </a:extLst>
          </p:cNvPr>
          <p:cNvSpPr txBox="1"/>
          <p:nvPr/>
        </p:nvSpPr>
        <p:spPr>
          <a:xfrm>
            <a:off x="305042" y="3217500"/>
            <a:ext cx="1147838"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mn-cs"/>
              </a:rPr>
              <a:t>DENTS UNTINC</a:t>
            </a:r>
          </a:p>
        </p:txBody>
      </p:sp>
      <p:sp>
        <p:nvSpPr>
          <p:cNvPr id="137" name="TextBox 136">
            <a:extLst>
              <a:ext uri="{FF2B5EF4-FFF2-40B4-BE49-F238E27FC236}">
                <a16:creationId xmlns:a16="http://schemas.microsoft.com/office/drawing/2014/main" id="{D9F619DD-750A-EC27-DAE8-BC2818911706}"/>
              </a:ext>
            </a:extLst>
          </p:cNvPr>
          <p:cNvSpPr txBox="1"/>
          <p:nvPr/>
        </p:nvSpPr>
        <p:spPr>
          <a:xfrm>
            <a:off x="180115" y="4446350"/>
            <a:ext cx="1397692"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mn-cs"/>
              </a:rPr>
              <a:t>ULPAQUI OFF ICIADES</a:t>
            </a:r>
          </a:p>
        </p:txBody>
      </p:sp>
      <p:sp>
        <p:nvSpPr>
          <p:cNvPr id="138" name="TextBox 137">
            <a:extLst>
              <a:ext uri="{FF2B5EF4-FFF2-40B4-BE49-F238E27FC236}">
                <a16:creationId xmlns:a16="http://schemas.microsoft.com/office/drawing/2014/main" id="{288C7F2A-C2BC-6C62-4B52-BC54EE066872}"/>
              </a:ext>
            </a:extLst>
          </p:cNvPr>
          <p:cNvSpPr txBox="1"/>
          <p:nvPr/>
        </p:nvSpPr>
        <p:spPr>
          <a:xfrm>
            <a:off x="94222" y="5598826"/>
            <a:ext cx="156947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mn-cs"/>
              </a:rPr>
              <a:t>ERUNTMOL LITANIMIDE – STLABO RU MCURABI </a:t>
            </a:r>
          </a:p>
        </p:txBody>
      </p:sp>
      <p:sp>
        <p:nvSpPr>
          <p:cNvPr id="459" name="Freeform 197">
            <a:extLst>
              <a:ext uri="{FF2B5EF4-FFF2-40B4-BE49-F238E27FC236}">
                <a16:creationId xmlns:a16="http://schemas.microsoft.com/office/drawing/2014/main" id="{9890BF99-D8DB-AAEA-3BF4-2277A08F1E8B}"/>
              </a:ext>
            </a:extLst>
          </p:cNvPr>
          <p:cNvSpPr>
            <a:spLocks noEditPoints="1"/>
          </p:cNvSpPr>
          <p:nvPr/>
        </p:nvSpPr>
        <p:spPr bwMode="auto">
          <a:xfrm>
            <a:off x="669955" y="2746765"/>
            <a:ext cx="418012" cy="420290"/>
          </a:xfrm>
          <a:custGeom>
            <a:avLst/>
            <a:gdLst>
              <a:gd name="T0" fmla="*/ 23 w 212"/>
              <a:gd name="T1" fmla="*/ 94 h 213"/>
              <a:gd name="T2" fmla="*/ 163 w 212"/>
              <a:gd name="T3" fmla="*/ 94 h 213"/>
              <a:gd name="T4" fmla="*/ 93 w 212"/>
              <a:gd name="T5" fmla="*/ 31 h 213"/>
              <a:gd name="T6" fmla="*/ 136 w 212"/>
              <a:gd name="T7" fmla="*/ 66 h 213"/>
              <a:gd name="T8" fmla="*/ 116 w 212"/>
              <a:gd name="T9" fmla="*/ 77 h 213"/>
              <a:gd name="T10" fmla="*/ 96 w 212"/>
              <a:gd name="T11" fmla="*/ 106 h 213"/>
              <a:gd name="T12" fmla="*/ 68 w 212"/>
              <a:gd name="T13" fmla="*/ 91 h 213"/>
              <a:gd name="T14" fmla="*/ 56 w 212"/>
              <a:gd name="T15" fmla="*/ 71 h 213"/>
              <a:gd name="T16" fmla="*/ 31 w 212"/>
              <a:gd name="T17" fmla="*/ 81 h 213"/>
              <a:gd name="T18" fmla="*/ 123 w 212"/>
              <a:gd name="T19" fmla="*/ 77 h 213"/>
              <a:gd name="T20" fmla="*/ 136 w 212"/>
              <a:gd name="T21" fmla="*/ 77 h 213"/>
              <a:gd name="T22" fmla="*/ 123 w 212"/>
              <a:gd name="T23" fmla="*/ 77 h 213"/>
              <a:gd name="T24" fmla="*/ 96 w 212"/>
              <a:gd name="T25" fmla="*/ 117 h 213"/>
              <a:gd name="T26" fmla="*/ 83 w 212"/>
              <a:gd name="T27" fmla="*/ 117 h 213"/>
              <a:gd name="T28" fmla="*/ 56 w 212"/>
              <a:gd name="T29" fmla="*/ 91 h 213"/>
              <a:gd name="T30" fmla="*/ 56 w 212"/>
              <a:gd name="T31" fmla="*/ 77 h 213"/>
              <a:gd name="T32" fmla="*/ 56 w 212"/>
              <a:gd name="T33" fmla="*/ 91 h 213"/>
              <a:gd name="T34" fmla="*/ 30 w 212"/>
              <a:gd name="T35" fmla="*/ 94 h 213"/>
              <a:gd name="T36" fmla="*/ 43 w 212"/>
              <a:gd name="T37" fmla="*/ 87 h 213"/>
              <a:gd name="T38" fmla="*/ 63 w 212"/>
              <a:gd name="T39" fmla="*/ 96 h 213"/>
              <a:gd name="T40" fmla="*/ 76 w 212"/>
              <a:gd name="T41" fmla="*/ 117 h 213"/>
              <a:gd name="T42" fmla="*/ 103 w 212"/>
              <a:gd name="T43" fmla="*/ 117 h 213"/>
              <a:gd name="T44" fmla="*/ 123 w 212"/>
              <a:gd name="T45" fmla="*/ 89 h 213"/>
              <a:gd name="T46" fmla="*/ 143 w 212"/>
              <a:gd name="T47" fmla="*/ 77 h 213"/>
              <a:gd name="T48" fmla="*/ 148 w 212"/>
              <a:gd name="T49" fmla="*/ 63 h 213"/>
              <a:gd name="T50" fmla="*/ 93 w 212"/>
              <a:gd name="T51" fmla="*/ 157 h 213"/>
              <a:gd name="T52" fmla="*/ 163 w 212"/>
              <a:gd name="T53" fmla="*/ 31 h 213"/>
              <a:gd name="T54" fmla="*/ 159 w 212"/>
              <a:gd name="T55" fmla="*/ 43 h 213"/>
              <a:gd name="T56" fmla="*/ 23 w 212"/>
              <a:gd name="T57" fmla="*/ 139 h 213"/>
              <a:gd name="T58" fmla="*/ 148 w 212"/>
              <a:gd name="T59" fmla="*/ 174 h 213"/>
              <a:gd name="T60" fmla="*/ 179 w 212"/>
              <a:gd name="T61" fmla="*/ 205 h 213"/>
              <a:gd name="T62" fmla="*/ 205 w 212"/>
              <a:gd name="T63" fmla="*/ 181 h 213"/>
              <a:gd name="T64" fmla="*/ 173 w 212"/>
              <a:gd name="T65" fmla="*/ 149 h 213"/>
              <a:gd name="T66" fmla="*/ 163 w 212"/>
              <a:gd name="T67" fmla="*/ 49 h 213"/>
              <a:gd name="T68" fmla="*/ 176 w 212"/>
              <a:gd name="T69" fmla="*/ 44 h 213"/>
              <a:gd name="T70" fmla="*/ 206 w 212"/>
              <a:gd name="T71" fmla="*/ 34 h 213"/>
              <a:gd name="T72" fmla="*/ 210 w 212"/>
              <a:gd name="T73" fmla="*/ 31 h 213"/>
              <a:gd name="T74" fmla="*/ 189 w 212"/>
              <a:gd name="T75" fmla="*/ 27 h 213"/>
              <a:gd name="T76" fmla="*/ 200 w 212"/>
              <a:gd name="T77" fmla="*/ 186 h 213"/>
              <a:gd name="T78" fmla="*/ 185 w 212"/>
              <a:gd name="T79" fmla="*/ 201 h 213"/>
              <a:gd name="T80" fmla="*/ 158 w 212"/>
              <a:gd name="T81" fmla="*/ 174 h 213"/>
              <a:gd name="T82" fmla="*/ 200 w 212"/>
              <a:gd name="T83" fmla="*/ 186 h 213"/>
              <a:gd name="T84" fmla="*/ 168 w 212"/>
              <a:gd name="T85" fmla="*/ 154 h 213"/>
              <a:gd name="T86" fmla="*/ 144 w 212"/>
              <a:gd name="T87" fmla="*/ 160 h 213"/>
              <a:gd name="T88" fmla="*/ 147 w 212"/>
              <a:gd name="T89" fmla="*/ 158 h 213"/>
              <a:gd name="T90" fmla="*/ 150 w 212"/>
              <a:gd name="T91" fmla="*/ 155 h 213"/>
              <a:gd name="T92" fmla="*/ 155 w 212"/>
              <a:gd name="T93" fmla="*/ 150 h 213"/>
              <a:gd name="T94" fmla="*/ 158 w 212"/>
              <a:gd name="T95" fmla="*/ 146 h 213"/>
              <a:gd name="T96" fmla="*/ 155 w 212"/>
              <a:gd name="T97" fmla="*/ 139 h 213"/>
              <a:gd name="T98" fmla="*/ 151 w 212"/>
              <a:gd name="T99" fmla="*/ 144 h 213"/>
              <a:gd name="T100" fmla="*/ 146 w 212"/>
              <a:gd name="T101" fmla="*/ 149 h 213"/>
              <a:gd name="T102" fmla="*/ 142 w 212"/>
              <a:gd name="T103" fmla="*/ 153 h 213"/>
              <a:gd name="T104" fmla="*/ 30 w 212"/>
              <a:gd name="T105" fmla="*/ 139 h 213"/>
              <a:gd name="T106" fmla="*/ 155 w 212"/>
              <a:gd name="T107" fmla="*/ 49 h 213"/>
              <a:gd name="T108" fmla="*/ 176 w 212"/>
              <a:gd name="T109" fmla="*/ 37 h 213"/>
              <a:gd name="T110" fmla="*/ 176 w 212"/>
              <a:gd name="T111" fmla="*/ 24 h 213"/>
              <a:gd name="T112" fmla="*/ 176 w 212"/>
              <a:gd name="T113" fmla="*/ 37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2" h="213">
                <a:moveTo>
                  <a:pt x="93" y="24"/>
                </a:moveTo>
                <a:cubicBezTo>
                  <a:pt x="54" y="24"/>
                  <a:pt x="23" y="55"/>
                  <a:pt x="23" y="94"/>
                </a:cubicBezTo>
                <a:cubicBezTo>
                  <a:pt x="23" y="133"/>
                  <a:pt x="54" y="164"/>
                  <a:pt x="93" y="164"/>
                </a:cubicBezTo>
                <a:cubicBezTo>
                  <a:pt x="132" y="164"/>
                  <a:pt x="163" y="133"/>
                  <a:pt x="163" y="94"/>
                </a:cubicBezTo>
                <a:cubicBezTo>
                  <a:pt x="163" y="55"/>
                  <a:pt x="132" y="24"/>
                  <a:pt x="93" y="24"/>
                </a:cubicBezTo>
                <a:close/>
                <a:moveTo>
                  <a:pt x="93" y="31"/>
                </a:moveTo>
                <a:cubicBezTo>
                  <a:pt x="114" y="31"/>
                  <a:pt x="133" y="41"/>
                  <a:pt x="145" y="58"/>
                </a:cubicBezTo>
                <a:cubicBezTo>
                  <a:pt x="136" y="66"/>
                  <a:pt x="136" y="66"/>
                  <a:pt x="136" y="66"/>
                </a:cubicBezTo>
                <a:cubicBezTo>
                  <a:pt x="134" y="65"/>
                  <a:pt x="132" y="64"/>
                  <a:pt x="130" y="64"/>
                </a:cubicBezTo>
                <a:cubicBezTo>
                  <a:pt x="122" y="64"/>
                  <a:pt x="116" y="70"/>
                  <a:pt x="116" y="77"/>
                </a:cubicBezTo>
                <a:cubicBezTo>
                  <a:pt x="116" y="80"/>
                  <a:pt x="117" y="82"/>
                  <a:pt x="118" y="84"/>
                </a:cubicBezTo>
                <a:cubicBezTo>
                  <a:pt x="96" y="106"/>
                  <a:pt x="96" y="106"/>
                  <a:pt x="96" y="106"/>
                </a:cubicBezTo>
                <a:cubicBezTo>
                  <a:pt x="92" y="103"/>
                  <a:pt x="87" y="103"/>
                  <a:pt x="83" y="106"/>
                </a:cubicBezTo>
                <a:cubicBezTo>
                  <a:pt x="68" y="91"/>
                  <a:pt x="68" y="91"/>
                  <a:pt x="68" y="91"/>
                </a:cubicBezTo>
                <a:cubicBezTo>
                  <a:pt x="69" y="89"/>
                  <a:pt x="70" y="86"/>
                  <a:pt x="70" y="84"/>
                </a:cubicBezTo>
                <a:cubicBezTo>
                  <a:pt x="70" y="77"/>
                  <a:pt x="64" y="71"/>
                  <a:pt x="56" y="71"/>
                </a:cubicBezTo>
                <a:cubicBezTo>
                  <a:pt x="50" y="71"/>
                  <a:pt x="45" y="75"/>
                  <a:pt x="43" y="81"/>
                </a:cubicBezTo>
                <a:cubicBezTo>
                  <a:pt x="31" y="81"/>
                  <a:pt x="31" y="81"/>
                  <a:pt x="31" y="81"/>
                </a:cubicBezTo>
                <a:cubicBezTo>
                  <a:pt x="37" y="52"/>
                  <a:pt x="63" y="31"/>
                  <a:pt x="93" y="31"/>
                </a:cubicBezTo>
                <a:close/>
                <a:moveTo>
                  <a:pt x="123" y="77"/>
                </a:moveTo>
                <a:cubicBezTo>
                  <a:pt x="123" y="74"/>
                  <a:pt x="126" y="71"/>
                  <a:pt x="130" y="71"/>
                </a:cubicBezTo>
                <a:cubicBezTo>
                  <a:pt x="133" y="71"/>
                  <a:pt x="136" y="74"/>
                  <a:pt x="136" y="77"/>
                </a:cubicBezTo>
                <a:cubicBezTo>
                  <a:pt x="136" y="81"/>
                  <a:pt x="133" y="84"/>
                  <a:pt x="130" y="84"/>
                </a:cubicBezTo>
                <a:cubicBezTo>
                  <a:pt x="126" y="84"/>
                  <a:pt x="123" y="81"/>
                  <a:pt x="123" y="77"/>
                </a:cubicBezTo>
                <a:close/>
                <a:moveTo>
                  <a:pt x="90" y="111"/>
                </a:moveTo>
                <a:cubicBezTo>
                  <a:pt x="93" y="111"/>
                  <a:pt x="96" y="114"/>
                  <a:pt x="96" y="117"/>
                </a:cubicBezTo>
                <a:cubicBezTo>
                  <a:pt x="96" y="121"/>
                  <a:pt x="93" y="124"/>
                  <a:pt x="90" y="124"/>
                </a:cubicBezTo>
                <a:cubicBezTo>
                  <a:pt x="86" y="124"/>
                  <a:pt x="83" y="121"/>
                  <a:pt x="83" y="117"/>
                </a:cubicBezTo>
                <a:cubicBezTo>
                  <a:pt x="83" y="114"/>
                  <a:pt x="86" y="111"/>
                  <a:pt x="90" y="111"/>
                </a:cubicBezTo>
                <a:close/>
                <a:moveTo>
                  <a:pt x="56" y="91"/>
                </a:moveTo>
                <a:cubicBezTo>
                  <a:pt x="53" y="91"/>
                  <a:pt x="50" y="88"/>
                  <a:pt x="50" y="84"/>
                </a:cubicBezTo>
                <a:cubicBezTo>
                  <a:pt x="50" y="80"/>
                  <a:pt x="53" y="77"/>
                  <a:pt x="56" y="77"/>
                </a:cubicBezTo>
                <a:cubicBezTo>
                  <a:pt x="60" y="77"/>
                  <a:pt x="63" y="80"/>
                  <a:pt x="63" y="84"/>
                </a:cubicBezTo>
                <a:cubicBezTo>
                  <a:pt x="63" y="88"/>
                  <a:pt x="60" y="91"/>
                  <a:pt x="56" y="91"/>
                </a:cubicBezTo>
                <a:close/>
                <a:moveTo>
                  <a:pt x="93" y="157"/>
                </a:moveTo>
                <a:cubicBezTo>
                  <a:pt x="58" y="157"/>
                  <a:pt x="30" y="129"/>
                  <a:pt x="30" y="94"/>
                </a:cubicBezTo>
                <a:cubicBezTo>
                  <a:pt x="30" y="92"/>
                  <a:pt x="30" y="90"/>
                  <a:pt x="30" y="87"/>
                </a:cubicBezTo>
                <a:cubicBezTo>
                  <a:pt x="43" y="87"/>
                  <a:pt x="43" y="87"/>
                  <a:pt x="43" y="87"/>
                </a:cubicBezTo>
                <a:cubicBezTo>
                  <a:pt x="45" y="93"/>
                  <a:pt x="50" y="97"/>
                  <a:pt x="56" y="97"/>
                </a:cubicBezTo>
                <a:cubicBezTo>
                  <a:pt x="59" y="97"/>
                  <a:pt x="61" y="97"/>
                  <a:pt x="63" y="96"/>
                </a:cubicBezTo>
                <a:cubicBezTo>
                  <a:pt x="78" y="111"/>
                  <a:pt x="78" y="111"/>
                  <a:pt x="78" y="111"/>
                </a:cubicBezTo>
                <a:cubicBezTo>
                  <a:pt x="77" y="113"/>
                  <a:pt x="76" y="115"/>
                  <a:pt x="76" y="117"/>
                </a:cubicBezTo>
                <a:cubicBezTo>
                  <a:pt x="76" y="125"/>
                  <a:pt x="82" y="131"/>
                  <a:pt x="90" y="131"/>
                </a:cubicBezTo>
                <a:cubicBezTo>
                  <a:pt x="97" y="131"/>
                  <a:pt x="103" y="125"/>
                  <a:pt x="103" y="117"/>
                </a:cubicBezTo>
                <a:cubicBezTo>
                  <a:pt x="103" y="115"/>
                  <a:pt x="102" y="113"/>
                  <a:pt x="101" y="111"/>
                </a:cubicBezTo>
                <a:cubicBezTo>
                  <a:pt x="123" y="89"/>
                  <a:pt x="123" y="89"/>
                  <a:pt x="123" y="89"/>
                </a:cubicBezTo>
                <a:cubicBezTo>
                  <a:pt x="125" y="90"/>
                  <a:pt x="127" y="91"/>
                  <a:pt x="130" y="91"/>
                </a:cubicBezTo>
                <a:cubicBezTo>
                  <a:pt x="137" y="91"/>
                  <a:pt x="143" y="85"/>
                  <a:pt x="143" y="77"/>
                </a:cubicBezTo>
                <a:cubicBezTo>
                  <a:pt x="143" y="75"/>
                  <a:pt x="142" y="73"/>
                  <a:pt x="141" y="71"/>
                </a:cubicBezTo>
                <a:cubicBezTo>
                  <a:pt x="148" y="63"/>
                  <a:pt x="148" y="63"/>
                  <a:pt x="148" y="63"/>
                </a:cubicBezTo>
                <a:cubicBezTo>
                  <a:pt x="165" y="94"/>
                  <a:pt x="154" y="132"/>
                  <a:pt x="124" y="149"/>
                </a:cubicBezTo>
                <a:cubicBezTo>
                  <a:pt x="114" y="155"/>
                  <a:pt x="104" y="157"/>
                  <a:pt x="93" y="157"/>
                </a:cubicBezTo>
                <a:close/>
                <a:moveTo>
                  <a:pt x="176" y="17"/>
                </a:moveTo>
                <a:cubicBezTo>
                  <a:pt x="169" y="17"/>
                  <a:pt x="163" y="23"/>
                  <a:pt x="163" y="31"/>
                </a:cubicBezTo>
                <a:cubicBezTo>
                  <a:pt x="163" y="33"/>
                  <a:pt x="164" y="35"/>
                  <a:pt x="165" y="37"/>
                </a:cubicBezTo>
                <a:cubicBezTo>
                  <a:pt x="159" y="43"/>
                  <a:pt x="159" y="43"/>
                  <a:pt x="159" y="43"/>
                </a:cubicBezTo>
                <a:cubicBezTo>
                  <a:pt x="130" y="6"/>
                  <a:pt x="76" y="0"/>
                  <a:pt x="39" y="31"/>
                </a:cubicBezTo>
                <a:cubicBezTo>
                  <a:pt x="8" y="57"/>
                  <a:pt x="0" y="104"/>
                  <a:pt x="23" y="139"/>
                </a:cubicBezTo>
                <a:cubicBezTo>
                  <a:pt x="48" y="178"/>
                  <a:pt x="100" y="189"/>
                  <a:pt x="138" y="164"/>
                </a:cubicBezTo>
                <a:cubicBezTo>
                  <a:pt x="148" y="174"/>
                  <a:pt x="148" y="174"/>
                  <a:pt x="148" y="174"/>
                </a:cubicBezTo>
                <a:cubicBezTo>
                  <a:pt x="153" y="179"/>
                  <a:pt x="153" y="179"/>
                  <a:pt x="153" y="179"/>
                </a:cubicBezTo>
                <a:cubicBezTo>
                  <a:pt x="179" y="205"/>
                  <a:pt x="179" y="205"/>
                  <a:pt x="179" y="205"/>
                </a:cubicBezTo>
                <a:cubicBezTo>
                  <a:pt x="186" y="212"/>
                  <a:pt x="196" y="213"/>
                  <a:pt x="203" y="207"/>
                </a:cubicBezTo>
                <a:cubicBezTo>
                  <a:pt x="211" y="200"/>
                  <a:pt x="212" y="188"/>
                  <a:pt x="205" y="181"/>
                </a:cubicBezTo>
                <a:cubicBezTo>
                  <a:pt x="178" y="154"/>
                  <a:pt x="178" y="154"/>
                  <a:pt x="178" y="154"/>
                </a:cubicBezTo>
                <a:cubicBezTo>
                  <a:pt x="173" y="149"/>
                  <a:pt x="173" y="149"/>
                  <a:pt x="173" y="149"/>
                </a:cubicBezTo>
                <a:cubicBezTo>
                  <a:pt x="163" y="139"/>
                  <a:pt x="163" y="139"/>
                  <a:pt x="163" y="139"/>
                </a:cubicBezTo>
                <a:cubicBezTo>
                  <a:pt x="181" y="112"/>
                  <a:pt x="181" y="76"/>
                  <a:pt x="163" y="49"/>
                </a:cubicBezTo>
                <a:cubicBezTo>
                  <a:pt x="170" y="42"/>
                  <a:pt x="170" y="42"/>
                  <a:pt x="170" y="42"/>
                </a:cubicBezTo>
                <a:cubicBezTo>
                  <a:pt x="172" y="43"/>
                  <a:pt x="174" y="44"/>
                  <a:pt x="176" y="44"/>
                </a:cubicBezTo>
                <a:cubicBezTo>
                  <a:pt x="182" y="44"/>
                  <a:pt x="188" y="40"/>
                  <a:pt x="189" y="34"/>
                </a:cubicBezTo>
                <a:cubicBezTo>
                  <a:pt x="206" y="34"/>
                  <a:pt x="206" y="34"/>
                  <a:pt x="206" y="34"/>
                </a:cubicBezTo>
                <a:cubicBezTo>
                  <a:pt x="208" y="34"/>
                  <a:pt x="210" y="33"/>
                  <a:pt x="210" y="31"/>
                </a:cubicBezTo>
                <a:cubicBezTo>
                  <a:pt x="210" y="31"/>
                  <a:pt x="210" y="31"/>
                  <a:pt x="210" y="31"/>
                </a:cubicBezTo>
                <a:cubicBezTo>
                  <a:pt x="210" y="29"/>
                  <a:pt x="208" y="27"/>
                  <a:pt x="206" y="27"/>
                </a:cubicBezTo>
                <a:cubicBezTo>
                  <a:pt x="189" y="27"/>
                  <a:pt x="189" y="27"/>
                  <a:pt x="189" y="27"/>
                </a:cubicBezTo>
                <a:cubicBezTo>
                  <a:pt x="188" y="22"/>
                  <a:pt x="182" y="17"/>
                  <a:pt x="176" y="17"/>
                </a:cubicBezTo>
                <a:close/>
                <a:moveTo>
                  <a:pt x="200" y="186"/>
                </a:moveTo>
                <a:cubicBezTo>
                  <a:pt x="204" y="190"/>
                  <a:pt x="204" y="197"/>
                  <a:pt x="200" y="201"/>
                </a:cubicBezTo>
                <a:cubicBezTo>
                  <a:pt x="196" y="205"/>
                  <a:pt x="189" y="205"/>
                  <a:pt x="185" y="201"/>
                </a:cubicBezTo>
                <a:cubicBezTo>
                  <a:pt x="185" y="201"/>
                  <a:pt x="185" y="201"/>
                  <a:pt x="185" y="201"/>
                </a:cubicBezTo>
                <a:cubicBezTo>
                  <a:pt x="158" y="174"/>
                  <a:pt x="158" y="174"/>
                  <a:pt x="158" y="174"/>
                </a:cubicBezTo>
                <a:cubicBezTo>
                  <a:pt x="173" y="159"/>
                  <a:pt x="173" y="159"/>
                  <a:pt x="173" y="159"/>
                </a:cubicBezTo>
                <a:lnTo>
                  <a:pt x="200" y="186"/>
                </a:lnTo>
                <a:close/>
                <a:moveTo>
                  <a:pt x="159" y="145"/>
                </a:moveTo>
                <a:cubicBezTo>
                  <a:pt x="168" y="154"/>
                  <a:pt x="168" y="154"/>
                  <a:pt x="168" y="154"/>
                </a:cubicBezTo>
                <a:cubicBezTo>
                  <a:pt x="153" y="169"/>
                  <a:pt x="153" y="169"/>
                  <a:pt x="153" y="169"/>
                </a:cubicBezTo>
                <a:cubicBezTo>
                  <a:pt x="144" y="160"/>
                  <a:pt x="144" y="160"/>
                  <a:pt x="144" y="160"/>
                </a:cubicBezTo>
                <a:cubicBezTo>
                  <a:pt x="144" y="160"/>
                  <a:pt x="145" y="159"/>
                  <a:pt x="145" y="159"/>
                </a:cubicBezTo>
                <a:cubicBezTo>
                  <a:pt x="146" y="159"/>
                  <a:pt x="146" y="158"/>
                  <a:pt x="147" y="158"/>
                </a:cubicBezTo>
                <a:cubicBezTo>
                  <a:pt x="147" y="157"/>
                  <a:pt x="148" y="157"/>
                  <a:pt x="149" y="156"/>
                </a:cubicBezTo>
                <a:cubicBezTo>
                  <a:pt x="149" y="156"/>
                  <a:pt x="149" y="155"/>
                  <a:pt x="150" y="155"/>
                </a:cubicBezTo>
                <a:cubicBezTo>
                  <a:pt x="151" y="154"/>
                  <a:pt x="153" y="152"/>
                  <a:pt x="154" y="151"/>
                </a:cubicBezTo>
                <a:cubicBezTo>
                  <a:pt x="154" y="151"/>
                  <a:pt x="154" y="150"/>
                  <a:pt x="155" y="150"/>
                </a:cubicBezTo>
                <a:cubicBezTo>
                  <a:pt x="155" y="149"/>
                  <a:pt x="156" y="148"/>
                  <a:pt x="157" y="148"/>
                </a:cubicBezTo>
                <a:cubicBezTo>
                  <a:pt x="157" y="147"/>
                  <a:pt x="158" y="147"/>
                  <a:pt x="158" y="146"/>
                </a:cubicBezTo>
                <a:cubicBezTo>
                  <a:pt x="158" y="146"/>
                  <a:pt x="159" y="145"/>
                  <a:pt x="159" y="145"/>
                </a:cubicBezTo>
                <a:close/>
                <a:moveTo>
                  <a:pt x="155" y="139"/>
                </a:moveTo>
                <a:cubicBezTo>
                  <a:pt x="154" y="140"/>
                  <a:pt x="153" y="141"/>
                  <a:pt x="152" y="143"/>
                </a:cubicBezTo>
                <a:cubicBezTo>
                  <a:pt x="152" y="143"/>
                  <a:pt x="151" y="144"/>
                  <a:pt x="151" y="144"/>
                </a:cubicBezTo>
                <a:cubicBezTo>
                  <a:pt x="150" y="145"/>
                  <a:pt x="149" y="146"/>
                  <a:pt x="148" y="148"/>
                </a:cubicBezTo>
                <a:cubicBezTo>
                  <a:pt x="147" y="148"/>
                  <a:pt x="147" y="148"/>
                  <a:pt x="146" y="149"/>
                </a:cubicBezTo>
                <a:cubicBezTo>
                  <a:pt x="145" y="150"/>
                  <a:pt x="144" y="151"/>
                  <a:pt x="143" y="152"/>
                </a:cubicBezTo>
                <a:cubicBezTo>
                  <a:pt x="143" y="152"/>
                  <a:pt x="142" y="153"/>
                  <a:pt x="142" y="153"/>
                </a:cubicBezTo>
                <a:cubicBezTo>
                  <a:pt x="140" y="154"/>
                  <a:pt x="139" y="155"/>
                  <a:pt x="137" y="156"/>
                </a:cubicBezTo>
                <a:cubicBezTo>
                  <a:pt x="103" y="181"/>
                  <a:pt x="55" y="173"/>
                  <a:pt x="30" y="139"/>
                </a:cubicBezTo>
                <a:cubicBezTo>
                  <a:pt x="6" y="104"/>
                  <a:pt x="14" y="56"/>
                  <a:pt x="48" y="32"/>
                </a:cubicBezTo>
                <a:cubicBezTo>
                  <a:pt x="83" y="7"/>
                  <a:pt x="131" y="15"/>
                  <a:pt x="155" y="49"/>
                </a:cubicBezTo>
                <a:cubicBezTo>
                  <a:pt x="174" y="76"/>
                  <a:pt x="174" y="112"/>
                  <a:pt x="155" y="139"/>
                </a:cubicBezTo>
                <a:close/>
                <a:moveTo>
                  <a:pt x="176" y="37"/>
                </a:moveTo>
                <a:cubicBezTo>
                  <a:pt x="173" y="37"/>
                  <a:pt x="170" y="34"/>
                  <a:pt x="170" y="31"/>
                </a:cubicBezTo>
                <a:cubicBezTo>
                  <a:pt x="170" y="27"/>
                  <a:pt x="173" y="24"/>
                  <a:pt x="176" y="24"/>
                </a:cubicBezTo>
                <a:cubicBezTo>
                  <a:pt x="180" y="24"/>
                  <a:pt x="183" y="27"/>
                  <a:pt x="183" y="31"/>
                </a:cubicBezTo>
                <a:cubicBezTo>
                  <a:pt x="183" y="34"/>
                  <a:pt x="180" y="37"/>
                  <a:pt x="176" y="3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2" name="Freeform 100">
            <a:extLst>
              <a:ext uri="{FF2B5EF4-FFF2-40B4-BE49-F238E27FC236}">
                <a16:creationId xmlns:a16="http://schemas.microsoft.com/office/drawing/2014/main" id="{4DAB3B7A-D2A3-7770-C556-998521665C18}"/>
              </a:ext>
            </a:extLst>
          </p:cNvPr>
          <p:cNvSpPr>
            <a:spLocks noEditPoints="1"/>
          </p:cNvSpPr>
          <p:nvPr/>
        </p:nvSpPr>
        <p:spPr bwMode="auto">
          <a:xfrm>
            <a:off x="690438" y="5292668"/>
            <a:ext cx="439246" cy="314708"/>
          </a:xfrm>
          <a:custGeom>
            <a:avLst/>
            <a:gdLst>
              <a:gd name="T0" fmla="*/ 1605 w 2056"/>
              <a:gd name="T1" fmla="*/ 112 h 1478"/>
              <a:gd name="T2" fmla="*/ 1750 w 2056"/>
              <a:gd name="T3" fmla="*/ 725 h 1478"/>
              <a:gd name="T4" fmla="*/ 1323 w 2056"/>
              <a:gd name="T5" fmla="*/ 297 h 1478"/>
              <a:gd name="T6" fmla="*/ 1404 w 2056"/>
              <a:gd name="T7" fmla="*/ 103 h 1478"/>
              <a:gd name="T8" fmla="*/ 1199 w 2056"/>
              <a:gd name="T9" fmla="*/ 392 h 1478"/>
              <a:gd name="T10" fmla="*/ 873 w 2056"/>
              <a:gd name="T11" fmla="*/ 392 h 1478"/>
              <a:gd name="T12" fmla="*/ 790 w 2056"/>
              <a:gd name="T13" fmla="*/ 240 h 1478"/>
              <a:gd name="T14" fmla="*/ 600 w 2056"/>
              <a:gd name="T15" fmla="*/ 163 h 1478"/>
              <a:gd name="T16" fmla="*/ 733 w 2056"/>
              <a:gd name="T17" fmla="*/ 320 h 1478"/>
              <a:gd name="T18" fmla="*/ 328 w 2056"/>
              <a:gd name="T19" fmla="*/ 725 h 1478"/>
              <a:gd name="T20" fmla="*/ 101 w 2056"/>
              <a:gd name="T21" fmla="*/ 519 h 1478"/>
              <a:gd name="T22" fmla="*/ 400 w 2056"/>
              <a:gd name="T23" fmla="*/ 107 h 1478"/>
              <a:gd name="T24" fmla="*/ 249 w 2056"/>
              <a:gd name="T25" fmla="*/ 781 h 1478"/>
              <a:gd name="T26" fmla="*/ 482 w 2056"/>
              <a:gd name="T27" fmla="*/ 935 h 1478"/>
              <a:gd name="T28" fmla="*/ 603 w 2056"/>
              <a:gd name="T29" fmla="*/ 1135 h 1478"/>
              <a:gd name="T30" fmla="*/ 739 w 2056"/>
              <a:gd name="T31" fmla="*/ 1272 h 1478"/>
              <a:gd name="T32" fmla="*/ 989 w 2056"/>
              <a:gd name="T33" fmla="*/ 1442 h 1478"/>
              <a:gd name="T34" fmla="*/ 1196 w 2056"/>
              <a:gd name="T35" fmla="*/ 1361 h 1478"/>
              <a:gd name="T36" fmla="*/ 1314 w 2056"/>
              <a:gd name="T37" fmla="*/ 1236 h 1478"/>
              <a:gd name="T38" fmla="*/ 1528 w 2056"/>
              <a:gd name="T39" fmla="*/ 1063 h 1478"/>
              <a:gd name="T40" fmla="*/ 1684 w 2056"/>
              <a:gd name="T41" fmla="*/ 792 h 1478"/>
              <a:gd name="T42" fmla="*/ 2040 w 2056"/>
              <a:gd name="T43" fmla="*/ 548 h 1478"/>
              <a:gd name="T44" fmla="*/ 546 w 2056"/>
              <a:gd name="T45" fmla="*/ 999 h 1478"/>
              <a:gd name="T46" fmla="*/ 603 w 2056"/>
              <a:gd name="T47" fmla="*/ 1055 h 1478"/>
              <a:gd name="T48" fmla="*/ 740 w 2056"/>
              <a:gd name="T49" fmla="*/ 1192 h 1478"/>
              <a:gd name="T50" fmla="*/ 797 w 2056"/>
              <a:gd name="T51" fmla="*/ 1135 h 1478"/>
              <a:gd name="T52" fmla="*/ 916 w 2056"/>
              <a:gd name="T53" fmla="*/ 1312 h 1478"/>
              <a:gd name="T54" fmla="*/ 819 w 2056"/>
              <a:gd name="T55" fmla="*/ 1272 h 1478"/>
              <a:gd name="T56" fmla="*/ 876 w 2056"/>
              <a:gd name="T57" fmla="*/ 1216 h 1478"/>
              <a:gd name="T58" fmla="*/ 1472 w 2056"/>
              <a:gd name="T59" fmla="*/ 1007 h 1478"/>
              <a:gd name="T60" fmla="*/ 1317 w 2056"/>
              <a:gd name="T61" fmla="*/ 924 h 1478"/>
              <a:gd name="T62" fmla="*/ 1343 w 2056"/>
              <a:gd name="T63" fmla="*/ 1063 h 1478"/>
              <a:gd name="T64" fmla="*/ 1345 w 2056"/>
              <a:gd name="T65" fmla="*/ 1139 h 1478"/>
              <a:gd name="T66" fmla="*/ 1188 w 2056"/>
              <a:gd name="T67" fmla="*/ 1066 h 1478"/>
              <a:gd name="T68" fmla="*/ 1220 w 2056"/>
              <a:gd name="T69" fmla="*/ 1206 h 1478"/>
              <a:gd name="T70" fmla="*/ 1159 w 2056"/>
              <a:gd name="T71" fmla="*/ 1269 h 1478"/>
              <a:gd name="T72" fmla="*/ 1051 w 2056"/>
              <a:gd name="T73" fmla="*/ 1257 h 1478"/>
              <a:gd name="T74" fmla="*/ 1116 w 2056"/>
              <a:gd name="T75" fmla="*/ 1356 h 1478"/>
              <a:gd name="T76" fmla="*/ 1046 w 2056"/>
              <a:gd name="T77" fmla="*/ 1385 h 1478"/>
              <a:gd name="T78" fmla="*/ 877 w 2056"/>
              <a:gd name="T79" fmla="*/ 1136 h 1478"/>
              <a:gd name="T80" fmla="*/ 739 w 2056"/>
              <a:gd name="T81" fmla="*/ 999 h 1478"/>
              <a:gd name="T82" fmla="*/ 538 w 2056"/>
              <a:gd name="T83" fmla="*/ 878 h 1478"/>
              <a:gd name="T84" fmla="*/ 829 w 2056"/>
              <a:gd name="T85" fmla="*/ 461 h 1478"/>
              <a:gd name="T86" fmla="*/ 751 w 2056"/>
              <a:gd name="T87" fmla="*/ 630 h 1478"/>
              <a:gd name="T88" fmla="*/ 841 w 2056"/>
              <a:gd name="T89" fmla="*/ 849 h 1478"/>
              <a:gd name="T90" fmla="*/ 1212 w 2056"/>
              <a:gd name="T91" fmla="*/ 679 h 1478"/>
              <a:gd name="T92" fmla="*/ 1472 w 2056"/>
              <a:gd name="T93" fmla="*/ 1007 h 1478"/>
              <a:gd name="T94" fmla="*/ 1257 w 2056"/>
              <a:gd name="T95" fmla="*/ 611 h 1478"/>
              <a:gd name="T96" fmla="*/ 1050 w 2056"/>
              <a:gd name="T97" fmla="*/ 597 h 1478"/>
              <a:gd name="T98" fmla="*/ 841 w 2056"/>
              <a:gd name="T99" fmla="*/ 769 h 1478"/>
              <a:gd name="T100" fmla="*/ 807 w 2056"/>
              <a:gd name="T101" fmla="*/ 687 h 1478"/>
              <a:gd name="T102" fmla="*/ 1244 w 2056"/>
              <a:gd name="T103" fmla="*/ 461 h 1478"/>
              <a:gd name="T104" fmla="*/ 1501 w 2056"/>
              <a:gd name="T105" fmla="*/ 851 h 1478"/>
              <a:gd name="T106" fmla="*/ 1757 w 2056"/>
              <a:gd name="T107" fmla="*/ 578 h 1478"/>
              <a:gd name="T108" fmla="*/ 295 w 2056"/>
              <a:gd name="T109" fmla="*/ 502 h 1478"/>
              <a:gd name="T110" fmla="*/ 255 w 2056"/>
              <a:gd name="T111" fmla="*/ 542 h 1478"/>
              <a:gd name="T112" fmla="*/ 568 w 2056"/>
              <a:gd name="T113" fmla="*/ 44 h 1478"/>
              <a:gd name="T114" fmla="*/ 528 w 2056"/>
              <a:gd name="T115" fmla="*/ 4 h 1478"/>
              <a:gd name="T116" fmla="*/ 1527 w 2056"/>
              <a:gd name="T117" fmla="*/ 80 h 1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56" h="1478">
                <a:moveTo>
                  <a:pt x="2040" y="491"/>
                </a:moveTo>
                <a:cubicBezTo>
                  <a:pt x="1661" y="112"/>
                  <a:pt x="1661" y="112"/>
                  <a:pt x="1661" y="112"/>
                </a:cubicBezTo>
                <a:cubicBezTo>
                  <a:pt x="1646" y="97"/>
                  <a:pt x="1620" y="97"/>
                  <a:pt x="1605" y="112"/>
                </a:cubicBezTo>
                <a:cubicBezTo>
                  <a:pt x="1589" y="128"/>
                  <a:pt x="1589" y="153"/>
                  <a:pt x="1605" y="169"/>
                </a:cubicBezTo>
                <a:cubicBezTo>
                  <a:pt x="1955" y="520"/>
                  <a:pt x="1955" y="520"/>
                  <a:pt x="1955" y="520"/>
                </a:cubicBezTo>
                <a:cubicBezTo>
                  <a:pt x="1750" y="725"/>
                  <a:pt x="1750" y="725"/>
                  <a:pt x="1750" y="725"/>
                </a:cubicBezTo>
                <a:cubicBezTo>
                  <a:pt x="1744" y="731"/>
                  <a:pt x="1734" y="731"/>
                  <a:pt x="1728" y="725"/>
                </a:cubicBezTo>
                <a:cubicBezTo>
                  <a:pt x="1323" y="320"/>
                  <a:pt x="1323" y="320"/>
                  <a:pt x="1323" y="320"/>
                </a:cubicBezTo>
                <a:cubicBezTo>
                  <a:pt x="1316" y="313"/>
                  <a:pt x="1316" y="303"/>
                  <a:pt x="1323" y="297"/>
                </a:cubicBezTo>
                <a:cubicBezTo>
                  <a:pt x="1460" y="159"/>
                  <a:pt x="1460" y="159"/>
                  <a:pt x="1460" y="159"/>
                </a:cubicBezTo>
                <a:cubicBezTo>
                  <a:pt x="1476" y="144"/>
                  <a:pt x="1476" y="118"/>
                  <a:pt x="1460" y="103"/>
                </a:cubicBezTo>
                <a:cubicBezTo>
                  <a:pt x="1445" y="87"/>
                  <a:pt x="1419" y="87"/>
                  <a:pt x="1404" y="103"/>
                </a:cubicBezTo>
                <a:cubicBezTo>
                  <a:pt x="1266" y="240"/>
                  <a:pt x="1266" y="240"/>
                  <a:pt x="1266" y="240"/>
                </a:cubicBezTo>
                <a:cubicBezTo>
                  <a:pt x="1237" y="269"/>
                  <a:pt x="1231" y="311"/>
                  <a:pt x="1246" y="346"/>
                </a:cubicBezTo>
                <a:cubicBezTo>
                  <a:pt x="1199" y="392"/>
                  <a:pt x="1199" y="392"/>
                  <a:pt x="1199" y="392"/>
                </a:cubicBezTo>
                <a:cubicBezTo>
                  <a:pt x="1019" y="392"/>
                  <a:pt x="1019" y="392"/>
                  <a:pt x="1019" y="392"/>
                </a:cubicBezTo>
                <a:cubicBezTo>
                  <a:pt x="1005" y="392"/>
                  <a:pt x="1005" y="392"/>
                  <a:pt x="1005" y="392"/>
                </a:cubicBezTo>
                <a:cubicBezTo>
                  <a:pt x="873" y="392"/>
                  <a:pt x="873" y="392"/>
                  <a:pt x="873" y="392"/>
                </a:cubicBezTo>
                <a:cubicBezTo>
                  <a:pt x="815" y="334"/>
                  <a:pt x="815" y="334"/>
                  <a:pt x="815" y="334"/>
                </a:cubicBezTo>
                <a:cubicBezTo>
                  <a:pt x="817" y="325"/>
                  <a:pt x="818" y="317"/>
                  <a:pt x="818" y="308"/>
                </a:cubicBezTo>
                <a:cubicBezTo>
                  <a:pt x="818" y="282"/>
                  <a:pt x="808" y="258"/>
                  <a:pt x="790" y="240"/>
                </a:cubicBezTo>
                <a:cubicBezTo>
                  <a:pt x="656" y="106"/>
                  <a:pt x="656" y="106"/>
                  <a:pt x="656" y="106"/>
                </a:cubicBezTo>
                <a:cubicBezTo>
                  <a:pt x="641" y="91"/>
                  <a:pt x="615" y="91"/>
                  <a:pt x="600" y="106"/>
                </a:cubicBezTo>
                <a:cubicBezTo>
                  <a:pt x="584" y="122"/>
                  <a:pt x="584" y="147"/>
                  <a:pt x="600" y="163"/>
                </a:cubicBezTo>
                <a:cubicBezTo>
                  <a:pt x="733" y="297"/>
                  <a:pt x="733" y="297"/>
                  <a:pt x="733" y="297"/>
                </a:cubicBezTo>
                <a:cubicBezTo>
                  <a:pt x="738" y="301"/>
                  <a:pt x="738" y="306"/>
                  <a:pt x="738" y="308"/>
                </a:cubicBezTo>
                <a:cubicBezTo>
                  <a:pt x="738" y="311"/>
                  <a:pt x="738" y="315"/>
                  <a:pt x="733" y="320"/>
                </a:cubicBezTo>
                <a:cubicBezTo>
                  <a:pt x="722" y="331"/>
                  <a:pt x="722" y="331"/>
                  <a:pt x="722" y="331"/>
                </a:cubicBezTo>
                <a:cubicBezTo>
                  <a:pt x="328" y="725"/>
                  <a:pt x="328" y="725"/>
                  <a:pt x="328" y="725"/>
                </a:cubicBezTo>
                <a:cubicBezTo>
                  <a:pt x="328" y="725"/>
                  <a:pt x="328" y="725"/>
                  <a:pt x="328" y="725"/>
                </a:cubicBezTo>
                <a:cubicBezTo>
                  <a:pt x="324" y="729"/>
                  <a:pt x="319" y="729"/>
                  <a:pt x="317" y="729"/>
                </a:cubicBezTo>
                <a:cubicBezTo>
                  <a:pt x="315" y="729"/>
                  <a:pt x="310" y="729"/>
                  <a:pt x="306" y="725"/>
                </a:cubicBezTo>
                <a:cubicBezTo>
                  <a:pt x="101" y="519"/>
                  <a:pt x="101" y="519"/>
                  <a:pt x="101" y="519"/>
                </a:cubicBezTo>
                <a:cubicBezTo>
                  <a:pt x="456" y="164"/>
                  <a:pt x="456" y="164"/>
                  <a:pt x="456" y="164"/>
                </a:cubicBezTo>
                <a:cubicBezTo>
                  <a:pt x="472" y="148"/>
                  <a:pt x="472" y="123"/>
                  <a:pt x="456" y="107"/>
                </a:cubicBezTo>
                <a:cubicBezTo>
                  <a:pt x="440" y="92"/>
                  <a:pt x="415" y="92"/>
                  <a:pt x="400" y="107"/>
                </a:cubicBezTo>
                <a:cubicBezTo>
                  <a:pt x="16" y="491"/>
                  <a:pt x="16" y="491"/>
                  <a:pt x="16" y="491"/>
                </a:cubicBezTo>
                <a:cubicBezTo>
                  <a:pt x="0" y="507"/>
                  <a:pt x="0" y="532"/>
                  <a:pt x="16" y="548"/>
                </a:cubicBezTo>
                <a:cubicBezTo>
                  <a:pt x="249" y="781"/>
                  <a:pt x="249" y="781"/>
                  <a:pt x="249" y="781"/>
                </a:cubicBezTo>
                <a:cubicBezTo>
                  <a:pt x="268" y="800"/>
                  <a:pt x="292" y="809"/>
                  <a:pt x="317" y="809"/>
                </a:cubicBezTo>
                <a:cubicBezTo>
                  <a:pt x="328" y="809"/>
                  <a:pt x="340" y="807"/>
                  <a:pt x="350" y="803"/>
                </a:cubicBezTo>
                <a:cubicBezTo>
                  <a:pt x="482" y="935"/>
                  <a:pt x="482" y="935"/>
                  <a:pt x="482" y="935"/>
                </a:cubicBezTo>
                <a:cubicBezTo>
                  <a:pt x="472" y="954"/>
                  <a:pt x="466" y="976"/>
                  <a:pt x="466" y="999"/>
                </a:cubicBezTo>
                <a:cubicBezTo>
                  <a:pt x="466" y="1074"/>
                  <a:pt x="527" y="1135"/>
                  <a:pt x="603" y="1135"/>
                </a:cubicBezTo>
                <a:cubicBezTo>
                  <a:pt x="603" y="1135"/>
                  <a:pt x="603" y="1135"/>
                  <a:pt x="603" y="1135"/>
                </a:cubicBezTo>
                <a:cubicBezTo>
                  <a:pt x="603" y="1135"/>
                  <a:pt x="603" y="1135"/>
                  <a:pt x="603" y="1135"/>
                </a:cubicBezTo>
                <a:cubicBezTo>
                  <a:pt x="603" y="1211"/>
                  <a:pt x="664" y="1272"/>
                  <a:pt x="739" y="1272"/>
                </a:cubicBezTo>
                <a:cubicBezTo>
                  <a:pt x="739" y="1272"/>
                  <a:pt x="739" y="1272"/>
                  <a:pt x="739" y="1272"/>
                </a:cubicBezTo>
                <a:cubicBezTo>
                  <a:pt x="739" y="1348"/>
                  <a:pt x="801" y="1409"/>
                  <a:pt x="876" y="1409"/>
                </a:cubicBezTo>
                <a:cubicBezTo>
                  <a:pt x="899" y="1409"/>
                  <a:pt x="921" y="1403"/>
                  <a:pt x="940" y="1393"/>
                </a:cubicBezTo>
                <a:cubicBezTo>
                  <a:pt x="989" y="1442"/>
                  <a:pt x="989" y="1442"/>
                  <a:pt x="989" y="1442"/>
                </a:cubicBezTo>
                <a:cubicBezTo>
                  <a:pt x="1012" y="1465"/>
                  <a:pt x="1043" y="1478"/>
                  <a:pt x="1075" y="1478"/>
                </a:cubicBezTo>
                <a:cubicBezTo>
                  <a:pt x="1107" y="1478"/>
                  <a:pt x="1138" y="1465"/>
                  <a:pt x="1161" y="1442"/>
                </a:cubicBezTo>
                <a:cubicBezTo>
                  <a:pt x="1183" y="1420"/>
                  <a:pt x="1195" y="1392"/>
                  <a:pt x="1196" y="1361"/>
                </a:cubicBezTo>
                <a:cubicBezTo>
                  <a:pt x="1226" y="1360"/>
                  <a:pt x="1255" y="1348"/>
                  <a:pt x="1278" y="1325"/>
                </a:cubicBezTo>
                <a:cubicBezTo>
                  <a:pt x="1301" y="1302"/>
                  <a:pt x="1314" y="1270"/>
                  <a:pt x="1314" y="1236"/>
                </a:cubicBezTo>
                <a:cubicBezTo>
                  <a:pt x="1314" y="1236"/>
                  <a:pt x="1314" y="1236"/>
                  <a:pt x="1314" y="1236"/>
                </a:cubicBezTo>
                <a:cubicBezTo>
                  <a:pt x="1349" y="1234"/>
                  <a:pt x="1381" y="1219"/>
                  <a:pt x="1404" y="1193"/>
                </a:cubicBezTo>
                <a:cubicBezTo>
                  <a:pt x="1428" y="1167"/>
                  <a:pt x="1440" y="1134"/>
                  <a:pt x="1440" y="1102"/>
                </a:cubicBezTo>
                <a:cubicBezTo>
                  <a:pt x="1473" y="1101"/>
                  <a:pt x="1505" y="1087"/>
                  <a:pt x="1528" y="1063"/>
                </a:cubicBezTo>
                <a:cubicBezTo>
                  <a:pt x="1553" y="1038"/>
                  <a:pt x="1567" y="1005"/>
                  <a:pt x="1567" y="970"/>
                </a:cubicBezTo>
                <a:cubicBezTo>
                  <a:pt x="1567" y="950"/>
                  <a:pt x="1562" y="930"/>
                  <a:pt x="1553" y="912"/>
                </a:cubicBezTo>
                <a:cubicBezTo>
                  <a:pt x="1684" y="792"/>
                  <a:pt x="1684" y="792"/>
                  <a:pt x="1684" y="792"/>
                </a:cubicBezTo>
                <a:cubicBezTo>
                  <a:pt x="1700" y="803"/>
                  <a:pt x="1720" y="809"/>
                  <a:pt x="1739" y="809"/>
                </a:cubicBezTo>
                <a:cubicBezTo>
                  <a:pt x="1764" y="809"/>
                  <a:pt x="1788" y="800"/>
                  <a:pt x="1807" y="781"/>
                </a:cubicBezTo>
                <a:cubicBezTo>
                  <a:pt x="2040" y="548"/>
                  <a:pt x="2040" y="548"/>
                  <a:pt x="2040" y="548"/>
                </a:cubicBezTo>
                <a:cubicBezTo>
                  <a:pt x="2056" y="532"/>
                  <a:pt x="2056" y="507"/>
                  <a:pt x="2040" y="491"/>
                </a:cubicBezTo>
                <a:close/>
                <a:moveTo>
                  <a:pt x="603" y="1055"/>
                </a:moveTo>
                <a:cubicBezTo>
                  <a:pt x="571" y="1055"/>
                  <a:pt x="546" y="1030"/>
                  <a:pt x="546" y="999"/>
                </a:cubicBezTo>
                <a:cubicBezTo>
                  <a:pt x="546" y="967"/>
                  <a:pt x="571" y="942"/>
                  <a:pt x="603" y="942"/>
                </a:cubicBezTo>
                <a:cubicBezTo>
                  <a:pt x="634" y="942"/>
                  <a:pt x="659" y="967"/>
                  <a:pt x="659" y="999"/>
                </a:cubicBezTo>
                <a:cubicBezTo>
                  <a:pt x="659" y="1030"/>
                  <a:pt x="634" y="1055"/>
                  <a:pt x="603" y="1055"/>
                </a:cubicBezTo>
                <a:close/>
                <a:moveTo>
                  <a:pt x="782" y="1173"/>
                </a:moveTo>
                <a:cubicBezTo>
                  <a:pt x="780" y="1175"/>
                  <a:pt x="779" y="1176"/>
                  <a:pt x="777" y="1178"/>
                </a:cubicBezTo>
                <a:cubicBezTo>
                  <a:pt x="767" y="1187"/>
                  <a:pt x="754" y="1192"/>
                  <a:pt x="740" y="1192"/>
                </a:cubicBezTo>
                <a:cubicBezTo>
                  <a:pt x="709" y="1192"/>
                  <a:pt x="683" y="1167"/>
                  <a:pt x="683" y="1135"/>
                </a:cubicBezTo>
                <a:cubicBezTo>
                  <a:pt x="683" y="1104"/>
                  <a:pt x="709" y="1079"/>
                  <a:pt x="740" y="1079"/>
                </a:cubicBezTo>
                <a:cubicBezTo>
                  <a:pt x="771" y="1079"/>
                  <a:pt x="797" y="1104"/>
                  <a:pt x="797" y="1135"/>
                </a:cubicBezTo>
                <a:cubicBezTo>
                  <a:pt x="797" y="1150"/>
                  <a:pt x="791" y="1163"/>
                  <a:pt x="782" y="1173"/>
                </a:cubicBezTo>
                <a:close/>
                <a:moveTo>
                  <a:pt x="917" y="1312"/>
                </a:moveTo>
                <a:cubicBezTo>
                  <a:pt x="917" y="1312"/>
                  <a:pt x="916" y="1312"/>
                  <a:pt x="916" y="1312"/>
                </a:cubicBezTo>
                <a:cubicBezTo>
                  <a:pt x="916" y="1313"/>
                  <a:pt x="916" y="1313"/>
                  <a:pt x="916" y="1313"/>
                </a:cubicBezTo>
                <a:cubicBezTo>
                  <a:pt x="905" y="1323"/>
                  <a:pt x="891" y="1329"/>
                  <a:pt x="876" y="1329"/>
                </a:cubicBezTo>
                <a:cubicBezTo>
                  <a:pt x="845" y="1329"/>
                  <a:pt x="819" y="1304"/>
                  <a:pt x="819" y="1272"/>
                </a:cubicBezTo>
                <a:cubicBezTo>
                  <a:pt x="819" y="1258"/>
                  <a:pt x="825" y="1245"/>
                  <a:pt x="834" y="1235"/>
                </a:cubicBezTo>
                <a:cubicBezTo>
                  <a:pt x="835" y="1233"/>
                  <a:pt x="837" y="1232"/>
                  <a:pt x="839" y="1230"/>
                </a:cubicBezTo>
                <a:cubicBezTo>
                  <a:pt x="849" y="1221"/>
                  <a:pt x="862" y="1216"/>
                  <a:pt x="876" y="1216"/>
                </a:cubicBezTo>
                <a:cubicBezTo>
                  <a:pt x="907" y="1216"/>
                  <a:pt x="933" y="1241"/>
                  <a:pt x="933" y="1272"/>
                </a:cubicBezTo>
                <a:cubicBezTo>
                  <a:pt x="933" y="1288"/>
                  <a:pt x="927" y="1302"/>
                  <a:pt x="917" y="1312"/>
                </a:cubicBezTo>
                <a:close/>
                <a:moveTo>
                  <a:pt x="1472" y="1007"/>
                </a:moveTo>
                <a:cubicBezTo>
                  <a:pt x="1462" y="1016"/>
                  <a:pt x="1449" y="1022"/>
                  <a:pt x="1436" y="1022"/>
                </a:cubicBezTo>
                <a:cubicBezTo>
                  <a:pt x="1422" y="1022"/>
                  <a:pt x="1410" y="1016"/>
                  <a:pt x="1400" y="1007"/>
                </a:cubicBezTo>
                <a:cubicBezTo>
                  <a:pt x="1317" y="924"/>
                  <a:pt x="1317" y="924"/>
                  <a:pt x="1317" y="924"/>
                </a:cubicBezTo>
                <a:cubicBezTo>
                  <a:pt x="1301" y="908"/>
                  <a:pt x="1276" y="908"/>
                  <a:pt x="1260" y="924"/>
                </a:cubicBezTo>
                <a:cubicBezTo>
                  <a:pt x="1245" y="939"/>
                  <a:pt x="1245" y="965"/>
                  <a:pt x="1260" y="980"/>
                </a:cubicBezTo>
                <a:cubicBezTo>
                  <a:pt x="1343" y="1063"/>
                  <a:pt x="1343" y="1063"/>
                  <a:pt x="1343" y="1063"/>
                </a:cubicBezTo>
                <a:cubicBezTo>
                  <a:pt x="1343" y="1063"/>
                  <a:pt x="1343" y="1063"/>
                  <a:pt x="1343" y="1063"/>
                </a:cubicBezTo>
                <a:cubicBezTo>
                  <a:pt x="1344" y="1064"/>
                  <a:pt x="1344" y="1064"/>
                  <a:pt x="1344" y="1064"/>
                </a:cubicBezTo>
                <a:cubicBezTo>
                  <a:pt x="1364" y="1084"/>
                  <a:pt x="1365" y="1117"/>
                  <a:pt x="1345" y="1139"/>
                </a:cubicBezTo>
                <a:cubicBezTo>
                  <a:pt x="1335" y="1149"/>
                  <a:pt x="1322" y="1156"/>
                  <a:pt x="1307" y="1156"/>
                </a:cubicBezTo>
                <a:cubicBezTo>
                  <a:pt x="1293" y="1157"/>
                  <a:pt x="1279" y="1151"/>
                  <a:pt x="1268" y="1141"/>
                </a:cubicBezTo>
                <a:cubicBezTo>
                  <a:pt x="1188" y="1066"/>
                  <a:pt x="1188" y="1066"/>
                  <a:pt x="1188" y="1066"/>
                </a:cubicBezTo>
                <a:cubicBezTo>
                  <a:pt x="1172" y="1050"/>
                  <a:pt x="1147" y="1051"/>
                  <a:pt x="1131" y="1067"/>
                </a:cubicBezTo>
                <a:cubicBezTo>
                  <a:pt x="1116" y="1083"/>
                  <a:pt x="1117" y="1109"/>
                  <a:pt x="1133" y="1124"/>
                </a:cubicBezTo>
                <a:cubicBezTo>
                  <a:pt x="1220" y="1206"/>
                  <a:pt x="1220" y="1206"/>
                  <a:pt x="1220" y="1206"/>
                </a:cubicBezTo>
                <a:cubicBezTo>
                  <a:pt x="1229" y="1214"/>
                  <a:pt x="1234" y="1225"/>
                  <a:pt x="1234" y="1237"/>
                </a:cubicBezTo>
                <a:cubicBezTo>
                  <a:pt x="1234" y="1249"/>
                  <a:pt x="1229" y="1260"/>
                  <a:pt x="1221" y="1269"/>
                </a:cubicBezTo>
                <a:cubicBezTo>
                  <a:pt x="1204" y="1286"/>
                  <a:pt x="1176" y="1286"/>
                  <a:pt x="1159" y="1269"/>
                </a:cubicBezTo>
                <a:cubicBezTo>
                  <a:pt x="1119" y="1228"/>
                  <a:pt x="1119" y="1228"/>
                  <a:pt x="1119" y="1228"/>
                </a:cubicBezTo>
                <a:cubicBezTo>
                  <a:pt x="1103" y="1213"/>
                  <a:pt x="1078" y="1213"/>
                  <a:pt x="1062" y="1228"/>
                </a:cubicBezTo>
                <a:cubicBezTo>
                  <a:pt x="1054" y="1236"/>
                  <a:pt x="1051" y="1246"/>
                  <a:pt x="1051" y="1257"/>
                </a:cubicBezTo>
                <a:cubicBezTo>
                  <a:pt x="1051" y="1267"/>
                  <a:pt x="1054" y="1277"/>
                  <a:pt x="1062" y="1285"/>
                </a:cubicBezTo>
                <a:cubicBezTo>
                  <a:pt x="1104" y="1327"/>
                  <a:pt x="1104" y="1327"/>
                  <a:pt x="1104" y="1327"/>
                </a:cubicBezTo>
                <a:cubicBezTo>
                  <a:pt x="1112" y="1335"/>
                  <a:pt x="1116" y="1345"/>
                  <a:pt x="1116" y="1356"/>
                </a:cubicBezTo>
                <a:cubicBezTo>
                  <a:pt x="1116" y="1367"/>
                  <a:pt x="1112" y="1378"/>
                  <a:pt x="1104" y="1385"/>
                </a:cubicBezTo>
                <a:cubicBezTo>
                  <a:pt x="1096" y="1393"/>
                  <a:pt x="1086" y="1398"/>
                  <a:pt x="1075" y="1398"/>
                </a:cubicBezTo>
                <a:cubicBezTo>
                  <a:pt x="1064" y="1398"/>
                  <a:pt x="1054" y="1393"/>
                  <a:pt x="1046" y="1385"/>
                </a:cubicBezTo>
                <a:cubicBezTo>
                  <a:pt x="997" y="1336"/>
                  <a:pt x="997" y="1336"/>
                  <a:pt x="997" y="1336"/>
                </a:cubicBezTo>
                <a:cubicBezTo>
                  <a:pt x="1007" y="1317"/>
                  <a:pt x="1013" y="1296"/>
                  <a:pt x="1013" y="1272"/>
                </a:cubicBezTo>
                <a:cubicBezTo>
                  <a:pt x="1013" y="1197"/>
                  <a:pt x="952" y="1136"/>
                  <a:pt x="877" y="1136"/>
                </a:cubicBezTo>
                <a:cubicBezTo>
                  <a:pt x="877" y="1136"/>
                  <a:pt x="877" y="1136"/>
                  <a:pt x="877" y="1135"/>
                </a:cubicBezTo>
                <a:cubicBezTo>
                  <a:pt x="877" y="1060"/>
                  <a:pt x="815" y="999"/>
                  <a:pt x="740" y="999"/>
                </a:cubicBezTo>
                <a:cubicBezTo>
                  <a:pt x="740" y="999"/>
                  <a:pt x="739" y="999"/>
                  <a:pt x="739" y="999"/>
                </a:cubicBezTo>
                <a:cubicBezTo>
                  <a:pt x="739" y="999"/>
                  <a:pt x="739" y="999"/>
                  <a:pt x="739" y="999"/>
                </a:cubicBezTo>
                <a:cubicBezTo>
                  <a:pt x="739" y="923"/>
                  <a:pt x="678" y="862"/>
                  <a:pt x="603" y="862"/>
                </a:cubicBezTo>
                <a:cubicBezTo>
                  <a:pt x="579" y="862"/>
                  <a:pt x="557" y="868"/>
                  <a:pt x="538" y="878"/>
                </a:cubicBezTo>
                <a:cubicBezTo>
                  <a:pt x="413" y="753"/>
                  <a:pt x="413" y="753"/>
                  <a:pt x="413" y="753"/>
                </a:cubicBezTo>
                <a:cubicBezTo>
                  <a:pt x="767" y="399"/>
                  <a:pt x="767" y="399"/>
                  <a:pt x="767" y="399"/>
                </a:cubicBezTo>
                <a:cubicBezTo>
                  <a:pt x="829" y="461"/>
                  <a:pt x="829" y="461"/>
                  <a:pt x="829" y="461"/>
                </a:cubicBezTo>
                <a:cubicBezTo>
                  <a:pt x="836" y="468"/>
                  <a:pt x="846" y="472"/>
                  <a:pt x="857" y="472"/>
                </a:cubicBezTo>
                <a:cubicBezTo>
                  <a:pt x="909" y="472"/>
                  <a:pt x="909" y="472"/>
                  <a:pt x="909" y="472"/>
                </a:cubicBezTo>
                <a:cubicBezTo>
                  <a:pt x="751" y="630"/>
                  <a:pt x="751" y="630"/>
                  <a:pt x="751" y="630"/>
                </a:cubicBezTo>
                <a:cubicBezTo>
                  <a:pt x="727" y="655"/>
                  <a:pt x="713" y="687"/>
                  <a:pt x="713" y="721"/>
                </a:cubicBezTo>
                <a:cubicBezTo>
                  <a:pt x="713" y="755"/>
                  <a:pt x="727" y="787"/>
                  <a:pt x="751" y="811"/>
                </a:cubicBezTo>
                <a:cubicBezTo>
                  <a:pt x="775" y="835"/>
                  <a:pt x="807" y="849"/>
                  <a:pt x="841" y="849"/>
                </a:cubicBezTo>
                <a:cubicBezTo>
                  <a:pt x="875" y="849"/>
                  <a:pt x="907" y="835"/>
                  <a:pt x="932" y="811"/>
                </a:cubicBezTo>
                <a:cubicBezTo>
                  <a:pt x="1066" y="677"/>
                  <a:pt x="1066" y="677"/>
                  <a:pt x="1066" y="677"/>
                </a:cubicBezTo>
                <a:cubicBezTo>
                  <a:pt x="1212" y="679"/>
                  <a:pt x="1212" y="679"/>
                  <a:pt x="1212" y="679"/>
                </a:cubicBezTo>
                <a:cubicBezTo>
                  <a:pt x="1472" y="935"/>
                  <a:pt x="1472" y="935"/>
                  <a:pt x="1472" y="935"/>
                </a:cubicBezTo>
                <a:cubicBezTo>
                  <a:pt x="1481" y="944"/>
                  <a:pt x="1487" y="957"/>
                  <a:pt x="1487" y="971"/>
                </a:cubicBezTo>
                <a:cubicBezTo>
                  <a:pt x="1487" y="984"/>
                  <a:pt x="1481" y="997"/>
                  <a:pt x="1472" y="1007"/>
                </a:cubicBezTo>
                <a:close/>
                <a:moveTo>
                  <a:pt x="1501" y="851"/>
                </a:moveTo>
                <a:cubicBezTo>
                  <a:pt x="1257" y="611"/>
                  <a:pt x="1257" y="611"/>
                  <a:pt x="1257" y="611"/>
                </a:cubicBezTo>
                <a:cubicBezTo>
                  <a:pt x="1257" y="611"/>
                  <a:pt x="1257" y="611"/>
                  <a:pt x="1257" y="611"/>
                </a:cubicBezTo>
                <a:cubicBezTo>
                  <a:pt x="1257" y="610"/>
                  <a:pt x="1257" y="610"/>
                  <a:pt x="1257" y="610"/>
                </a:cubicBezTo>
                <a:cubicBezTo>
                  <a:pt x="1248" y="601"/>
                  <a:pt x="1235" y="598"/>
                  <a:pt x="1224" y="599"/>
                </a:cubicBezTo>
                <a:cubicBezTo>
                  <a:pt x="1050" y="597"/>
                  <a:pt x="1050" y="597"/>
                  <a:pt x="1050" y="597"/>
                </a:cubicBezTo>
                <a:cubicBezTo>
                  <a:pt x="1039" y="597"/>
                  <a:pt x="1028" y="601"/>
                  <a:pt x="1021" y="609"/>
                </a:cubicBezTo>
                <a:cubicBezTo>
                  <a:pt x="875" y="755"/>
                  <a:pt x="875" y="755"/>
                  <a:pt x="875" y="755"/>
                </a:cubicBezTo>
                <a:cubicBezTo>
                  <a:pt x="866" y="764"/>
                  <a:pt x="854" y="769"/>
                  <a:pt x="841" y="769"/>
                </a:cubicBezTo>
                <a:cubicBezTo>
                  <a:pt x="828" y="769"/>
                  <a:pt x="816" y="764"/>
                  <a:pt x="807" y="755"/>
                </a:cubicBezTo>
                <a:cubicBezTo>
                  <a:pt x="798" y="746"/>
                  <a:pt x="793" y="734"/>
                  <a:pt x="793" y="721"/>
                </a:cubicBezTo>
                <a:cubicBezTo>
                  <a:pt x="793" y="708"/>
                  <a:pt x="798" y="696"/>
                  <a:pt x="807" y="687"/>
                </a:cubicBezTo>
                <a:cubicBezTo>
                  <a:pt x="1022" y="472"/>
                  <a:pt x="1022" y="472"/>
                  <a:pt x="1022" y="472"/>
                </a:cubicBezTo>
                <a:cubicBezTo>
                  <a:pt x="1216" y="472"/>
                  <a:pt x="1216" y="472"/>
                  <a:pt x="1216" y="472"/>
                </a:cubicBezTo>
                <a:cubicBezTo>
                  <a:pt x="1226" y="472"/>
                  <a:pt x="1236" y="468"/>
                  <a:pt x="1244" y="461"/>
                </a:cubicBezTo>
                <a:cubicBezTo>
                  <a:pt x="1297" y="407"/>
                  <a:pt x="1297" y="407"/>
                  <a:pt x="1297" y="407"/>
                </a:cubicBezTo>
                <a:cubicBezTo>
                  <a:pt x="1626" y="736"/>
                  <a:pt x="1626" y="736"/>
                  <a:pt x="1626" y="736"/>
                </a:cubicBezTo>
                <a:lnTo>
                  <a:pt x="1501" y="851"/>
                </a:lnTo>
                <a:close/>
                <a:moveTo>
                  <a:pt x="1757" y="498"/>
                </a:moveTo>
                <a:cubicBezTo>
                  <a:pt x="1779" y="498"/>
                  <a:pt x="1797" y="516"/>
                  <a:pt x="1797" y="538"/>
                </a:cubicBezTo>
                <a:cubicBezTo>
                  <a:pt x="1797" y="560"/>
                  <a:pt x="1779" y="578"/>
                  <a:pt x="1757" y="578"/>
                </a:cubicBezTo>
                <a:cubicBezTo>
                  <a:pt x="1735" y="578"/>
                  <a:pt x="1717" y="560"/>
                  <a:pt x="1717" y="538"/>
                </a:cubicBezTo>
                <a:cubicBezTo>
                  <a:pt x="1717" y="516"/>
                  <a:pt x="1735" y="498"/>
                  <a:pt x="1757" y="498"/>
                </a:cubicBezTo>
                <a:close/>
                <a:moveTo>
                  <a:pt x="295" y="502"/>
                </a:moveTo>
                <a:cubicBezTo>
                  <a:pt x="317" y="502"/>
                  <a:pt x="335" y="520"/>
                  <a:pt x="335" y="542"/>
                </a:cubicBezTo>
                <a:cubicBezTo>
                  <a:pt x="335" y="564"/>
                  <a:pt x="317" y="582"/>
                  <a:pt x="295" y="582"/>
                </a:cubicBezTo>
                <a:cubicBezTo>
                  <a:pt x="273" y="582"/>
                  <a:pt x="255" y="564"/>
                  <a:pt x="255" y="542"/>
                </a:cubicBezTo>
                <a:cubicBezTo>
                  <a:pt x="255" y="520"/>
                  <a:pt x="273" y="502"/>
                  <a:pt x="295" y="502"/>
                </a:cubicBezTo>
                <a:close/>
                <a:moveTo>
                  <a:pt x="528" y="4"/>
                </a:moveTo>
                <a:cubicBezTo>
                  <a:pt x="550" y="4"/>
                  <a:pt x="568" y="22"/>
                  <a:pt x="568" y="44"/>
                </a:cubicBezTo>
                <a:cubicBezTo>
                  <a:pt x="568" y="66"/>
                  <a:pt x="550" y="83"/>
                  <a:pt x="528" y="83"/>
                </a:cubicBezTo>
                <a:cubicBezTo>
                  <a:pt x="506" y="83"/>
                  <a:pt x="488" y="66"/>
                  <a:pt x="488" y="44"/>
                </a:cubicBezTo>
                <a:cubicBezTo>
                  <a:pt x="488" y="22"/>
                  <a:pt x="506" y="4"/>
                  <a:pt x="528" y="4"/>
                </a:cubicBezTo>
                <a:close/>
                <a:moveTo>
                  <a:pt x="1527" y="0"/>
                </a:moveTo>
                <a:cubicBezTo>
                  <a:pt x="1549" y="0"/>
                  <a:pt x="1567" y="18"/>
                  <a:pt x="1567" y="40"/>
                </a:cubicBezTo>
                <a:cubicBezTo>
                  <a:pt x="1567" y="62"/>
                  <a:pt x="1549" y="80"/>
                  <a:pt x="1527" y="80"/>
                </a:cubicBezTo>
                <a:cubicBezTo>
                  <a:pt x="1505" y="80"/>
                  <a:pt x="1487" y="62"/>
                  <a:pt x="1487" y="40"/>
                </a:cubicBezTo>
                <a:cubicBezTo>
                  <a:pt x="1487" y="18"/>
                  <a:pt x="1505" y="0"/>
                  <a:pt x="15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63" name="Group 323">
            <a:extLst>
              <a:ext uri="{FF2B5EF4-FFF2-40B4-BE49-F238E27FC236}">
                <a16:creationId xmlns:a16="http://schemas.microsoft.com/office/drawing/2014/main" id="{9DDAE482-8B95-E45B-6233-FD8F8774F3EE}"/>
              </a:ext>
            </a:extLst>
          </p:cNvPr>
          <p:cNvGrpSpPr>
            <a:grpSpLocks noChangeAspect="1"/>
          </p:cNvGrpSpPr>
          <p:nvPr/>
        </p:nvGrpSpPr>
        <p:grpSpPr bwMode="auto">
          <a:xfrm>
            <a:off x="663111" y="4012908"/>
            <a:ext cx="493900" cy="378938"/>
            <a:chOff x="-403" y="2760"/>
            <a:chExt cx="1581" cy="1213"/>
          </a:xfrm>
          <a:solidFill>
            <a:schemeClr val="bg1"/>
          </a:solidFill>
        </p:grpSpPr>
        <p:sp>
          <p:nvSpPr>
            <p:cNvPr id="464" name="Freeform 325">
              <a:extLst>
                <a:ext uri="{FF2B5EF4-FFF2-40B4-BE49-F238E27FC236}">
                  <a16:creationId xmlns:a16="http://schemas.microsoft.com/office/drawing/2014/main" id="{4259E971-C20D-F661-1D32-740F66CD3530}"/>
                </a:ext>
              </a:extLst>
            </p:cNvPr>
            <p:cNvSpPr>
              <a:spLocks noEditPoints="1"/>
            </p:cNvSpPr>
            <p:nvPr/>
          </p:nvSpPr>
          <p:spPr bwMode="auto">
            <a:xfrm>
              <a:off x="-403" y="2760"/>
              <a:ext cx="1581" cy="1213"/>
            </a:xfrm>
            <a:custGeom>
              <a:avLst/>
              <a:gdLst>
                <a:gd name="T0" fmla="*/ 1477 w 4743"/>
                <a:gd name="T1" fmla="*/ 3496 h 3638"/>
                <a:gd name="T2" fmla="*/ 3268 w 4743"/>
                <a:gd name="T3" fmla="*/ 3494 h 3638"/>
                <a:gd name="T4" fmla="*/ 1861 w 4743"/>
                <a:gd name="T5" fmla="*/ 1877 h 3638"/>
                <a:gd name="T6" fmla="*/ 1304 w 4743"/>
                <a:gd name="T7" fmla="*/ 2151 h 3638"/>
                <a:gd name="T8" fmla="*/ 1122 w 4743"/>
                <a:gd name="T9" fmla="*/ 3382 h 3638"/>
                <a:gd name="T10" fmla="*/ 1320 w 4743"/>
                <a:gd name="T11" fmla="*/ 3499 h 3638"/>
                <a:gd name="T12" fmla="*/ 1368 w 4743"/>
                <a:gd name="T13" fmla="*/ 2436 h 3638"/>
                <a:gd name="T14" fmla="*/ 3296 w 4743"/>
                <a:gd name="T15" fmla="*/ 2386 h 3638"/>
                <a:gd name="T16" fmla="*/ 3407 w 4743"/>
                <a:gd name="T17" fmla="*/ 2526 h 3638"/>
                <a:gd name="T18" fmla="*/ 3538 w 4743"/>
                <a:gd name="T19" fmla="*/ 3467 h 3638"/>
                <a:gd name="T20" fmla="*/ 3652 w 4743"/>
                <a:gd name="T21" fmla="*/ 3268 h 3638"/>
                <a:gd name="T22" fmla="*/ 3370 w 4743"/>
                <a:gd name="T23" fmla="*/ 2054 h 3638"/>
                <a:gd name="T24" fmla="*/ 2827 w 4743"/>
                <a:gd name="T25" fmla="*/ 2043 h 3638"/>
                <a:gd name="T26" fmla="*/ 2559 w 4743"/>
                <a:gd name="T27" fmla="*/ 2266 h 3638"/>
                <a:gd name="T28" fmla="*/ 2186 w 4743"/>
                <a:gd name="T29" fmla="*/ 2266 h 3638"/>
                <a:gd name="T30" fmla="*/ 1917 w 4743"/>
                <a:gd name="T31" fmla="*/ 2043 h 3638"/>
                <a:gd name="T32" fmla="*/ 2067 w 4743"/>
                <a:gd name="T33" fmla="*/ 1804 h 3638"/>
                <a:gd name="T34" fmla="*/ 2008 w 4743"/>
                <a:gd name="T35" fmla="*/ 1902 h 3638"/>
                <a:gd name="T36" fmla="*/ 2209 w 4743"/>
                <a:gd name="T37" fmla="*/ 2125 h 3638"/>
                <a:gd name="T38" fmla="*/ 2536 w 4743"/>
                <a:gd name="T39" fmla="*/ 2125 h 3638"/>
                <a:gd name="T40" fmla="*/ 2737 w 4743"/>
                <a:gd name="T41" fmla="*/ 1902 h 3638"/>
                <a:gd name="T42" fmla="*/ 2676 w 4743"/>
                <a:gd name="T43" fmla="*/ 1804 h 3638"/>
                <a:gd name="T44" fmla="*/ 2436 w 4743"/>
                <a:gd name="T45" fmla="*/ 1773 h 3638"/>
                <a:gd name="T46" fmla="*/ 2121 w 4743"/>
                <a:gd name="T47" fmla="*/ 1719 h 3638"/>
                <a:gd name="T48" fmla="*/ 1926 w 4743"/>
                <a:gd name="T49" fmla="*/ 715 h 3638"/>
                <a:gd name="T50" fmla="*/ 1982 w 4743"/>
                <a:gd name="T51" fmla="*/ 1399 h 3638"/>
                <a:gd name="T52" fmla="*/ 2242 w 4743"/>
                <a:gd name="T53" fmla="*/ 1618 h 3638"/>
                <a:gd name="T54" fmla="*/ 2589 w 4743"/>
                <a:gd name="T55" fmla="*/ 1582 h 3638"/>
                <a:gd name="T56" fmla="*/ 2806 w 4743"/>
                <a:gd name="T57" fmla="*/ 1306 h 3638"/>
                <a:gd name="T58" fmla="*/ 2790 w 4743"/>
                <a:gd name="T59" fmla="*/ 676 h 3638"/>
                <a:gd name="T60" fmla="*/ 2028 w 4743"/>
                <a:gd name="T61" fmla="*/ 155 h 3638"/>
                <a:gd name="T62" fmla="*/ 1967 w 4743"/>
                <a:gd name="T63" fmla="*/ 276 h 3638"/>
                <a:gd name="T64" fmla="*/ 1806 w 4743"/>
                <a:gd name="T65" fmla="*/ 346 h 3638"/>
                <a:gd name="T66" fmla="*/ 1782 w 4743"/>
                <a:gd name="T67" fmla="*/ 851 h 3638"/>
                <a:gd name="T68" fmla="*/ 1878 w 4743"/>
                <a:gd name="T69" fmla="*/ 558 h 3638"/>
                <a:gd name="T70" fmla="*/ 2827 w 4743"/>
                <a:gd name="T71" fmla="*/ 538 h 3638"/>
                <a:gd name="T72" fmla="*/ 2961 w 4743"/>
                <a:gd name="T73" fmla="*/ 740 h 3638"/>
                <a:gd name="T74" fmla="*/ 2955 w 4743"/>
                <a:gd name="T75" fmla="*/ 346 h 3638"/>
                <a:gd name="T76" fmla="*/ 2764 w 4743"/>
                <a:gd name="T77" fmla="*/ 155 h 3638"/>
                <a:gd name="T78" fmla="*/ 2728 w 4743"/>
                <a:gd name="T79" fmla="*/ 5 h 3638"/>
                <a:gd name="T80" fmla="*/ 3017 w 4743"/>
                <a:gd name="T81" fmla="*/ 172 h 3638"/>
                <a:gd name="T82" fmla="*/ 3109 w 4743"/>
                <a:gd name="T83" fmla="*/ 815 h 3638"/>
                <a:gd name="T84" fmla="*/ 2997 w 4743"/>
                <a:gd name="T85" fmla="*/ 1007 h 3638"/>
                <a:gd name="T86" fmla="*/ 2911 w 4743"/>
                <a:gd name="T87" fmla="*/ 1425 h 3638"/>
                <a:gd name="T88" fmla="*/ 2839 w 4743"/>
                <a:gd name="T89" fmla="*/ 1716 h 3638"/>
                <a:gd name="T90" fmla="*/ 3532 w 4743"/>
                <a:gd name="T91" fmla="*/ 2028 h 3638"/>
                <a:gd name="T92" fmla="*/ 3788 w 4743"/>
                <a:gd name="T93" fmla="*/ 3307 h 3638"/>
                <a:gd name="T94" fmla="*/ 4696 w 4743"/>
                <a:gd name="T95" fmla="*/ 3502 h 3638"/>
                <a:gd name="T96" fmla="*/ 4730 w 4743"/>
                <a:gd name="T97" fmla="*/ 3610 h 3638"/>
                <a:gd name="T98" fmla="*/ 29 w 4743"/>
                <a:gd name="T99" fmla="*/ 3624 h 3638"/>
                <a:gd name="T100" fmla="*/ 13 w 4743"/>
                <a:gd name="T101" fmla="*/ 3527 h 3638"/>
                <a:gd name="T102" fmla="*/ 979 w 4743"/>
                <a:gd name="T103" fmla="*/ 3408 h 3638"/>
                <a:gd name="T104" fmla="*/ 1169 w 4743"/>
                <a:gd name="T105" fmla="*/ 2116 h 3638"/>
                <a:gd name="T106" fmla="*/ 1356 w 4743"/>
                <a:gd name="T107" fmla="*/ 1903 h 3638"/>
                <a:gd name="T108" fmla="*/ 1894 w 4743"/>
                <a:gd name="T109" fmla="*/ 1521 h 3638"/>
                <a:gd name="T110" fmla="*/ 1782 w 4743"/>
                <a:gd name="T111" fmla="*/ 1165 h 3638"/>
                <a:gd name="T112" fmla="*/ 1648 w 4743"/>
                <a:gd name="T113" fmla="*/ 893 h 3638"/>
                <a:gd name="T114" fmla="*/ 1673 w 4743"/>
                <a:gd name="T115" fmla="*/ 297 h 3638"/>
                <a:gd name="T116" fmla="*/ 1881 w 4743"/>
                <a:gd name="T117" fmla="*/ 119 h 3638"/>
                <a:gd name="T118" fmla="*/ 2075 w 4743"/>
                <a:gd name="T119" fmla="*/ 0 h 3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743" h="3638">
                  <a:moveTo>
                    <a:pt x="1481" y="2521"/>
                  </a:moveTo>
                  <a:lnTo>
                    <a:pt x="1478" y="2523"/>
                  </a:lnTo>
                  <a:lnTo>
                    <a:pt x="1477" y="2524"/>
                  </a:lnTo>
                  <a:lnTo>
                    <a:pt x="1476" y="2526"/>
                  </a:lnTo>
                  <a:lnTo>
                    <a:pt x="1476" y="3494"/>
                  </a:lnTo>
                  <a:lnTo>
                    <a:pt x="1477" y="3496"/>
                  </a:lnTo>
                  <a:lnTo>
                    <a:pt x="1478" y="3497"/>
                  </a:lnTo>
                  <a:lnTo>
                    <a:pt x="1481" y="3499"/>
                  </a:lnTo>
                  <a:lnTo>
                    <a:pt x="3263" y="3499"/>
                  </a:lnTo>
                  <a:lnTo>
                    <a:pt x="3265" y="3497"/>
                  </a:lnTo>
                  <a:lnTo>
                    <a:pt x="3268" y="3496"/>
                  </a:lnTo>
                  <a:lnTo>
                    <a:pt x="3268" y="3494"/>
                  </a:lnTo>
                  <a:lnTo>
                    <a:pt x="3268" y="2526"/>
                  </a:lnTo>
                  <a:lnTo>
                    <a:pt x="3268" y="2524"/>
                  </a:lnTo>
                  <a:lnTo>
                    <a:pt x="3265" y="2523"/>
                  </a:lnTo>
                  <a:lnTo>
                    <a:pt x="3263" y="2521"/>
                  </a:lnTo>
                  <a:lnTo>
                    <a:pt x="1481" y="2521"/>
                  </a:lnTo>
                  <a:close/>
                  <a:moveTo>
                    <a:pt x="1861" y="1877"/>
                  </a:moveTo>
                  <a:lnTo>
                    <a:pt x="1445" y="2015"/>
                  </a:lnTo>
                  <a:lnTo>
                    <a:pt x="1408" y="2033"/>
                  </a:lnTo>
                  <a:lnTo>
                    <a:pt x="1375" y="2054"/>
                  </a:lnTo>
                  <a:lnTo>
                    <a:pt x="1346" y="2082"/>
                  </a:lnTo>
                  <a:lnTo>
                    <a:pt x="1323" y="2115"/>
                  </a:lnTo>
                  <a:lnTo>
                    <a:pt x="1304" y="2151"/>
                  </a:lnTo>
                  <a:lnTo>
                    <a:pt x="1294" y="2190"/>
                  </a:lnTo>
                  <a:lnTo>
                    <a:pt x="1096" y="3228"/>
                  </a:lnTo>
                  <a:lnTo>
                    <a:pt x="1093" y="3268"/>
                  </a:lnTo>
                  <a:lnTo>
                    <a:pt x="1096" y="3308"/>
                  </a:lnTo>
                  <a:lnTo>
                    <a:pt x="1105" y="3346"/>
                  </a:lnTo>
                  <a:lnTo>
                    <a:pt x="1122" y="3382"/>
                  </a:lnTo>
                  <a:lnTo>
                    <a:pt x="1145" y="3416"/>
                  </a:lnTo>
                  <a:lnTo>
                    <a:pt x="1174" y="3444"/>
                  </a:lnTo>
                  <a:lnTo>
                    <a:pt x="1205" y="3467"/>
                  </a:lnTo>
                  <a:lnTo>
                    <a:pt x="1241" y="3484"/>
                  </a:lnTo>
                  <a:lnTo>
                    <a:pt x="1280" y="3494"/>
                  </a:lnTo>
                  <a:lnTo>
                    <a:pt x="1320" y="3499"/>
                  </a:lnTo>
                  <a:lnTo>
                    <a:pt x="1338" y="3499"/>
                  </a:lnTo>
                  <a:lnTo>
                    <a:pt x="1336" y="3494"/>
                  </a:lnTo>
                  <a:lnTo>
                    <a:pt x="1336" y="2526"/>
                  </a:lnTo>
                  <a:lnTo>
                    <a:pt x="1340" y="2493"/>
                  </a:lnTo>
                  <a:lnTo>
                    <a:pt x="1352" y="2462"/>
                  </a:lnTo>
                  <a:lnTo>
                    <a:pt x="1368" y="2436"/>
                  </a:lnTo>
                  <a:lnTo>
                    <a:pt x="1391" y="2413"/>
                  </a:lnTo>
                  <a:lnTo>
                    <a:pt x="1418" y="2396"/>
                  </a:lnTo>
                  <a:lnTo>
                    <a:pt x="1448" y="2386"/>
                  </a:lnTo>
                  <a:lnTo>
                    <a:pt x="1481" y="2382"/>
                  </a:lnTo>
                  <a:lnTo>
                    <a:pt x="3263" y="2382"/>
                  </a:lnTo>
                  <a:lnTo>
                    <a:pt x="3296" y="2386"/>
                  </a:lnTo>
                  <a:lnTo>
                    <a:pt x="3327" y="2396"/>
                  </a:lnTo>
                  <a:lnTo>
                    <a:pt x="3352" y="2413"/>
                  </a:lnTo>
                  <a:lnTo>
                    <a:pt x="3375" y="2436"/>
                  </a:lnTo>
                  <a:lnTo>
                    <a:pt x="3393" y="2462"/>
                  </a:lnTo>
                  <a:lnTo>
                    <a:pt x="3403" y="2493"/>
                  </a:lnTo>
                  <a:lnTo>
                    <a:pt x="3407" y="2526"/>
                  </a:lnTo>
                  <a:lnTo>
                    <a:pt x="3407" y="3494"/>
                  </a:lnTo>
                  <a:lnTo>
                    <a:pt x="3407" y="3499"/>
                  </a:lnTo>
                  <a:lnTo>
                    <a:pt x="3424" y="3499"/>
                  </a:lnTo>
                  <a:lnTo>
                    <a:pt x="3465" y="3494"/>
                  </a:lnTo>
                  <a:lnTo>
                    <a:pt x="3502" y="3484"/>
                  </a:lnTo>
                  <a:lnTo>
                    <a:pt x="3538" y="3467"/>
                  </a:lnTo>
                  <a:lnTo>
                    <a:pt x="3571" y="3444"/>
                  </a:lnTo>
                  <a:lnTo>
                    <a:pt x="3600" y="3416"/>
                  </a:lnTo>
                  <a:lnTo>
                    <a:pt x="3621" y="3382"/>
                  </a:lnTo>
                  <a:lnTo>
                    <a:pt x="3639" y="3346"/>
                  </a:lnTo>
                  <a:lnTo>
                    <a:pt x="3649" y="3308"/>
                  </a:lnTo>
                  <a:lnTo>
                    <a:pt x="3652" y="3268"/>
                  </a:lnTo>
                  <a:lnTo>
                    <a:pt x="3647" y="3228"/>
                  </a:lnTo>
                  <a:lnTo>
                    <a:pt x="3450" y="2190"/>
                  </a:lnTo>
                  <a:lnTo>
                    <a:pt x="3439" y="2151"/>
                  </a:lnTo>
                  <a:lnTo>
                    <a:pt x="3421" y="2115"/>
                  </a:lnTo>
                  <a:lnTo>
                    <a:pt x="3398" y="2082"/>
                  </a:lnTo>
                  <a:lnTo>
                    <a:pt x="3370" y="2054"/>
                  </a:lnTo>
                  <a:lnTo>
                    <a:pt x="3335" y="2033"/>
                  </a:lnTo>
                  <a:lnTo>
                    <a:pt x="3299" y="2015"/>
                  </a:lnTo>
                  <a:lnTo>
                    <a:pt x="2884" y="1877"/>
                  </a:lnTo>
                  <a:lnTo>
                    <a:pt x="2872" y="1935"/>
                  </a:lnTo>
                  <a:lnTo>
                    <a:pt x="2853" y="1991"/>
                  </a:lnTo>
                  <a:lnTo>
                    <a:pt x="2827" y="2043"/>
                  </a:lnTo>
                  <a:lnTo>
                    <a:pt x="2796" y="2092"/>
                  </a:lnTo>
                  <a:lnTo>
                    <a:pt x="2757" y="2137"/>
                  </a:lnTo>
                  <a:lnTo>
                    <a:pt x="2714" y="2177"/>
                  </a:lnTo>
                  <a:lnTo>
                    <a:pt x="2666" y="2212"/>
                  </a:lnTo>
                  <a:lnTo>
                    <a:pt x="2615" y="2242"/>
                  </a:lnTo>
                  <a:lnTo>
                    <a:pt x="2559" y="2266"/>
                  </a:lnTo>
                  <a:lnTo>
                    <a:pt x="2498" y="2284"/>
                  </a:lnTo>
                  <a:lnTo>
                    <a:pt x="2436" y="2295"/>
                  </a:lnTo>
                  <a:lnTo>
                    <a:pt x="2372" y="2298"/>
                  </a:lnTo>
                  <a:lnTo>
                    <a:pt x="2307" y="2295"/>
                  </a:lnTo>
                  <a:lnTo>
                    <a:pt x="2245" y="2284"/>
                  </a:lnTo>
                  <a:lnTo>
                    <a:pt x="2186" y="2266"/>
                  </a:lnTo>
                  <a:lnTo>
                    <a:pt x="2130" y="2242"/>
                  </a:lnTo>
                  <a:lnTo>
                    <a:pt x="2077" y="2212"/>
                  </a:lnTo>
                  <a:lnTo>
                    <a:pt x="2029" y="2177"/>
                  </a:lnTo>
                  <a:lnTo>
                    <a:pt x="1986" y="2137"/>
                  </a:lnTo>
                  <a:lnTo>
                    <a:pt x="1949" y="2092"/>
                  </a:lnTo>
                  <a:lnTo>
                    <a:pt x="1917" y="2043"/>
                  </a:lnTo>
                  <a:lnTo>
                    <a:pt x="1891" y="1991"/>
                  </a:lnTo>
                  <a:lnTo>
                    <a:pt x="1873" y="1935"/>
                  </a:lnTo>
                  <a:lnTo>
                    <a:pt x="1861" y="1877"/>
                  </a:lnTo>
                  <a:close/>
                  <a:moveTo>
                    <a:pt x="2070" y="1690"/>
                  </a:moveTo>
                  <a:lnTo>
                    <a:pt x="2070" y="1782"/>
                  </a:lnTo>
                  <a:lnTo>
                    <a:pt x="2067" y="1804"/>
                  </a:lnTo>
                  <a:lnTo>
                    <a:pt x="2057" y="1822"/>
                  </a:lnTo>
                  <a:lnTo>
                    <a:pt x="2042" y="1838"/>
                  </a:lnTo>
                  <a:lnTo>
                    <a:pt x="2022" y="1848"/>
                  </a:lnTo>
                  <a:lnTo>
                    <a:pt x="2001" y="1851"/>
                  </a:lnTo>
                  <a:lnTo>
                    <a:pt x="1998" y="1851"/>
                  </a:lnTo>
                  <a:lnTo>
                    <a:pt x="2008" y="1902"/>
                  </a:lnTo>
                  <a:lnTo>
                    <a:pt x="2025" y="1949"/>
                  </a:lnTo>
                  <a:lnTo>
                    <a:pt x="2049" y="1994"/>
                  </a:lnTo>
                  <a:lnTo>
                    <a:pt x="2081" y="2034"/>
                  </a:lnTo>
                  <a:lnTo>
                    <a:pt x="2118" y="2070"/>
                  </a:lnTo>
                  <a:lnTo>
                    <a:pt x="2162" y="2101"/>
                  </a:lnTo>
                  <a:lnTo>
                    <a:pt x="2209" y="2125"/>
                  </a:lnTo>
                  <a:lnTo>
                    <a:pt x="2259" y="2144"/>
                  </a:lnTo>
                  <a:lnTo>
                    <a:pt x="2314" y="2155"/>
                  </a:lnTo>
                  <a:lnTo>
                    <a:pt x="2372" y="2158"/>
                  </a:lnTo>
                  <a:lnTo>
                    <a:pt x="2429" y="2155"/>
                  </a:lnTo>
                  <a:lnTo>
                    <a:pt x="2484" y="2144"/>
                  </a:lnTo>
                  <a:lnTo>
                    <a:pt x="2536" y="2125"/>
                  </a:lnTo>
                  <a:lnTo>
                    <a:pt x="2583" y="2101"/>
                  </a:lnTo>
                  <a:lnTo>
                    <a:pt x="2625" y="2070"/>
                  </a:lnTo>
                  <a:lnTo>
                    <a:pt x="2662" y="2034"/>
                  </a:lnTo>
                  <a:lnTo>
                    <a:pt x="2694" y="1994"/>
                  </a:lnTo>
                  <a:lnTo>
                    <a:pt x="2720" y="1949"/>
                  </a:lnTo>
                  <a:lnTo>
                    <a:pt x="2737" y="1902"/>
                  </a:lnTo>
                  <a:lnTo>
                    <a:pt x="2745" y="1851"/>
                  </a:lnTo>
                  <a:lnTo>
                    <a:pt x="2743" y="1851"/>
                  </a:lnTo>
                  <a:lnTo>
                    <a:pt x="2721" y="1848"/>
                  </a:lnTo>
                  <a:lnTo>
                    <a:pt x="2702" y="1838"/>
                  </a:lnTo>
                  <a:lnTo>
                    <a:pt x="2687" y="1822"/>
                  </a:lnTo>
                  <a:lnTo>
                    <a:pt x="2676" y="1804"/>
                  </a:lnTo>
                  <a:lnTo>
                    <a:pt x="2674" y="1782"/>
                  </a:lnTo>
                  <a:lnTo>
                    <a:pt x="2674" y="1694"/>
                  </a:lnTo>
                  <a:lnTo>
                    <a:pt x="2617" y="1724"/>
                  </a:lnTo>
                  <a:lnTo>
                    <a:pt x="2560" y="1747"/>
                  </a:lnTo>
                  <a:lnTo>
                    <a:pt x="2498" y="1763"/>
                  </a:lnTo>
                  <a:lnTo>
                    <a:pt x="2436" y="1773"/>
                  </a:lnTo>
                  <a:lnTo>
                    <a:pt x="2372" y="1778"/>
                  </a:lnTo>
                  <a:lnTo>
                    <a:pt x="2354" y="1778"/>
                  </a:lnTo>
                  <a:lnTo>
                    <a:pt x="2292" y="1772"/>
                  </a:lnTo>
                  <a:lnTo>
                    <a:pt x="2233" y="1760"/>
                  </a:lnTo>
                  <a:lnTo>
                    <a:pt x="2176" y="1742"/>
                  </a:lnTo>
                  <a:lnTo>
                    <a:pt x="2121" y="1719"/>
                  </a:lnTo>
                  <a:lnTo>
                    <a:pt x="2070" y="1690"/>
                  </a:lnTo>
                  <a:close/>
                  <a:moveTo>
                    <a:pt x="2001" y="661"/>
                  </a:moveTo>
                  <a:lnTo>
                    <a:pt x="1976" y="665"/>
                  </a:lnTo>
                  <a:lnTo>
                    <a:pt x="1954" y="676"/>
                  </a:lnTo>
                  <a:lnTo>
                    <a:pt x="1937" y="694"/>
                  </a:lnTo>
                  <a:lnTo>
                    <a:pt x="1926" y="715"/>
                  </a:lnTo>
                  <a:lnTo>
                    <a:pt x="1921" y="740"/>
                  </a:lnTo>
                  <a:lnTo>
                    <a:pt x="1921" y="1165"/>
                  </a:lnTo>
                  <a:lnTo>
                    <a:pt x="1926" y="1227"/>
                  </a:lnTo>
                  <a:lnTo>
                    <a:pt x="1937" y="1288"/>
                  </a:lnTo>
                  <a:lnTo>
                    <a:pt x="1956" y="1344"/>
                  </a:lnTo>
                  <a:lnTo>
                    <a:pt x="1982" y="1399"/>
                  </a:lnTo>
                  <a:lnTo>
                    <a:pt x="2012" y="1448"/>
                  </a:lnTo>
                  <a:lnTo>
                    <a:pt x="2049" y="1494"/>
                  </a:lnTo>
                  <a:lnTo>
                    <a:pt x="2091" y="1534"/>
                  </a:lnTo>
                  <a:lnTo>
                    <a:pt x="2139" y="1569"/>
                  </a:lnTo>
                  <a:lnTo>
                    <a:pt x="2189" y="1596"/>
                  </a:lnTo>
                  <a:lnTo>
                    <a:pt x="2242" y="1618"/>
                  </a:lnTo>
                  <a:lnTo>
                    <a:pt x="2298" y="1632"/>
                  </a:lnTo>
                  <a:lnTo>
                    <a:pt x="2359" y="1638"/>
                  </a:lnTo>
                  <a:lnTo>
                    <a:pt x="2419" y="1635"/>
                  </a:lnTo>
                  <a:lnTo>
                    <a:pt x="2478" y="1625"/>
                  </a:lnTo>
                  <a:lnTo>
                    <a:pt x="2534" y="1608"/>
                  </a:lnTo>
                  <a:lnTo>
                    <a:pt x="2589" y="1582"/>
                  </a:lnTo>
                  <a:lnTo>
                    <a:pt x="2639" y="1550"/>
                  </a:lnTo>
                  <a:lnTo>
                    <a:pt x="2685" y="1511"/>
                  </a:lnTo>
                  <a:lnTo>
                    <a:pt x="2727" y="1465"/>
                  </a:lnTo>
                  <a:lnTo>
                    <a:pt x="2760" y="1416"/>
                  </a:lnTo>
                  <a:lnTo>
                    <a:pt x="2787" y="1363"/>
                  </a:lnTo>
                  <a:lnTo>
                    <a:pt x="2806" y="1306"/>
                  </a:lnTo>
                  <a:lnTo>
                    <a:pt x="2817" y="1247"/>
                  </a:lnTo>
                  <a:lnTo>
                    <a:pt x="2822" y="1187"/>
                  </a:lnTo>
                  <a:lnTo>
                    <a:pt x="2822" y="740"/>
                  </a:lnTo>
                  <a:lnTo>
                    <a:pt x="2817" y="715"/>
                  </a:lnTo>
                  <a:lnTo>
                    <a:pt x="2807" y="694"/>
                  </a:lnTo>
                  <a:lnTo>
                    <a:pt x="2790" y="676"/>
                  </a:lnTo>
                  <a:lnTo>
                    <a:pt x="2769" y="665"/>
                  </a:lnTo>
                  <a:lnTo>
                    <a:pt x="2743" y="661"/>
                  </a:lnTo>
                  <a:lnTo>
                    <a:pt x="2001" y="661"/>
                  </a:lnTo>
                  <a:close/>
                  <a:moveTo>
                    <a:pt x="2075" y="140"/>
                  </a:moveTo>
                  <a:lnTo>
                    <a:pt x="2049" y="143"/>
                  </a:lnTo>
                  <a:lnTo>
                    <a:pt x="2028" y="155"/>
                  </a:lnTo>
                  <a:lnTo>
                    <a:pt x="2011" y="172"/>
                  </a:lnTo>
                  <a:lnTo>
                    <a:pt x="2001" y="194"/>
                  </a:lnTo>
                  <a:lnTo>
                    <a:pt x="1996" y="220"/>
                  </a:lnTo>
                  <a:lnTo>
                    <a:pt x="1992" y="241"/>
                  </a:lnTo>
                  <a:lnTo>
                    <a:pt x="1982" y="260"/>
                  </a:lnTo>
                  <a:lnTo>
                    <a:pt x="1967" y="276"/>
                  </a:lnTo>
                  <a:lnTo>
                    <a:pt x="1949" y="284"/>
                  </a:lnTo>
                  <a:lnTo>
                    <a:pt x="1926" y="289"/>
                  </a:lnTo>
                  <a:lnTo>
                    <a:pt x="1891" y="293"/>
                  </a:lnTo>
                  <a:lnTo>
                    <a:pt x="1860" y="305"/>
                  </a:lnTo>
                  <a:lnTo>
                    <a:pt x="1831" y="322"/>
                  </a:lnTo>
                  <a:lnTo>
                    <a:pt x="1806" y="346"/>
                  </a:lnTo>
                  <a:lnTo>
                    <a:pt x="1789" y="375"/>
                  </a:lnTo>
                  <a:lnTo>
                    <a:pt x="1778" y="407"/>
                  </a:lnTo>
                  <a:lnTo>
                    <a:pt x="1773" y="442"/>
                  </a:lnTo>
                  <a:lnTo>
                    <a:pt x="1773" y="815"/>
                  </a:lnTo>
                  <a:lnTo>
                    <a:pt x="1776" y="834"/>
                  </a:lnTo>
                  <a:lnTo>
                    <a:pt x="1782" y="851"/>
                  </a:lnTo>
                  <a:lnTo>
                    <a:pt x="1782" y="740"/>
                  </a:lnTo>
                  <a:lnTo>
                    <a:pt x="1786" y="695"/>
                  </a:lnTo>
                  <a:lnTo>
                    <a:pt x="1799" y="655"/>
                  </a:lnTo>
                  <a:lnTo>
                    <a:pt x="1819" y="617"/>
                  </a:lnTo>
                  <a:lnTo>
                    <a:pt x="1847" y="586"/>
                  </a:lnTo>
                  <a:lnTo>
                    <a:pt x="1878" y="558"/>
                  </a:lnTo>
                  <a:lnTo>
                    <a:pt x="1916" y="538"/>
                  </a:lnTo>
                  <a:lnTo>
                    <a:pt x="1956" y="525"/>
                  </a:lnTo>
                  <a:lnTo>
                    <a:pt x="2001" y="521"/>
                  </a:lnTo>
                  <a:lnTo>
                    <a:pt x="2743" y="521"/>
                  </a:lnTo>
                  <a:lnTo>
                    <a:pt x="2787" y="525"/>
                  </a:lnTo>
                  <a:lnTo>
                    <a:pt x="2827" y="538"/>
                  </a:lnTo>
                  <a:lnTo>
                    <a:pt x="2865" y="558"/>
                  </a:lnTo>
                  <a:lnTo>
                    <a:pt x="2898" y="586"/>
                  </a:lnTo>
                  <a:lnTo>
                    <a:pt x="2924" y="617"/>
                  </a:lnTo>
                  <a:lnTo>
                    <a:pt x="2944" y="655"/>
                  </a:lnTo>
                  <a:lnTo>
                    <a:pt x="2957" y="695"/>
                  </a:lnTo>
                  <a:lnTo>
                    <a:pt x="2961" y="740"/>
                  </a:lnTo>
                  <a:lnTo>
                    <a:pt x="2961" y="851"/>
                  </a:lnTo>
                  <a:lnTo>
                    <a:pt x="2968" y="834"/>
                  </a:lnTo>
                  <a:lnTo>
                    <a:pt x="2971" y="815"/>
                  </a:lnTo>
                  <a:lnTo>
                    <a:pt x="2971" y="442"/>
                  </a:lnTo>
                  <a:lnTo>
                    <a:pt x="2967" y="392"/>
                  </a:lnTo>
                  <a:lnTo>
                    <a:pt x="2955" y="346"/>
                  </a:lnTo>
                  <a:lnTo>
                    <a:pt x="2937" y="303"/>
                  </a:lnTo>
                  <a:lnTo>
                    <a:pt x="2912" y="264"/>
                  </a:lnTo>
                  <a:lnTo>
                    <a:pt x="2882" y="228"/>
                  </a:lnTo>
                  <a:lnTo>
                    <a:pt x="2848" y="198"/>
                  </a:lnTo>
                  <a:lnTo>
                    <a:pt x="2807" y="173"/>
                  </a:lnTo>
                  <a:lnTo>
                    <a:pt x="2764" y="155"/>
                  </a:lnTo>
                  <a:lnTo>
                    <a:pt x="2718" y="143"/>
                  </a:lnTo>
                  <a:lnTo>
                    <a:pt x="2669" y="140"/>
                  </a:lnTo>
                  <a:lnTo>
                    <a:pt x="2075" y="140"/>
                  </a:lnTo>
                  <a:close/>
                  <a:moveTo>
                    <a:pt x="2075" y="0"/>
                  </a:moveTo>
                  <a:lnTo>
                    <a:pt x="2669" y="0"/>
                  </a:lnTo>
                  <a:lnTo>
                    <a:pt x="2728" y="5"/>
                  </a:lnTo>
                  <a:lnTo>
                    <a:pt x="2786" y="16"/>
                  </a:lnTo>
                  <a:lnTo>
                    <a:pt x="2840" y="35"/>
                  </a:lnTo>
                  <a:lnTo>
                    <a:pt x="2891" y="61"/>
                  </a:lnTo>
                  <a:lnTo>
                    <a:pt x="2938" y="93"/>
                  </a:lnTo>
                  <a:lnTo>
                    <a:pt x="2980" y="130"/>
                  </a:lnTo>
                  <a:lnTo>
                    <a:pt x="3017" y="172"/>
                  </a:lnTo>
                  <a:lnTo>
                    <a:pt x="3049" y="220"/>
                  </a:lnTo>
                  <a:lnTo>
                    <a:pt x="3075" y="270"/>
                  </a:lnTo>
                  <a:lnTo>
                    <a:pt x="3094" y="325"/>
                  </a:lnTo>
                  <a:lnTo>
                    <a:pt x="3106" y="382"/>
                  </a:lnTo>
                  <a:lnTo>
                    <a:pt x="3109" y="442"/>
                  </a:lnTo>
                  <a:lnTo>
                    <a:pt x="3109" y="815"/>
                  </a:lnTo>
                  <a:lnTo>
                    <a:pt x="3106" y="855"/>
                  </a:lnTo>
                  <a:lnTo>
                    <a:pt x="3095" y="893"/>
                  </a:lnTo>
                  <a:lnTo>
                    <a:pt x="3079" y="927"/>
                  </a:lnTo>
                  <a:lnTo>
                    <a:pt x="3056" y="958"/>
                  </a:lnTo>
                  <a:lnTo>
                    <a:pt x="3029" y="985"/>
                  </a:lnTo>
                  <a:lnTo>
                    <a:pt x="2997" y="1007"/>
                  </a:lnTo>
                  <a:lnTo>
                    <a:pt x="2961" y="1021"/>
                  </a:lnTo>
                  <a:lnTo>
                    <a:pt x="2961" y="1187"/>
                  </a:lnTo>
                  <a:lnTo>
                    <a:pt x="2958" y="1249"/>
                  </a:lnTo>
                  <a:lnTo>
                    <a:pt x="2948" y="1309"/>
                  </a:lnTo>
                  <a:lnTo>
                    <a:pt x="2932" y="1368"/>
                  </a:lnTo>
                  <a:lnTo>
                    <a:pt x="2911" y="1425"/>
                  </a:lnTo>
                  <a:lnTo>
                    <a:pt x="2884" y="1479"/>
                  </a:lnTo>
                  <a:lnTo>
                    <a:pt x="2852" y="1530"/>
                  </a:lnTo>
                  <a:lnTo>
                    <a:pt x="2813" y="1579"/>
                  </a:lnTo>
                  <a:lnTo>
                    <a:pt x="2813" y="1713"/>
                  </a:lnTo>
                  <a:lnTo>
                    <a:pt x="2826" y="1713"/>
                  </a:lnTo>
                  <a:lnTo>
                    <a:pt x="2839" y="1716"/>
                  </a:lnTo>
                  <a:lnTo>
                    <a:pt x="3342" y="1884"/>
                  </a:lnTo>
                  <a:lnTo>
                    <a:pt x="3388" y="1903"/>
                  </a:lnTo>
                  <a:lnTo>
                    <a:pt x="3430" y="1928"/>
                  </a:lnTo>
                  <a:lnTo>
                    <a:pt x="3469" y="1956"/>
                  </a:lnTo>
                  <a:lnTo>
                    <a:pt x="3502" y="1991"/>
                  </a:lnTo>
                  <a:lnTo>
                    <a:pt x="3532" y="2028"/>
                  </a:lnTo>
                  <a:lnTo>
                    <a:pt x="3555" y="2070"/>
                  </a:lnTo>
                  <a:lnTo>
                    <a:pt x="3574" y="2116"/>
                  </a:lnTo>
                  <a:lnTo>
                    <a:pt x="3587" y="2164"/>
                  </a:lnTo>
                  <a:lnTo>
                    <a:pt x="3784" y="3202"/>
                  </a:lnTo>
                  <a:lnTo>
                    <a:pt x="3790" y="3255"/>
                  </a:lnTo>
                  <a:lnTo>
                    <a:pt x="3788" y="3307"/>
                  </a:lnTo>
                  <a:lnTo>
                    <a:pt x="3780" y="3359"/>
                  </a:lnTo>
                  <a:lnTo>
                    <a:pt x="3764" y="3408"/>
                  </a:lnTo>
                  <a:lnTo>
                    <a:pt x="3741" y="3454"/>
                  </a:lnTo>
                  <a:lnTo>
                    <a:pt x="3712" y="3499"/>
                  </a:lnTo>
                  <a:lnTo>
                    <a:pt x="4674" y="3499"/>
                  </a:lnTo>
                  <a:lnTo>
                    <a:pt x="4696" y="3502"/>
                  </a:lnTo>
                  <a:lnTo>
                    <a:pt x="4716" y="3512"/>
                  </a:lnTo>
                  <a:lnTo>
                    <a:pt x="4730" y="3527"/>
                  </a:lnTo>
                  <a:lnTo>
                    <a:pt x="4740" y="3546"/>
                  </a:lnTo>
                  <a:lnTo>
                    <a:pt x="4743" y="3568"/>
                  </a:lnTo>
                  <a:lnTo>
                    <a:pt x="4740" y="3591"/>
                  </a:lnTo>
                  <a:lnTo>
                    <a:pt x="4730" y="3610"/>
                  </a:lnTo>
                  <a:lnTo>
                    <a:pt x="4716" y="3624"/>
                  </a:lnTo>
                  <a:lnTo>
                    <a:pt x="4696" y="3634"/>
                  </a:lnTo>
                  <a:lnTo>
                    <a:pt x="4674" y="3638"/>
                  </a:lnTo>
                  <a:lnTo>
                    <a:pt x="69" y="3638"/>
                  </a:lnTo>
                  <a:lnTo>
                    <a:pt x="47" y="3634"/>
                  </a:lnTo>
                  <a:lnTo>
                    <a:pt x="29" y="3624"/>
                  </a:lnTo>
                  <a:lnTo>
                    <a:pt x="13" y="3610"/>
                  </a:lnTo>
                  <a:lnTo>
                    <a:pt x="3" y="3591"/>
                  </a:lnTo>
                  <a:lnTo>
                    <a:pt x="0" y="3568"/>
                  </a:lnTo>
                  <a:lnTo>
                    <a:pt x="0" y="3568"/>
                  </a:lnTo>
                  <a:lnTo>
                    <a:pt x="3" y="3546"/>
                  </a:lnTo>
                  <a:lnTo>
                    <a:pt x="13" y="3527"/>
                  </a:lnTo>
                  <a:lnTo>
                    <a:pt x="29" y="3512"/>
                  </a:lnTo>
                  <a:lnTo>
                    <a:pt x="47" y="3502"/>
                  </a:lnTo>
                  <a:lnTo>
                    <a:pt x="69" y="3499"/>
                  </a:lnTo>
                  <a:lnTo>
                    <a:pt x="1033" y="3499"/>
                  </a:lnTo>
                  <a:lnTo>
                    <a:pt x="1002" y="3454"/>
                  </a:lnTo>
                  <a:lnTo>
                    <a:pt x="979" y="3408"/>
                  </a:lnTo>
                  <a:lnTo>
                    <a:pt x="964" y="3359"/>
                  </a:lnTo>
                  <a:lnTo>
                    <a:pt x="955" y="3307"/>
                  </a:lnTo>
                  <a:lnTo>
                    <a:pt x="954" y="3255"/>
                  </a:lnTo>
                  <a:lnTo>
                    <a:pt x="959" y="3202"/>
                  </a:lnTo>
                  <a:lnTo>
                    <a:pt x="1156" y="2164"/>
                  </a:lnTo>
                  <a:lnTo>
                    <a:pt x="1169" y="2116"/>
                  </a:lnTo>
                  <a:lnTo>
                    <a:pt x="1188" y="2070"/>
                  </a:lnTo>
                  <a:lnTo>
                    <a:pt x="1212" y="2028"/>
                  </a:lnTo>
                  <a:lnTo>
                    <a:pt x="1241" y="1991"/>
                  </a:lnTo>
                  <a:lnTo>
                    <a:pt x="1276" y="1956"/>
                  </a:lnTo>
                  <a:lnTo>
                    <a:pt x="1313" y="1928"/>
                  </a:lnTo>
                  <a:lnTo>
                    <a:pt x="1356" y="1903"/>
                  </a:lnTo>
                  <a:lnTo>
                    <a:pt x="1401" y="1884"/>
                  </a:lnTo>
                  <a:lnTo>
                    <a:pt x="1904" y="1716"/>
                  </a:lnTo>
                  <a:lnTo>
                    <a:pt x="1917" y="1713"/>
                  </a:lnTo>
                  <a:lnTo>
                    <a:pt x="1931" y="1713"/>
                  </a:lnTo>
                  <a:lnTo>
                    <a:pt x="1931" y="1569"/>
                  </a:lnTo>
                  <a:lnTo>
                    <a:pt x="1894" y="1521"/>
                  </a:lnTo>
                  <a:lnTo>
                    <a:pt x="1861" y="1468"/>
                  </a:lnTo>
                  <a:lnTo>
                    <a:pt x="1834" y="1413"/>
                  </a:lnTo>
                  <a:lnTo>
                    <a:pt x="1812" y="1354"/>
                  </a:lnTo>
                  <a:lnTo>
                    <a:pt x="1796" y="1293"/>
                  </a:lnTo>
                  <a:lnTo>
                    <a:pt x="1786" y="1230"/>
                  </a:lnTo>
                  <a:lnTo>
                    <a:pt x="1782" y="1165"/>
                  </a:lnTo>
                  <a:lnTo>
                    <a:pt x="1782" y="1021"/>
                  </a:lnTo>
                  <a:lnTo>
                    <a:pt x="1747" y="1007"/>
                  </a:lnTo>
                  <a:lnTo>
                    <a:pt x="1716" y="985"/>
                  </a:lnTo>
                  <a:lnTo>
                    <a:pt x="1687" y="958"/>
                  </a:lnTo>
                  <a:lnTo>
                    <a:pt x="1665" y="927"/>
                  </a:lnTo>
                  <a:lnTo>
                    <a:pt x="1648" y="893"/>
                  </a:lnTo>
                  <a:lnTo>
                    <a:pt x="1638" y="855"/>
                  </a:lnTo>
                  <a:lnTo>
                    <a:pt x="1634" y="815"/>
                  </a:lnTo>
                  <a:lnTo>
                    <a:pt x="1634" y="442"/>
                  </a:lnTo>
                  <a:lnTo>
                    <a:pt x="1638" y="391"/>
                  </a:lnTo>
                  <a:lnTo>
                    <a:pt x="1651" y="342"/>
                  </a:lnTo>
                  <a:lnTo>
                    <a:pt x="1673" y="297"/>
                  </a:lnTo>
                  <a:lnTo>
                    <a:pt x="1700" y="257"/>
                  </a:lnTo>
                  <a:lnTo>
                    <a:pt x="1734" y="221"/>
                  </a:lnTo>
                  <a:lnTo>
                    <a:pt x="1773" y="192"/>
                  </a:lnTo>
                  <a:lnTo>
                    <a:pt x="1818" y="171"/>
                  </a:lnTo>
                  <a:lnTo>
                    <a:pt x="1865" y="155"/>
                  </a:lnTo>
                  <a:lnTo>
                    <a:pt x="1881" y="119"/>
                  </a:lnTo>
                  <a:lnTo>
                    <a:pt x="1903" y="85"/>
                  </a:lnTo>
                  <a:lnTo>
                    <a:pt x="1929" y="57"/>
                  </a:lnTo>
                  <a:lnTo>
                    <a:pt x="1960" y="34"/>
                  </a:lnTo>
                  <a:lnTo>
                    <a:pt x="1995" y="15"/>
                  </a:lnTo>
                  <a:lnTo>
                    <a:pt x="2034" y="5"/>
                  </a:lnTo>
                  <a:lnTo>
                    <a:pt x="207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5" name="Freeform 326">
              <a:extLst>
                <a:ext uri="{FF2B5EF4-FFF2-40B4-BE49-F238E27FC236}">
                  <a16:creationId xmlns:a16="http://schemas.microsoft.com/office/drawing/2014/main" id="{7E00949C-60B0-2FA5-ECFA-F83CE173D0E8}"/>
                </a:ext>
              </a:extLst>
            </p:cNvPr>
            <p:cNvSpPr>
              <a:spLocks noEditPoints="1"/>
            </p:cNvSpPr>
            <p:nvPr/>
          </p:nvSpPr>
          <p:spPr bwMode="auto">
            <a:xfrm>
              <a:off x="315" y="3703"/>
              <a:ext cx="145" cy="146"/>
            </a:xfrm>
            <a:custGeom>
              <a:avLst/>
              <a:gdLst>
                <a:gd name="T0" fmla="*/ 218 w 436"/>
                <a:gd name="T1" fmla="*/ 140 h 437"/>
                <a:gd name="T2" fmla="*/ 193 w 436"/>
                <a:gd name="T3" fmla="*/ 145 h 437"/>
                <a:gd name="T4" fmla="*/ 172 w 436"/>
                <a:gd name="T5" fmla="*/ 156 h 437"/>
                <a:gd name="T6" fmla="*/ 154 w 436"/>
                <a:gd name="T7" fmla="*/ 172 h 437"/>
                <a:gd name="T8" fmla="*/ 143 w 436"/>
                <a:gd name="T9" fmla="*/ 194 h 437"/>
                <a:gd name="T10" fmla="*/ 138 w 436"/>
                <a:gd name="T11" fmla="*/ 220 h 437"/>
                <a:gd name="T12" fmla="*/ 143 w 436"/>
                <a:gd name="T13" fmla="*/ 244 h 437"/>
                <a:gd name="T14" fmla="*/ 154 w 436"/>
                <a:gd name="T15" fmla="*/ 266 h 437"/>
                <a:gd name="T16" fmla="*/ 172 w 436"/>
                <a:gd name="T17" fmla="*/ 283 h 437"/>
                <a:gd name="T18" fmla="*/ 193 w 436"/>
                <a:gd name="T19" fmla="*/ 294 h 437"/>
                <a:gd name="T20" fmla="*/ 218 w 436"/>
                <a:gd name="T21" fmla="*/ 299 h 437"/>
                <a:gd name="T22" fmla="*/ 243 w 436"/>
                <a:gd name="T23" fmla="*/ 294 h 437"/>
                <a:gd name="T24" fmla="*/ 265 w 436"/>
                <a:gd name="T25" fmla="*/ 283 h 437"/>
                <a:gd name="T26" fmla="*/ 281 w 436"/>
                <a:gd name="T27" fmla="*/ 266 h 437"/>
                <a:gd name="T28" fmla="*/ 292 w 436"/>
                <a:gd name="T29" fmla="*/ 244 h 437"/>
                <a:gd name="T30" fmla="*/ 297 w 436"/>
                <a:gd name="T31" fmla="*/ 220 h 437"/>
                <a:gd name="T32" fmla="*/ 292 w 436"/>
                <a:gd name="T33" fmla="*/ 194 h 437"/>
                <a:gd name="T34" fmla="*/ 281 w 436"/>
                <a:gd name="T35" fmla="*/ 172 h 437"/>
                <a:gd name="T36" fmla="*/ 265 w 436"/>
                <a:gd name="T37" fmla="*/ 156 h 437"/>
                <a:gd name="T38" fmla="*/ 243 w 436"/>
                <a:gd name="T39" fmla="*/ 145 h 437"/>
                <a:gd name="T40" fmla="*/ 218 w 436"/>
                <a:gd name="T41" fmla="*/ 140 h 437"/>
                <a:gd name="T42" fmla="*/ 218 w 436"/>
                <a:gd name="T43" fmla="*/ 0 h 437"/>
                <a:gd name="T44" fmla="*/ 262 w 436"/>
                <a:gd name="T45" fmla="*/ 5 h 437"/>
                <a:gd name="T46" fmla="*/ 302 w 436"/>
                <a:gd name="T47" fmla="*/ 18 h 437"/>
                <a:gd name="T48" fmla="*/ 340 w 436"/>
                <a:gd name="T49" fmla="*/ 38 h 437"/>
                <a:gd name="T50" fmla="*/ 371 w 436"/>
                <a:gd name="T51" fmla="*/ 65 h 437"/>
                <a:gd name="T52" fmla="*/ 399 w 436"/>
                <a:gd name="T53" fmla="*/ 97 h 437"/>
                <a:gd name="T54" fmla="*/ 419 w 436"/>
                <a:gd name="T55" fmla="*/ 134 h 437"/>
                <a:gd name="T56" fmla="*/ 432 w 436"/>
                <a:gd name="T57" fmla="*/ 175 h 437"/>
                <a:gd name="T58" fmla="*/ 436 w 436"/>
                <a:gd name="T59" fmla="*/ 220 h 437"/>
                <a:gd name="T60" fmla="*/ 432 w 436"/>
                <a:gd name="T61" fmla="*/ 263 h 437"/>
                <a:gd name="T62" fmla="*/ 419 w 436"/>
                <a:gd name="T63" fmla="*/ 305 h 437"/>
                <a:gd name="T64" fmla="*/ 399 w 436"/>
                <a:gd name="T65" fmla="*/ 342 h 437"/>
                <a:gd name="T66" fmla="*/ 371 w 436"/>
                <a:gd name="T67" fmla="*/ 374 h 437"/>
                <a:gd name="T68" fmla="*/ 340 w 436"/>
                <a:gd name="T69" fmla="*/ 401 h 437"/>
                <a:gd name="T70" fmla="*/ 302 w 436"/>
                <a:gd name="T71" fmla="*/ 421 h 437"/>
                <a:gd name="T72" fmla="*/ 262 w 436"/>
                <a:gd name="T73" fmla="*/ 433 h 437"/>
                <a:gd name="T74" fmla="*/ 218 w 436"/>
                <a:gd name="T75" fmla="*/ 437 h 437"/>
                <a:gd name="T76" fmla="*/ 174 w 436"/>
                <a:gd name="T77" fmla="*/ 433 h 437"/>
                <a:gd name="T78" fmla="*/ 133 w 436"/>
                <a:gd name="T79" fmla="*/ 421 h 437"/>
                <a:gd name="T80" fmla="*/ 95 w 436"/>
                <a:gd name="T81" fmla="*/ 401 h 437"/>
                <a:gd name="T82" fmla="*/ 64 w 436"/>
                <a:gd name="T83" fmla="*/ 374 h 437"/>
                <a:gd name="T84" fmla="*/ 36 w 436"/>
                <a:gd name="T85" fmla="*/ 342 h 437"/>
                <a:gd name="T86" fmla="*/ 16 w 436"/>
                <a:gd name="T87" fmla="*/ 305 h 437"/>
                <a:gd name="T88" fmla="*/ 5 w 436"/>
                <a:gd name="T89" fmla="*/ 263 h 437"/>
                <a:gd name="T90" fmla="*/ 0 w 436"/>
                <a:gd name="T91" fmla="*/ 220 h 437"/>
                <a:gd name="T92" fmla="*/ 5 w 436"/>
                <a:gd name="T93" fmla="*/ 175 h 437"/>
                <a:gd name="T94" fmla="*/ 16 w 436"/>
                <a:gd name="T95" fmla="*/ 134 h 437"/>
                <a:gd name="T96" fmla="*/ 36 w 436"/>
                <a:gd name="T97" fmla="*/ 97 h 437"/>
                <a:gd name="T98" fmla="*/ 64 w 436"/>
                <a:gd name="T99" fmla="*/ 65 h 437"/>
                <a:gd name="T100" fmla="*/ 95 w 436"/>
                <a:gd name="T101" fmla="*/ 38 h 437"/>
                <a:gd name="T102" fmla="*/ 133 w 436"/>
                <a:gd name="T103" fmla="*/ 18 h 437"/>
                <a:gd name="T104" fmla="*/ 174 w 436"/>
                <a:gd name="T105" fmla="*/ 5 h 437"/>
                <a:gd name="T106" fmla="*/ 218 w 436"/>
                <a:gd name="T107"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36" h="437">
                  <a:moveTo>
                    <a:pt x="218" y="140"/>
                  </a:moveTo>
                  <a:lnTo>
                    <a:pt x="193" y="145"/>
                  </a:lnTo>
                  <a:lnTo>
                    <a:pt x="172" y="156"/>
                  </a:lnTo>
                  <a:lnTo>
                    <a:pt x="154" y="172"/>
                  </a:lnTo>
                  <a:lnTo>
                    <a:pt x="143" y="194"/>
                  </a:lnTo>
                  <a:lnTo>
                    <a:pt x="138" y="220"/>
                  </a:lnTo>
                  <a:lnTo>
                    <a:pt x="143" y="244"/>
                  </a:lnTo>
                  <a:lnTo>
                    <a:pt x="154" y="266"/>
                  </a:lnTo>
                  <a:lnTo>
                    <a:pt x="172" y="283"/>
                  </a:lnTo>
                  <a:lnTo>
                    <a:pt x="193" y="294"/>
                  </a:lnTo>
                  <a:lnTo>
                    <a:pt x="218" y="299"/>
                  </a:lnTo>
                  <a:lnTo>
                    <a:pt x="243" y="294"/>
                  </a:lnTo>
                  <a:lnTo>
                    <a:pt x="265" y="283"/>
                  </a:lnTo>
                  <a:lnTo>
                    <a:pt x="281" y="266"/>
                  </a:lnTo>
                  <a:lnTo>
                    <a:pt x="292" y="244"/>
                  </a:lnTo>
                  <a:lnTo>
                    <a:pt x="297" y="220"/>
                  </a:lnTo>
                  <a:lnTo>
                    <a:pt x="292" y="194"/>
                  </a:lnTo>
                  <a:lnTo>
                    <a:pt x="281" y="172"/>
                  </a:lnTo>
                  <a:lnTo>
                    <a:pt x="265" y="156"/>
                  </a:lnTo>
                  <a:lnTo>
                    <a:pt x="243" y="145"/>
                  </a:lnTo>
                  <a:lnTo>
                    <a:pt x="218" y="140"/>
                  </a:lnTo>
                  <a:close/>
                  <a:moveTo>
                    <a:pt x="218" y="0"/>
                  </a:moveTo>
                  <a:lnTo>
                    <a:pt x="262" y="5"/>
                  </a:lnTo>
                  <a:lnTo>
                    <a:pt x="302" y="18"/>
                  </a:lnTo>
                  <a:lnTo>
                    <a:pt x="340" y="38"/>
                  </a:lnTo>
                  <a:lnTo>
                    <a:pt x="371" y="65"/>
                  </a:lnTo>
                  <a:lnTo>
                    <a:pt x="399" y="97"/>
                  </a:lnTo>
                  <a:lnTo>
                    <a:pt x="419" y="134"/>
                  </a:lnTo>
                  <a:lnTo>
                    <a:pt x="432" y="175"/>
                  </a:lnTo>
                  <a:lnTo>
                    <a:pt x="436" y="220"/>
                  </a:lnTo>
                  <a:lnTo>
                    <a:pt x="432" y="263"/>
                  </a:lnTo>
                  <a:lnTo>
                    <a:pt x="419" y="305"/>
                  </a:lnTo>
                  <a:lnTo>
                    <a:pt x="399" y="342"/>
                  </a:lnTo>
                  <a:lnTo>
                    <a:pt x="371" y="374"/>
                  </a:lnTo>
                  <a:lnTo>
                    <a:pt x="340" y="401"/>
                  </a:lnTo>
                  <a:lnTo>
                    <a:pt x="302" y="421"/>
                  </a:lnTo>
                  <a:lnTo>
                    <a:pt x="262" y="433"/>
                  </a:lnTo>
                  <a:lnTo>
                    <a:pt x="218" y="437"/>
                  </a:lnTo>
                  <a:lnTo>
                    <a:pt x="174" y="433"/>
                  </a:lnTo>
                  <a:lnTo>
                    <a:pt x="133" y="421"/>
                  </a:lnTo>
                  <a:lnTo>
                    <a:pt x="95" y="401"/>
                  </a:lnTo>
                  <a:lnTo>
                    <a:pt x="64" y="374"/>
                  </a:lnTo>
                  <a:lnTo>
                    <a:pt x="36" y="342"/>
                  </a:lnTo>
                  <a:lnTo>
                    <a:pt x="16" y="305"/>
                  </a:lnTo>
                  <a:lnTo>
                    <a:pt x="5" y="263"/>
                  </a:lnTo>
                  <a:lnTo>
                    <a:pt x="0" y="220"/>
                  </a:lnTo>
                  <a:lnTo>
                    <a:pt x="5" y="175"/>
                  </a:lnTo>
                  <a:lnTo>
                    <a:pt x="16" y="134"/>
                  </a:lnTo>
                  <a:lnTo>
                    <a:pt x="36" y="97"/>
                  </a:lnTo>
                  <a:lnTo>
                    <a:pt x="64" y="65"/>
                  </a:lnTo>
                  <a:lnTo>
                    <a:pt x="95" y="38"/>
                  </a:lnTo>
                  <a:lnTo>
                    <a:pt x="133" y="18"/>
                  </a:lnTo>
                  <a:lnTo>
                    <a:pt x="174" y="5"/>
                  </a:lnTo>
                  <a:lnTo>
                    <a:pt x="2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cxnSp>
        <p:nvCxnSpPr>
          <p:cNvPr id="551" name="Straight Connector 550">
            <a:extLst>
              <a:ext uri="{FF2B5EF4-FFF2-40B4-BE49-F238E27FC236}">
                <a16:creationId xmlns:a16="http://schemas.microsoft.com/office/drawing/2014/main" id="{AB6E4B27-0C8E-41D9-1FBD-019437430AAA}"/>
              </a:ext>
            </a:extLst>
          </p:cNvPr>
          <p:cNvCxnSpPr>
            <a:cxnSpLocks/>
          </p:cNvCxnSpPr>
          <p:nvPr/>
        </p:nvCxnSpPr>
        <p:spPr>
          <a:xfrm>
            <a:off x="5305232" y="1952311"/>
            <a:ext cx="3435288" cy="0"/>
          </a:xfrm>
          <a:prstGeom prst="line">
            <a:avLst/>
          </a:prstGeom>
          <a:ln w="12700">
            <a:gradFill flip="none" rotWithShape="1">
              <a:gsLst>
                <a:gs pos="0">
                  <a:srgbClr val="E7EDF7"/>
                </a:gs>
                <a:gs pos="77000">
                  <a:schemeClr val="accent1">
                    <a:lumMod val="45000"/>
                    <a:lumOff val="55000"/>
                    <a:alpha val="69000"/>
                  </a:schemeClr>
                </a:gs>
                <a:gs pos="100000">
                  <a:schemeClr val="accent1">
                    <a:lumMod val="30000"/>
                    <a:lumOff val="70000"/>
                  </a:schemeClr>
                </a:gs>
              </a:gsLst>
              <a:lin ang="0" scaled="1"/>
              <a:tileRect/>
            </a:gra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53" name="Straight Connector 552">
            <a:extLst>
              <a:ext uri="{FF2B5EF4-FFF2-40B4-BE49-F238E27FC236}">
                <a16:creationId xmlns:a16="http://schemas.microsoft.com/office/drawing/2014/main" id="{0DD8F531-DE4A-ACE6-6514-9C40859A2B10}"/>
              </a:ext>
            </a:extLst>
          </p:cNvPr>
          <p:cNvCxnSpPr>
            <a:cxnSpLocks/>
          </p:cNvCxnSpPr>
          <p:nvPr/>
        </p:nvCxnSpPr>
        <p:spPr>
          <a:xfrm>
            <a:off x="8822267" y="1952311"/>
            <a:ext cx="3296452" cy="0"/>
          </a:xfrm>
          <a:prstGeom prst="line">
            <a:avLst/>
          </a:prstGeom>
          <a:ln w="12700">
            <a:gradFill flip="none" rotWithShape="1">
              <a:gsLst>
                <a:gs pos="0">
                  <a:srgbClr val="DBE4F3"/>
                </a:gs>
                <a:gs pos="77000">
                  <a:schemeClr val="accent1">
                    <a:lumMod val="45000"/>
                    <a:lumOff val="55000"/>
                    <a:alpha val="57000"/>
                  </a:schemeClr>
                </a:gs>
                <a:gs pos="100000">
                  <a:schemeClr val="accent1">
                    <a:lumMod val="30000"/>
                    <a:lumOff val="70000"/>
                  </a:schemeClr>
                </a:gs>
              </a:gsLst>
              <a:lin ang="0" scaled="1"/>
              <a:tileRect/>
            </a:gradFill>
            <a:prstDash val="dash"/>
            <a:tailEnd type="arrow"/>
          </a:ln>
        </p:spPr>
        <p:style>
          <a:lnRef idx="1">
            <a:schemeClr val="accent1"/>
          </a:lnRef>
          <a:fillRef idx="0">
            <a:schemeClr val="accent1"/>
          </a:fillRef>
          <a:effectRef idx="0">
            <a:schemeClr val="accent1"/>
          </a:effectRef>
          <a:fontRef idx="minor">
            <a:schemeClr val="tx1"/>
          </a:fontRef>
        </p:style>
      </p:cxnSp>
      <p:grpSp>
        <p:nvGrpSpPr>
          <p:cNvPr id="313" name="Group 312">
            <a:extLst>
              <a:ext uri="{FF2B5EF4-FFF2-40B4-BE49-F238E27FC236}">
                <a16:creationId xmlns:a16="http://schemas.microsoft.com/office/drawing/2014/main" id="{13DEBD15-4A53-F89D-ADB8-7C16E1A9FBC8}"/>
              </a:ext>
            </a:extLst>
          </p:cNvPr>
          <p:cNvGrpSpPr/>
          <p:nvPr/>
        </p:nvGrpSpPr>
        <p:grpSpPr>
          <a:xfrm>
            <a:off x="5673013" y="1133441"/>
            <a:ext cx="2123736" cy="983213"/>
            <a:chOff x="2315216" y="1133441"/>
            <a:chExt cx="2123736" cy="983213"/>
          </a:xfrm>
        </p:grpSpPr>
        <p:grpSp>
          <p:nvGrpSpPr>
            <p:cNvPr id="314" name="Group 313">
              <a:extLst>
                <a:ext uri="{FF2B5EF4-FFF2-40B4-BE49-F238E27FC236}">
                  <a16:creationId xmlns:a16="http://schemas.microsoft.com/office/drawing/2014/main" id="{68F2FC5D-169D-4A55-37CC-F5D62754DDC5}"/>
                </a:ext>
              </a:extLst>
            </p:cNvPr>
            <p:cNvGrpSpPr/>
            <p:nvPr/>
          </p:nvGrpSpPr>
          <p:grpSpPr>
            <a:xfrm>
              <a:off x="2533824" y="1679484"/>
              <a:ext cx="218066" cy="437170"/>
              <a:chOff x="1552051" y="1542346"/>
              <a:chExt cx="218066" cy="437170"/>
            </a:xfrm>
          </p:grpSpPr>
          <p:sp>
            <p:nvSpPr>
              <p:cNvPr id="349" name="Freeform: Shape 348">
                <a:extLst>
                  <a:ext uri="{FF2B5EF4-FFF2-40B4-BE49-F238E27FC236}">
                    <a16:creationId xmlns:a16="http://schemas.microsoft.com/office/drawing/2014/main" id="{89629838-90C7-BC88-06A7-330FF4C7F1A9}"/>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0" name="Freeform: Shape 349">
                <a:extLst>
                  <a:ext uri="{FF2B5EF4-FFF2-40B4-BE49-F238E27FC236}">
                    <a16:creationId xmlns:a16="http://schemas.microsoft.com/office/drawing/2014/main" id="{18CBC7B3-A441-A5EA-CCC3-6F2635377E74}"/>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1" name="Freeform: Shape 350">
                <a:extLst>
                  <a:ext uri="{FF2B5EF4-FFF2-40B4-BE49-F238E27FC236}">
                    <a16:creationId xmlns:a16="http://schemas.microsoft.com/office/drawing/2014/main" id="{72C72F0F-A6DB-B7C0-1D6E-5C56D6159267}"/>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2" name="Freeform: Shape 351">
                <a:extLst>
                  <a:ext uri="{FF2B5EF4-FFF2-40B4-BE49-F238E27FC236}">
                    <a16:creationId xmlns:a16="http://schemas.microsoft.com/office/drawing/2014/main" id="{E26FC074-5C6B-321C-7DBC-66114797FEDD}"/>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3" name="Freeform: Shape 352">
                <a:extLst>
                  <a:ext uri="{FF2B5EF4-FFF2-40B4-BE49-F238E27FC236}">
                    <a16:creationId xmlns:a16="http://schemas.microsoft.com/office/drawing/2014/main" id="{F77E133B-D049-DD46-894D-514E5FC33DCA}"/>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354" name="Graphic 140">
                <a:extLst>
                  <a:ext uri="{FF2B5EF4-FFF2-40B4-BE49-F238E27FC236}">
                    <a16:creationId xmlns:a16="http://schemas.microsoft.com/office/drawing/2014/main" id="{B4F5EA37-A212-DC9D-E65F-EDDAC9E8136C}"/>
                  </a:ext>
                </a:extLst>
              </p:cNvPr>
              <p:cNvGrpSpPr/>
              <p:nvPr/>
            </p:nvGrpSpPr>
            <p:grpSpPr>
              <a:xfrm>
                <a:off x="1574304" y="1844762"/>
                <a:ext cx="195813" cy="119346"/>
                <a:chOff x="1741580" y="1851234"/>
                <a:chExt cx="331409" cy="201991"/>
              </a:xfrm>
            </p:grpSpPr>
            <p:sp>
              <p:nvSpPr>
                <p:cNvPr id="356" name="Freeform: Shape 355">
                  <a:extLst>
                    <a:ext uri="{FF2B5EF4-FFF2-40B4-BE49-F238E27FC236}">
                      <a16:creationId xmlns:a16="http://schemas.microsoft.com/office/drawing/2014/main" id="{ACA1E577-FEF6-15AC-57BC-14E475A03610}"/>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7" name="Freeform: Shape 356">
                  <a:extLst>
                    <a:ext uri="{FF2B5EF4-FFF2-40B4-BE49-F238E27FC236}">
                      <a16:creationId xmlns:a16="http://schemas.microsoft.com/office/drawing/2014/main" id="{2140C19F-3959-28B2-7470-90B7BD4D1370}"/>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8" name="Freeform: Shape 357">
                  <a:extLst>
                    <a:ext uri="{FF2B5EF4-FFF2-40B4-BE49-F238E27FC236}">
                      <a16:creationId xmlns:a16="http://schemas.microsoft.com/office/drawing/2014/main" id="{67F4CAD5-8478-C62D-CCA8-ABA9AD4F675C}"/>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59" name="Freeform: Shape 358">
                  <a:extLst>
                    <a:ext uri="{FF2B5EF4-FFF2-40B4-BE49-F238E27FC236}">
                      <a16:creationId xmlns:a16="http://schemas.microsoft.com/office/drawing/2014/main" id="{579CBE5E-CD40-7112-4FEA-EECCF479DCC1}"/>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0" name="Freeform: Shape 359">
                  <a:extLst>
                    <a:ext uri="{FF2B5EF4-FFF2-40B4-BE49-F238E27FC236}">
                      <a16:creationId xmlns:a16="http://schemas.microsoft.com/office/drawing/2014/main" id="{084488DC-43D7-FDEC-8720-04A62D8AEFC6}"/>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1" name="Freeform: Shape 360">
                  <a:extLst>
                    <a:ext uri="{FF2B5EF4-FFF2-40B4-BE49-F238E27FC236}">
                      <a16:creationId xmlns:a16="http://schemas.microsoft.com/office/drawing/2014/main" id="{2600AFDC-9460-708F-49A4-6A34913C40FA}"/>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2" name="Freeform: Shape 361">
                  <a:extLst>
                    <a:ext uri="{FF2B5EF4-FFF2-40B4-BE49-F238E27FC236}">
                      <a16:creationId xmlns:a16="http://schemas.microsoft.com/office/drawing/2014/main" id="{DE27A86A-2481-3E4C-E3C1-E1D7F5BC0F67}"/>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3" name="Freeform: Shape 362">
                  <a:extLst>
                    <a:ext uri="{FF2B5EF4-FFF2-40B4-BE49-F238E27FC236}">
                      <a16:creationId xmlns:a16="http://schemas.microsoft.com/office/drawing/2014/main" id="{68178674-C8E5-AA4B-C808-2533F8C26A98}"/>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4" name="Freeform: Shape 363">
                  <a:extLst>
                    <a:ext uri="{FF2B5EF4-FFF2-40B4-BE49-F238E27FC236}">
                      <a16:creationId xmlns:a16="http://schemas.microsoft.com/office/drawing/2014/main" id="{1FB25D08-70B7-E3B1-4CDD-0BFA717604E9}"/>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5" name="Freeform: Shape 364">
                  <a:extLst>
                    <a:ext uri="{FF2B5EF4-FFF2-40B4-BE49-F238E27FC236}">
                      <a16:creationId xmlns:a16="http://schemas.microsoft.com/office/drawing/2014/main" id="{CC304334-B8FC-F12E-945F-7BE9AB33F0A2}"/>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6" name="Freeform: Shape 365">
                  <a:extLst>
                    <a:ext uri="{FF2B5EF4-FFF2-40B4-BE49-F238E27FC236}">
                      <a16:creationId xmlns:a16="http://schemas.microsoft.com/office/drawing/2014/main" id="{2821E356-C4A5-6AB1-F8E8-1F0342823712}"/>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7" name="Freeform: Shape 366">
                  <a:extLst>
                    <a:ext uri="{FF2B5EF4-FFF2-40B4-BE49-F238E27FC236}">
                      <a16:creationId xmlns:a16="http://schemas.microsoft.com/office/drawing/2014/main" id="{604371C1-E137-68B4-94C0-6444B9559ACF}"/>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8" name="Freeform: Shape 367">
                  <a:extLst>
                    <a:ext uri="{FF2B5EF4-FFF2-40B4-BE49-F238E27FC236}">
                      <a16:creationId xmlns:a16="http://schemas.microsoft.com/office/drawing/2014/main" id="{8B210580-1C9E-22C7-48BC-37994F26D687}"/>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69" name="Freeform: Shape 368">
                  <a:extLst>
                    <a:ext uri="{FF2B5EF4-FFF2-40B4-BE49-F238E27FC236}">
                      <a16:creationId xmlns:a16="http://schemas.microsoft.com/office/drawing/2014/main" id="{76505526-4ECD-1524-79F8-693A40302486}"/>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0" name="Freeform: Shape 369">
                  <a:extLst>
                    <a:ext uri="{FF2B5EF4-FFF2-40B4-BE49-F238E27FC236}">
                      <a16:creationId xmlns:a16="http://schemas.microsoft.com/office/drawing/2014/main" id="{B75DF75B-70AA-BC3A-8E44-3E5CACC475B1}"/>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1" name="Freeform: Shape 370">
                  <a:extLst>
                    <a:ext uri="{FF2B5EF4-FFF2-40B4-BE49-F238E27FC236}">
                      <a16:creationId xmlns:a16="http://schemas.microsoft.com/office/drawing/2014/main" id="{7E567CC0-4EC6-BD49-0A44-7687B0A30C67}"/>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2" name="Freeform: Shape 371">
                  <a:extLst>
                    <a:ext uri="{FF2B5EF4-FFF2-40B4-BE49-F238E27FC236}">
                      <a16:creationId xmlns:a16="http://schemas.microsoft.com/office/drawing/2014/main" id="{A29C9731-608F-503B-FACC-601D4DF2D948}"/>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3" name="Freeform: Shape 372">
                  <a:extLst>
                    <a:ext uri="{FF2B5EF4-FFF2-40B4-BE49-F238E27FC236}">
                      <a16:creationId xmlns:a16="http://schemas.microsoft.com/office/drawing/2014/main" id="{44C6BD4D-8F62-9D79-B23B-396106A67246}"/>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4" name="Freeform: Shape 373">
                  <a:extLst>
                    <a:ext uri="{FF2B5EF4-FFF2-40B4-BE49-F238E27FC236}">
                      <a16:creationId xmlns:a16="http://schemas.microsoft.com/office/drawing/2014/main" id="{D685FEE9-0181-59EC-318D-589943AD8FF2}"/>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5" name="Freeform: Shape 374">
                  <a:extLst>
                    <a:ext uri="{FF2B5EF4-FFF2-40B4-BE49-F238E27FC236}">
                      <a16:creationId xmlns:a16="http://schemas.microsoft.com/office/drawing/2014/main" id="{7FFFA1A7-E757-ABB5-B2E2-5E1FD2788A71}"/>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6" name="Freeform: Shape 375">
                  <a:extLst>
                    <a:ext uri="{FF2B5EF4-FFF2-40B4-BE49-F238E27FC236}">
                      <a16:creationId xmlns:a16="http://schemas.microsoft.com/office/drawing/2014/main" id="{B32A9EF8-08D2-B96F-0F41-2F065655D7ED}"/>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77" name="Freeform: Shape 376">
                  <a:extLst>
                    <a:ext uri="{FF2B5EF4-FFF2-40B4-BE49-F238E27FC236}">
                      <a16:creationId xmlns:a16="http://schemas.microsoft.com/office/drawing/2014/main" id="{B5D6E4EB-2EB7-AD12-7BB7-5193A4CD3118}"/>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355" name="Freeform: Shape 354">
                <a:extLst>
                  <a:ext uri="{FF2B5EF4-FFF2-40B4-BE49-F238E27FC236}">
                    <a16:creationId xmlns:a16="http://schemas.microsoft.com/office/drawing/2014/main" id="{2D26BAB9-1A5B-BC54-78A4-77FFCB35AF05}"/>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315" name="Group 314">
              <a:extLst>
                <a:ext uri="{FF2B5EF4-FFF2-40B4-BE49-F238E27FC236}">
                  <a16:creationId xmlns:a16="http://schemas.microsoft.com/office/drawing/2014/main" id="{8E86352E-9A42-A31B-3D81-D12148602F21}"/>
                </a:ext>
              </a:extLst>
            </p:cNvPr>
            <p:cNvGrpSpPr/>
            <p:nvPr/>
          </p:nvGrpSpPr>
          <p:grpSpPr>
            <a:xfrm>
              <a:off x="4194967" y="1427408"/>
              <a:ext cx="218066" cy="437170"/>
              <a:chOff x="1552051" y="1542346"/>
              <a:chExt cx="218066" cy="437170"/>
            </a:xfrm>
          </p:grpSpPr>
          <p:sp>
            <p:nvSpPr>
              <p:cNvPr id="320" name="Freeform: Shape 319">
                <a:extLst>
                  <a:ext uri="{FF2B5EF4-FFF2-40B4-BE49-F238E27FC236}">
                    <a16:creationId xmlns:a16="http://schemas.microsoft.com/office/drawing/2014/main" id="{C6793556-908E-2DE2-084D-03D38B0F4DE2}"/>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1" name="Freeform: Shape 320">
                <a:extLst>
                  <a:ext uri="{FF2B5EF4-FFF2-40B4-BE49-F238E27FC236}">
                    <a16:creationId xmlns:a16="http://schemas.microsoft.com/office/drawing/2014/main" id="{0C5B22A9-B4C4-15CE-48F5-EAD83B9FC315}"/>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2" name="Freeform: Shape 321">
                <a:extLst>
                  <a:ext uri="{FF2B5EF4-FFF2-40B4-BE49-F238E27FC236}">
                    <a16:creationId xmlns:a16="http://schemas.microsoft.com/office/drawing/2014/main" id="{6E6951F3-960F-2F29-8775-6A0516476073}"/>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3" name="Freeform: Shape 322">
                <a:extLst>
                  <a:ext uri="{FF2B5EF4-FFF2-40B4-BE49-F238E27FC236}">
                    <a16:creationId xmlns:a16="http://schemas.microsoft.com/office/drawing/2014/main" id="{249EB718-98B8-1397-002B-E75335B7333F}"/>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4" name="Freeform: Shape 323">
                <a:extLst>
                  <a:ext uri="{FF2B5EF4-FFF2-40B4-BE49-F238E27FC236}">
                    <a16:creationId xmlns:a16="http://schemas.microsoft.com/office/drawing/2014/main" id="{FD0FBB0F-86DD-DDC3-0F94-5D1B8D00FAA4}"/>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325" name="Graphic 140">
                <a:extLst>
                  <a:ext uri="{FF2B5EF4-FFF2-40B4-BE49-F238E27FC236}">
                    <a16:creationId xmlns:a16="http://schemas.microsoft.com/office/drawing/2014/main" id="{6A53F8C7-9BF4-8AEC-E3F9-B3E33E78ABA3}"/>
                  </a:ext>
                </a:extLst>
              </p:cNvPr>
              <p:cNvGrpSpPr/>
              <p:nvPr/>
            </p:nvGrpSpPr>
            <p:grpSpPr>
              <a:xfrm>
                <a:off x="1574304" y="1844762"/>
                <a:ext cx="195813" cy="119346"/>
                <a:chOff x="1741580" y="1851234"/>
                <a:chExt cx="331409" cy="201991"/>
              </a:xfrm>
            </p:grpSpPr>
            <p:sp>
              <p:nvSpPr>
                <p:cNvPr id="327" name="Freeform: Shape 326">
                  <a:extLst>
                    <a:ext uri="{FF2B5EF4-FFF2-40B4-BE49-F238E27FC236}">
                      <a16:creationId xmlns:a16="http://schemas.microsoft.com/office/drawing/2014/main" id="{E039E1C0-91F9-44B7-FB88-918C007D3922}"/>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8" name="Freeform: Shape 327">
                  <a:extLst>
                    <a:ext uri="{FF2B5EF4-FFF2-40B4-BE49-F238E27FC236}">
                      <a16:creationId xmlns:a16="http://schemas.microsoft.com/office/drawing/2014/main" id="{A900C81D-2ED0-BD6A-6E80-F1F5E3653290}"/>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29" name="Freeform: Shape 328">
                  <a:extLst>
                    <a:ext uri="{FF2B5EF4-FFF2-40B4-BE49-F238E27FC236}">
                      <a16:creationId xmlns:a16="http://schemas.microsoft.com/office/drawing/2014/main" id="{41762F08-E804-A569-646D-2E622271F629}"/>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0" name="Freeform: Shape 329">
                  <a:extLst>
                    <a:ext uri="{FF2B5EF4-FFF2-40B4-BE49-F238E27FC236}">
                      <a16:creationId xmlns:a16="http://schemas.microsoft.com/office/drawing/2014/main" id="{EAC4DDEA-5A28-23EA-AAA2-7DFB1E8FB139}"/>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1" name="Freeform: Shape 330">
                  <a:extLst>
                    <a:ext uri="{FF2B5EF4-FFF2-40B4-BE49-F238E27FC236}">
                      <a16:creationId xmlns:a16="http://schemas.microsoft.com/office/drawing/2014/main" id="{D4307533-40A8-7EF1-1F38-2C5F0795FBB4}"/>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2" name="Freeform: Shape 331">
                  <a:extLst>
                    <a:ext uri="{FF2B5EF4-FFF2-40B4-BE49-F238E27FC236}">
                      <a16:creationId xmlns:a16="http://schemas.microsoft.com/office/drawing/2014/main" id="{909435D3-B54F-7144-2A7C-2312465999CD}"/>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3" name="Freeform: Shape 332">
                  <a:extLst>
                    <a:ext uri="{FF2B5EF4-FFF2-40B4-BE49-F238E27FC236}">
                      <a16:creationId xmlns:a16="http://schemas.microsoft.com/office/drawing/2014/main" id="{D8B48354-8C47-4612-F707-DC564F55983E}"/>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4" name="Freeform: Shape 333">
                  <a:extLst>
                    <a:ext uri="{FF2B5EF4-FFF2-40B4-BE49-F238E27FC236}">
                      <a16:creationId xmlns:a16="http://schemas.microsoft.com/office/drawing/2014/main" id="{09AF7441-47E7-7820-0F8E-289E38929DFE}"/>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5" name="Freeform: Shape 334">
                  <a:extLst>
                    <a:ext uri="{FF2B5EF4-FFF2-40B4-BE49-F238E27FC236}">
                      <a16:creationId xmlns:a16="http://schemas.microsoft.com/office/drawing/2014/main" id="{BA61B49A-A55E-38F1-80DC-CBAC72E1B0B1}"/>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6" name="Freeform: Shape 335">
                  <a:extLst>
                    <a:ext uri="{FF2B5EF4-FFF2-40B4-BE49-F238E27FC236}">
                      <a16:creationId xmlns:a16="http://schemas.microsoft.com/office/drawing/2014/main" id="{62C5A3F6-A546-EA35-34B3-91A25E30C677}"/>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7" name="Freeform: Shape 336">
                  <a:extLst>
                    <a:ext uri="{FF2B5EF4-FFF2-40B4-BE49-F238E27FC236}">
                      <a16:creationId xmlns:a16="http://schemas.microsoft.com/office/drawing/2014/main" id="{CBE0AABF-C2B3-88BD-0646-BD8CF94A4E06}"/>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8" name="Freeform: Shape 337">
                  <a:extLst>
                    <a:ext uri="{FF2B5EF4-FFF2-40B4-BE49-F238E27FC236}">
                      <a16:creationId xmlns:a16="http://schemas.microsoft.com/office/drawing/2014/main" id="{474ABA4A-BC84-63A8-BF59-84B46DD1816A}"/>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39" name="Freeform: Shape 338">
                  <a:extLst>
                    <a:ext uri="{FF2B5EF4-FFF2-40B4-BE49-F238E27FC236}">
                      <a16:creationId xmlns:a16="http://schemas.microsoft.com/office/drawing/2014/main" id="{82F73A4D-87C2-9FD4-D870-A056ED5C50CC}"/>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0" name="Freeform: Shape 339">
                  <a:extLst>
                    <a:ext uri="{FF2B5EF4-FFF2-40B4-BE49-F238E27FC236}">
                      <a16:creationId xmlns:a16="http://schemas.microsoft.com/office/drawing/2014/main" id="{23AE3C49-1FD1-F42E-291B-FC56274F0B93}"/>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1" name="Freeform: Shape 340">
                  <a:extLst>
                    <a:ext uri="{FF2B5EF4-FFF2-40B4-BE49-F238E27FC236}">
                      <a16:creationId xmlns:a16="http://schemas.microsoft.com/office/drawing/2014/main" id="{19D10031-21F9-4B51-E754-5256E0E69F86}"/>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2" name="Freeform: Shape 341">
                  <a:extLst>
                    <a:ext uri="{FF2B5EF4-FFF2-40B4-BE49-F238E27FC236}">
                      <a16:creationId xmlns:a16="http://schemas.microsoft.com/office/drawing/2014/main" id="{81D3B815-9A24-4F64-F983-2C1937EF8BE6}"/>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3" name="Freeform: Shape 342">
                  <a:extLst>
                    <a:ext uri="{FF2B5EF4-FFF2-40B4-BE49-F238E27FC236}">
                      <a16:creationId xmlns:a16="http://schemas.microsoft.com/office/drawing/2014/main" id="{04AE1497-F5E2-789D-C004-4D195BA9FC68}"/>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4" name="Freeform: Shape 343">
                  <a:extLst>
                    <a:ext uri="{FF2B5EF4-FFF2-40B4-BE49-F238E27FC236}">
                      <a16:creationId xmlns:a16="http://schemas.microsoft.com/office/drawing/2014/main" id="{93656748-61F3-2BBF-0FC3-96FD4B45A078}"/>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5" name="Freeform: Shape 344">
                  <a:extLst>
                    <a:ext uri="{FF2B5EF4-FFF2-40B4-BE49-F238E27FC236}">
                      <a16:creationId xmlns:a16="http://schemas.microsoft.com/office/drawing/2014/main" id="{B5307A0E-0C9F-CFF2-4B56-C7939D4A27CD}"/>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6" name="Freeform: Shape 345">
                  <a:extLst>
                    <a:ext uri="{FF2B5EF4-FFF2-40B4-BE49-F238E27FC236}">
                      <a16:creationId xmlns:a16="http://schemas.microsoft.com/office/drawing/2014/main" id="{7736C24E-0CEF-8167-3FFB-C9FEAA851BA7}"/>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7" name="Freeform: Shape 346">
                  <a:extLst>
                    <a:ext uri="{FF2B5EF4-FFF2-40B4-BE49-F238E27FC236}">
                      <a16:creationId xmlns:a16="http://schemas.microsoft.com/office/drawing/2014/main" id="{98CD4DA2-C3E6-EC05-F06D-A24A75D79CF9}"/>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48" name="Freeform: Shape 347">
                  <a:extLst>
                    <a:ext uri="{FF2B5EF4-FFF2-40B4-BE49-F238E27FC236}">
                      <a16:creationId xmlns:a16="http://schemas.microsoft.com/office/drawing/2014/main" id="{D178E4E2-605F-1547-F9F2-7FA68ADE4F48}"/>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326" name="Freeform: Shape 325">
                <a:extLst>
                  <a:ext uri="{FF2B5EF4-FFF2-40B4-BE49-F238E27FC236}">
                    <a16:creationId xmlns:a16="http://schemas.microsoft.com/office/drawing/2014/main" id="{8DCF6172-7CEF-E3F1-88EB-87A296D3A2F7}"/>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316" name="Group 315">
              <a:extLst>
                <a:ext uri="{FF2B5EF4-FFF2-40B4-BE49-F238E27FC236}">
                  <a16:creationId xmlns:a16="http://schemas.microsoft.com/office/drawing/2014/main" id="{A0BBDBA2-B308-5E43-E3F4-E8C62CD6EDAE}"/>
                </a:ext>
              </a:extLst>
            </p:cNvPr>
            <p:cNvGrpSpPr/>
            <p:nvPr/>
          </p:nvGrpSpPr>
          <p:grpSpPr>
            <a:xfrm>
              <a:off x="2315216" y="1133441"/>
              <a:ext cx="2123736" cy="540512"/>
              <a:chOff x="2315216" y="1099573"/>
              <a:chExt cx="2123736" cy="540512"/>
            </a:xfrm>
            <a:effectLst>
              <a:outerShdw blurRad="152400" dist="241300" dir="5400000" sx="90000" sy="-19000" rotWithShape="0">
                <a:srgbClr val="43515C">
                  <a:alpha val="16000"/>
                </a:srgbClr>
              </a:outerShdw>
            </a:effectLst>
            <a:scene3d>
              <a:camera prst="isometricOffAxis1Right"/>
              <a:lightRig rig="threePt" dir="t"/>
            </a:scene3d>
          </p:grpSpPr>
          <p:sp>
            <p:nvSpPr>
              <p:cNvPr id="317" name="Rectangle: Rounded Corners 316">
                <a:extLst>
                  <a:ext uri="{FF2B5EF4-FFF2-40B4-BE49-F238E27FC236}">
                    <a16:creationId xmlns:a16="http://schemas.microsoft.com/office/drawing/2014/main" id="{A0EE2183-D34A-2B22-A38D-DFCBBBEB154E}"/>
                  </a:ext>
                </a:extLst>
              </p:cNvPr>
              <p:cNvSpPr/>
              <p:nvPr/>
            </p:nvSpPr>
            <p:spPr>
              <a:xfrm>
                <a:off x="2343985" y="1132450"/>
                <a:ext cx="2066198" cy="507635"/>
              </a:xfrm>
              <a:prstGeom prst="roundRect">
                <a:avLst>
                  <a:gd name="adj" fmla="val 10794"/>
                </a:avLst>
              </a:prstGeom>
              <a:gradFill flip="none" rotWithShape="1">
                <a:gsLst>
                  <a:gs pos="0">
                    <a:srgbClr val="0049C0"/>
                  </a:gs>
                  <a:gs pos="55000">
                    <a:srgbClr val="5074CC"/>
                  </a:gs>
                  <a:gs pos="100000">
                    <a:srgbClr val="773F9E"/>
                  </a:gs>
                </a:gsLst>
                <a:lin ang="7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318" name="Rectangle: Rounded Corners 317">
                <a:extLst>
                  <a:ext uri="{FF2B5EF4-FFF2-40B4-BE49-F238E27FC236}">
                    <a16:creationId xmlns:a16="http://schemas.microsoft.com/office/drawing/2014/main" id="{5B9BBB28-EE64-304E-D21F-CF8B7A374502}"/>
                  </a:ext>
                </a:extLst>
              </p:cNvPr>
              <p:cNvSpPr/>
              <p:nvPr/>
            </p:nvSpPr>
            <p:spPr>
              <a:xfrm>
                <a:off x="2315216" y="1099573"/>
                <a:ext cx="2123736" cy="507635"/>
              </a:xfrm>
              <a:prstGeom prst="roundRect">
                <a:avLst>
                  <a:gd name="adj" fmla="val 14572"/>
                </a:avLst>
              </a:prstGeom>
              <a:gradFill flip="none" rotWithShape="1">
                <a:gsLst>
                  <a:gs pos="0">
                    <a:srgbClr val="3E5ECA">
                      <a:alpha val="60000"/>
                    </a:srgbClr>
                  </a:gs>
                  <a:gs pos="26000">
                    <a:srgbClr val="5074CC">
                      <a:alpha val="49000"/>
                    </a:srgbClr>
                  </a:gs>
                  <a:gs pos="100000">
                    <a:srgbClr val="B38AD2">
                      <a:alpha val="43000"/>
                    </a:srgbClr>
                  </a:gs>
                </a:gsLst>
                <a:lin ang="7800000" scaled="0"/>
                <a:tileRect/>
              </a:gradFill>
              <a:ln w="6350">
                <a:gradFill>
                  <a:gsLst>
                    <a:gs pos="0">
                      <a:schemeClr val="accent1">
                        <a:lumMod val="5000"/>
                        <a:lumOff val="95000"/>
                      </a:schemeClr>
                    </a:gs>
                    <a:gs pos="74000">
                      <a:schemeClr val="bg1">
                        <a:alpha val="0"/>
                      </a:schemeClr>
                    </a:gs>
                    <a:gs pos="30000">
                      <a:schemeClr val="accent1">
                        <a:lumMod val="45000"/>
                        <a:lumOff val="55000"/>
                      </a:schemeClr>
                    </a:gs>
                    <a:gs pos="100000">
                      <a:schemeClr val="bg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319" name="TextBox 318">
                <a:extLst>
                  <a:ext uri="{FF2B5EF4-FFF2-40B4-BE49-F238E27FC236}">
                    <a16:creationId xmlns:a16="http://schemas.microsoft.com/office/drawing/2014/main" id="{4687340E-0C6E-3FCC-D14C-C2624F92C8E1}"/>
                  </a:ext>
                </a:extLst>
              </p:cNvPr>
              <p:cNvSpPr txBox="1"/>
              <p:nvPr/>
            </p:nvSpPr>
            <p:spPr>
              <a:xfrm>
                <a:off x="2365429" y="1180759"/>
                <a:ext cx="2023311" cy="35394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prstClr val="white"/>
                    </a:solidFill>
                    <a:effectLst/>
                    <a:uLnTx/>
                    <a:uFillTx/>
                    <a:latin typeface="Arial" panose="020B0604020202020204" pitchFamily="34" charset="0"/>
                    <a:ea typeface="+mn-ea"/>
                    <a:cs typeface="+mn-cs"/>
                  </a:rPr>
                  <a:t>TURNONNULLAS</a:t>
                </a:r>
              </a:p>
            </p:txBody>
          </p:sp>
        </p:grpSp>
      </p:grpSp>
      <p:grpSp>
        <p:nvGrpSpPr>
          <p:cNvPr id="479" name="Group 478">
            <a:extLst>
              <a:ext uri="{FF2B5EF4-FFF2-40B4-BE49-F238E27FC236}">
                <a16:creationId xmlns:a16="http://schemas.microsoft.com/office/drawing/2014/main" id="{10022F07-E16C-FBA3-3786-DA9A9989412B}"/>
              </a:ext>
            </a:extLst>
          </p:cNvPr>
          <p:cNvGrpSpPr/>
          <p:nvPr/>
        </p:nvGrpSpPr>
        <p:grpSpPr>
          <a:xfrm>
            <a:off x="7726127" y="1396758"/>
            <a:ext cx="308005" cy="279447"/>
            <a:chOff x="586933" y="1286506"/>
            <a:chExt cx="546473" cy="495804"/>
          </a:xfrm>
        </p:grpSpPr>
        <p:sp>
          <p:nvSpPr>
            <p:cNvPr id="480" name="Freeform: Shape 479">
              <a:extLst>
                <a:ext uri="{FF2B5EF4-FFF2-40B4-BE49-F238E27FC236}">
                  <a16:creationId xmlns:a16="http://schemas.microsoft.com/office/drawing/2014/main" id="{86E5B7DE-966F-3C4B-38C9-3F3569D5C04A}"/>
                </a:ext>
              </a:extLst>
            </p:cNvPr>
            <p:cNvSpPr/>
            <p:nvPr/>
          </p:nvSpPr>
          <p:spPr>
            <a:xfrm>
              <a:off x="660914" y="1555137"/>
              <a:ext cx="472492" cy="227173"/>
            </a:xfrm>
            <a:custGeom>
              <a:avLst/>
              <a:gdLst>
                <a:gd name="connsiteX0" fmla="*/ 472492 w 472492"/>
                <a:gd name="connsiteY0" fmla="*/ 91940 h 227173"/>
                <a:gd name="connsiteX1" fmla="*/ 282014 w 472492"/>
                <a:gd name="connsiteY1" fmla="*/ 0 h 227173"/>
                <a:gd name="connsiteX2" fmla="*/ 256119 w 472492"/>
                <a:gd name="connsiteY2" fmla="*/ 2583 h 227173"/>
                <a:gd name="connsiteX3" fmla="*/ 256119 w 472492"/>
                <a:gd name="connsiteY3" fmla="*/ 2583 h 227173"/>
                <a:gd name="connsiteX4" fmla="*/ 255901 w 472492"/>
                <a:gd name="connsiteY4" fmla="*/ 2646 h 227173"/>
                <a:gd name="connsiteX5" fmla="*/ 246501 w 472492"/>
                <a:gd name="connsiteY5" fmla="*/ 5135 h 227173"/>
                <a:gd name="connsiteX6" fmla="*/ 245350 w 472492"/>
                <a:gd name="connsiteY6" fmla="*/ 5509 h 227173"/>
                <a:gd name="connsiteX7" fmla="*/ 236978 w 472492"/>
                <a:gd name="connsiteY7" fmla="*/ 8746 h 227173"/>
                <a:gd name="connsiteX8" fmla="*/ 236044 w 472492"/>
                <a:gd name="connsiteY8" fmla="*/ 9182 h 227173"/>
                <a:gd name="connsiteX9" fmla="*/ 228294 w 472492"/>
                <a:gd name="connsiteY9" fmla="*/ 13197 h 227173"/>
                <a:gd name="connsiteX10" fmla="*/ 228107 w 472492"/>
                <a:gd name="connsiteY10" fmla="*/ 13321 h 227173"/>
                <a:gd name="connsiteX11" fmla="*/ 220980 w 472492"/>
                <a:gd name="connsiteY11" fmla="*/ 18083 h 227173"/>
                <a:gd name="connsiteX12" fmla="*/ 220762 w 472492"/>
                <a:gd name="connsiteY12" fmla="*/ 18239 h 227173"/>
                <a:gd name="connsiteX13" fmla="*/ 214631 w 472492"/>
                <a:gd name="connsiteY13" fmla="*/ 23374 h 227173"/>
                <a:gd name="connsiteX14" fmla="*/ 213977 w 472492"/>
                <a:gd name="connsiteY14" fmla="*/ 23965 h 227173"/>
                <a:gd name="connsiteX15" fmla="*/ 208748 w 472492"/>
                <a:gd name="connsiteY15" fmla="*/ 29350 h 227173"/>
                <a:gd name="connsiteX16" fmla="*/ 208157 w 472492"/>
                <a:gd name="connsiteY16" fmla="*/ 30035 h 227173"/>
                <a:gd name="connsiteX17" fmla="*/ 203519 w 472492"/>
                <a:gd name="connsiteY17" fmla="*/ 35824 h 227173"/>
                <a:gd name="connsiteX18" fmla="*/ 203301 w 472492"/>
                <a:gd name="connsiteY18" fmla="*/ 36166 h 227173"/>
                <a:gd name="connsiteX19" fmla="*/ 199193 w 472492"/>
                <a:gd name="connsiteY19" fmla="*/ 42391 h 227173"/>
                <a:gd name="connsiteX20" fmla="*/ 199131 w 472492"/>
                <a:gd name="connsiteY20" fmla="*/ 42484 h 227173"/>
                <a:gd name="connsiteX21" fmla="*/ 195738 w 472492"/>
                <a:gd name="connsiteY21" fmla="*/ 48709 h 227173"/>
                <a:gd name="connsiteX22" fmla="*/ 195365 w 472492"/>
                <a:gd name="connsiteY22" fmla="*/ 49456 h 227173"/>
                <a:gd name="connsiteX23" fmla="*/ 192688 w 472492"/>
                <a:gd name="connsiteY23" fmla="*/ 55494 h 227173"/>
                <a:gd name="connsiteX24" fmla="*/ 192346 w 472492"/>
                <a:gd name="connsiteY24" fmla="*/ 56365 h 227173"/>
                <a:gd name="connsiteX25" fmla="*/ 190167 w 472492"/>
                <a:gd name="connsiteY25" fmla="*/ 62403 h 227173"/>
                <a:gd name="connsiteX26" fmla="*/ 189980 w 472492"/>
                <a:gd name="connsiteY26" fmla="*/ 62995 h 227173"/>
                <a:gd name="connsiteX27" fmla="*/ 188237 w 472492"/>
                <a:gd name="connsiteY27" fmla="*/ 69064 h 227173"/>
                <a:gd name="connsiteX28" fmla="*/ 188237 w 472492"/>
                <a:gd name="connsiteY28" fmla="*/ 69157 h 227173"/>
                <a:gd name="connsiteX29" fmla="*/ 186961 w 472492"/>
                <a:gd name="connsiteY29" fmla="*/ 74977 h 227173"/>
                <a:gd name="connsiteX30" fmla="*/ 186806 w 472492"/>
                <a:gd name="connsiteY30" fmla="*/ 75756 h 227173"/>
                <a:gd name="connsiteX31" fmla="*/ 185997 w 472492"/>
                <a:gd name="connsiteY31" fmla="*/ 80984 h 227173"/>
                <a:gd name="connsiteX32" fmla="*/ 185872 w 472492"/>
                <a:gd name="connsiteY32" fmla="*/ 81887 h 227173"/>
                <a:gd name="connsiteX33" fmla="*/ 185685 w 472492"/>
                <a:gd name="connsiteY33" fmla="*/ 83443 h 227173"/>
                <a:gd name="connsiteX34" fmla="*/ 160911 w 472492"/>
                <a:gd name="connsiteY34" fmla="*/ 83443 h 227173"/>
                <a:gd name="connsiteX35" fmla="*/ 131374 w 472492"/>
                <a:gd name="connsiteY35" fmla="*/ 80051 h 227173"/>
                <a:gd name="connsiteX36" fmla="*/ 112606 w 472492"/>
                <a:gd name="connsiteY36" fmla="*/ 82105 h 227173"/>
                <a:gd name="connsiteX37" fmla="*/ 112606 w 472492"/>
                <a:gd name="connsiteY37" fmla="*/ 82105 h 227173"/>
                <a:gd name="connsiteX38" fmla="*/ 112451 w 472492"/>
                <a:gd name="connsiteY38" fmla="*/ 82136 h 227173"/>
                <a:gd name="connsiteX39" fmla="*/ 105635 w 472492"/>
                <a:gd name="connsiteY39" fmla="*/ 84128 h 227173"/>
                <a:gd name="connsiteX40" fmla="*/ 104794 w 472492"/>
                <a:gd name="connsiteY40" fmla="*/ 84408 h 227173"/>
                <a:gd name="connsiteX41" fmla="*/ 98725 w 472492"/>
                <a:gd name="connsiteY41" fmla="*/ 86991 h 227173"/>
                <a:gd name="connsiteX42" fmla="*/ 98040 w 472492"/>
                <a:gd name="connsiteY42" fmla="*/ 87334 h 227173"/>
                <a:gd name="connsiteX43" fmla="*/ 92438 w 472492"/>
                <a:gd name="connsiteY43" fmla="*/ 90539 h 227173"/>
                <a:gd name="connsiteX44" fmla="*/ 92314 w 472492"/>
                <a:gd name="connsiteY44" fmla="*/ 90633 h 227173"/>
                <a:gd name="connsiteX45" fmla="*/ 87147 w 472492"/>
                <a:gd name="connsiteY45" fmla="*/ 94430 h 227173"/>
                <a:gd name="connsiteX46" fmla="*/ 86960 w 472492"/>
                <a:gd name="connsiteY46" fmla="*/ 94554 h 227173"/>
                <a:gd name="connsiteX47" fmla="*/ 82510 w 472492"/>
                <a:gd name="connsiteY47" fmla="*/ 98632 h 227173"/>
                <a:gd name="connsiteX48" fmla="*/ 82012 w 472492"/>
                <a:gd name="connsiteY48" fmla="*/ 99130 h 227173"/>
                <a:gd name="connsiteX49" fmla="*/ 78214 w 472492"/>
                <a:gd name="connsiteY49" fmla="*/ 103425 h 227173"/>
                <a:gd name="connsiteX50" fmla="*/ 77779 w 472492"/>
                <a:gd name="connsiteY50" fmla="*/ 103985 h 227173"/>
                <a:gd name="connsiteX51" fmla="*/ 74417 w 472492"/>
                <a:gd name="connsiteY51" fmla="*/ 108622 h 227173"/>
                <a:gd name="connsiteX52" fmla="*/ 74262 w 472492"/>
                <a:gd name="connsiteY52" fmla="*/ 108903 h 227173"/>
                <a:gd name="connsiteX53" fmla="*/ 71305 w 472492"/>
                <a:gd name="connsiteY53" fmla="*/ 113882 h 227173"/>
                <a:gd name="connsiteX54" fmla="*/ 71243 w 472492"/>
                <a:gd name="connsiteY54" fmla="*/ 113976 h 227173"/>
                <a:gd name="connsiteX55" fmla="*/ 68784 w 472492"/>
                <a:gd name="connsiteY55" fmla="*/ 118956 h 227173"/>
                <a:gd name="connsiteX56" fmla="*/ 68504 w 472492"/>
                <a:gd name="connsiteY56" fmla="*/ 119547 h 227173"/>
                <a:gd name="connsiteX57" fmla="*/ 66543 w 472492"/>
                <a:gd name="connsiteY57" fmla="*/ 124371 h 227173"/>
                <a:gd name="connsiteX58" fmla="*/ 66294 w 472492"/>
                <a:gd name="connsiteY58" fmla="*/ 125087 h 227173"/>
                <a:gd name="connsiteX59" fmla="*/ 64707 w 472492"/>
                <a:gd name="connsiteY59" fmla="*/ 129911 h 227173"/>
                <a:gd name="connsiteX60" fmla="*/ 64582 w 472492"/>
                <a:gd name="connsiteY60" fmla="*/ 130409 h 227173"/>
                <a:gd name="connsiteX61" fmla="*/ 63306 w 472492"/>
                <a:gd name="connsiteY61" fmla="*/ 135264 h 227173"/>
                <a:gd name="connsiteX62" fmla="*/ 63306 w 472492"/>
                <a:gd name="connsiteY62" fmla="*/ 135327 h 227173"/>
                <a:gd name="connsiteX63" fmla="*/ 62372 w 472492"/>
                <a:gd name="connsiteY63" fmla="*/ 139964 h 227173"/>
                <a:gd name="connsiteX64" fmla="*/ 62248 w 472492"/>
                <a:gd name="connsiteY64" fmla="*/ 140587 h 227173"/>
                <a:gd name="connsiteX65" fmla="*/ 61656 w 472492"/>
                <a:gd name="connsiteY65" fmla="*/ 144788 h 227173"/>
                <a:gd name="connsiteX66" fmla="*/ 61563 w 472492"/>
                <a:gd name="connsiteY66" fmla="*/ 145504 h 227173"/>
                <a:gd name="connsiteX67" fmla="*/ 61439 w 472492"/>
                <a:gd name="connsiteY67" fmla="*/ 146656 h 227173"/>
                <a:gd name="connsiteX68" fmla="*/ 7656 w 472492"/>
                <a:gd name="connsiteY68" fmla="*/ 146656 h 227173"/>
                <a:gd name="connsiteX69" fmla="*/ 0 w 472492"/>
                <a:gd name="connsiteY69" fmla="*/ 153565 h 227173"/>
                <a:gd name="connsiteX70" fmla="*/ 7656 w 472492"/>
                <a:gd name="connsiteY70" fmla="*/ 160475 h 227173"/>
                <a:gd name="connsiteX71" fmla="*/ 61439 w 472492"/>
                <a:gd name="connsiteY71" fmla="*/ 160475 h 227173"/>
                <a:gd name="connsiteX72" fmla="*/ 61439 w 472492"/>
                <a:gd name="connsiteY72" fmla="*/ 160662 h 227173"/>
                <a:gd name="connsiteX73" fmla="*/ 62123 w 472492"/>
                <a:gd name="connsiteY73" fmla="*/ 166015 h 227173"/>
                <a:gd name="connsiteX74" fmla="*/ 63244 w 472492"/>
                <a:gd name="connsiteY74" fmla="*/ 171742 h 227173"/>
                <a:gd name="connsiteX75" fmla="*/ 72768 w 472492"/>
                <a:gd name="connsiteY75" fmla="*/ 195987 h 227173"/>
                <a:gd name="connsiteX76" fmla="*/ 74635 w 472492"/>
                <a:gd name="connsiteY76" fmla="*/ 198944 h 227173"/>
                <a:gd name="connsiteX77" fmla="*/ 96080 w 472492"/>
                <a:gd name="connsiteY77" fmla="*/ 218894 h 227173"/>
                <a:gd name="connsiteX78" fmla="*/ 131312 w 472492"/>
                <a:gd name="connsiteY78" fmla="*/ 227173 h 227173"/>
                <a:gd name="connsiteX79" fmla="*/ 138844 w 472492"/>
                <a:gd name="connsiteY79" fmla="*/ 226893 h 227173"/>
                <a:gd name="connsiteX80" fmla="*/ 140649 w 472492"/>
                <a:gd name="connsiteY80" fmla="*/ 226769 h 227173"/>
                <a:gd name="connsiteX81" fmla="*/ 148305 w 472492"/>
                <a:gd name="connsiteY81" fmla="*/ 225960 h 227173"/>
                <a:gd name="connsiteX82" fmla="*/ 149052 w 472492"/>
                <a:gd name="connsiteY82" fmla="*/ 225835 h 227173"/>
                <a:gd name="connsiteX83" fmla="*/ 156304 w 472492"/>
                <a:gd name="connsiteY83" fmla="*/ 224652 h 227173"/>
                <a:gd name="connsiteX84" fmla="*/ 158110 w 472492"/>
                <a:gd name="connsiteY84" fmla="*/ 224310 h 227173"/>
                <a:gd name="connsiteX85" fmla="*/ 165953 w 472492"/>
                <a:gd name="connsiteY85" fmla="*/ 222598 h 227173"/>
                <a:gd name="connsiteX86" fmla="*/ 167167 w 472492"/>
                <a:gd name="connsiteY86" fmla="*/ 222287 h 227173"/>
                <a:gd name="connsiteX87" fmla="*/ 174263 w 472492"/>
                <a:gd name="connsiteY87" fmla="*/ 220388 h 227173"/>
                <a:gd name="connsiteX88" fmla="*/ 175944 w 472492"/>
                <a:gd name="connsiteY88" fmla="*/ 219890 h 227173"/>
                <a:gd name="connsiteX89" fmla="*/ 183818 w 472492"/>
                <a:gd name="connsiteY89" fmla="*/ 217400 h 227173"/>
                <a:gd name="connsiteX90" fmla="*/ 185281 w 472492"/>
                <a:gd name="connsiteY90" fmla="*/ 216902 h 227173"/>
                <a:gd name="connsiteX91" fmla="*/ 192221 w 472492"/>
                <a:gd name="connsiteY91" fmla="*/ 214381 h 227173"/>
                <a:gd name="connsiteX92" fmla="*/ 193653 w 472492"/>
                <a:gd name="connsiteY92" fmla="*/ 213821 h 227173"/>
                <a:gd name="connsiteX93" fmla="*/ 201341 w 472492"/>
                <a:gd name="connsiteY93" fmla="*/ 210678 h 227173"/>
                <a:gd name="connsiteX94" fmla="*/ 202866 w 472492"/>
                <a:gd name="connsiteY94" fmla="*/ 210024 h 227173"/>
                <a:gd name="connsiteX95" fmla="*/ 209682 w 472492"/>
                <a:gd name="connsiteY95" fmla="*/ 206912 h 227173"/>
                <a:gd name="connsiteX96" fmla="*/ 210678 w 472492"/>
                <a:gd name="connsiteY96" fmla="*/ 206445 h 227173"/>
                <a:gd name="connsiteX97" fmla="*/ 217992 w 472492"/>
                <a:gd name="connsiteY97" fmla="*/ 202772 h 227173"/>
                <a:gd name="connsiteX98" fmla="*/ 219455 w 472492"/>
                <a:gd name="connsiteY98" fmla="*/ 201994 h 227173"/>
                <a:gd name="connsiteX99" fmla="*/ 226115 w 472492"/>
                <a:gd name="connsiteY99" fmla="*/ 198321 h 227173"/>
                <a:gd name="connsiteX100" fmla="*/ 226551 w 472492"/>
                <a:gd name="connsiteY100" fmla="*/ 198073 h 227173"/>
                <a:gd name="connsiteX101" fmla="*/ 233212 w 472492"/>
                <a:gd name="connsiteY101" fmla="*/ 194026 h 227173"/>
                <a:gd name="connsiteX102" fmla="*/ 234488 w 472492"/>
                <a:gd name="connsiteY102" fmla="*/ 193217 h 227173"/>
                <a:gd name="connsiteX103" fmla="*/ 246439 w 472492"/>
                <a:gd name="connsiteY103" fmla="*/ 184783 h 227173"/>
                <a:gd name="connsiteX104" fmla="*/ 247497 w 472492"/>
                <a:gd name="connsiteY104" fmla="*/ 183942 h 227173"/>
                <a:gd name="connsiteX105" fmla="*/ 251886 w 472492"/>
                <a:gd name="connsiteY105" fmla="*/ 180270 h 227173"/>
                <a:gd name="connsiteX106" fmla="*/ 281952 w 472492"/>
                <a:gd name="connsiteY106" fmla="*/ 183787 h 227173"/>
                <a:gd name="connsiteX107" fmla="*/ 292316 w 472492"/>
                <a:gd name="connsiteY107" fmla="*/ 183444 h 227173"/>
                <a:gd name="connsiteX108" fmla="*/ 294806 w 472492"/>
                <a:gd name="connsiteY108" fmla="*/ 183289 h 227173"/>
                <a:gd name="connsiteX109" fmla="*/ 305326 w 472492"/>
                <a:gd name="connsiteY109" fmla="*/ 182293 h 227173"/>
                <a:gd name="connsiteX110" fmla="*/ 306384 w 472492"/>
                <a:gd name="connsiteY110" fmla="*/ 182137 h 227173"/>
                <a:gd name="connsiteX111" fmla="*/ 316375 w 472492"/>
                <a:gd name="connsiteY111" fmla="*/ 180643 h 227173"/>
                <a:gd name="connsiteX112" fmla="*/ 318896 w 472492"/>
                <a:gd name="connsiteY112" fmla="*/ 180207 h 227173"/>
                <a:gd name="connsiteX113" fmla="*/ 329727 w 472492"/>
                <a:gd name="connsiteY113" fmla="*/ 178060 h 227173"/>
                <a:gd name="connsiteX114" fmla="*/ 331408 w 472492"/>
                <a:gd name="connsiteY114" fmla="*/ 177686 h 227173"/>
                <a:gd name="connsiteX115" fmla="*/ 341180 w 472492"/>
                <a:gd name="connsiteY115" fmla="*/ 175321 h 227173"/>
                <a:gd name="connsiteX116" fmla="*/ 343546 w 472492"/>
                <a:gd name="connsiteY116" fmla="*/ 174698 h 227173"/>
                <a:gd name="connsiteX117" fmla="*/ 354408 w 472492"/>
                <a:gd name="connsiteY117" fmla="*/ 171586 h 227173"/>
                <a:gd name="connsiteX118" fmla="*/ 356400 w 472492"/>
                <a:gd name="connsiteY118" fmla="*/ 170964 h 227173"/>
                <a:gd name="connsiteX119" fmla="*/ 366017 w 472492"/>
                <a:gd name="connsiteY119" fmla="*/ 167820 h 227173"/>
                <a:gd name="connsiteX120" fmla="*/ 367978 w 472492"/>
                <a:gd name="connsiteY120" fmla="*/ 167135 h 227173"/>
                <a:gd name="connsiteX121" fmla="*/ 378591 w 472492"/>
                <a:gd name="connsiteY121" fmla="*/ 163214 h 227173"/>
                <a:gd name="connsiteX122" fmla="*/ 380677 w 472492"/>
                <a:gd name="connsiteY122" fmla="*/ 162373 h 227173"/>
                <a:gd name="connsiteX123" fmla="*/ 390107 w 472492"/>
                <a:gd name="connsiteY123" fmla="*/ 158483 h 227173"/>
                <a:gd name="connsiteX124" fmla="*/ 391477 w 472492"/>
                <a:gd name="connsiteY124" fmla="*/ 157923 h 227173"/>
                <a:gd name="connsiteX125" fmla="*/ 401561 w 472492"/>
                <a:gd name="connsiteY125" fmla="*/ 153347 h 227173"/>
                <a:gd name="connsiteX126" fmla="*/ 403553 w 472492"/>
                <a:gd name="connsiteY126" fmla="*/ 152383 h 227173"/>
                <a:gd name="connsiteX127" fmla="*/ 412797 w 472492"/>
                <a:gd name="connsiteY127" fmla="*/ 147776 h 227173"/>
                <a:gd name="connsiteX128" fmla="*/ 413357 w 472492"/>
                <a:gd name="connsiteY128" fmla="*/ 147496 h 227173"/>
                <a:gd name="connsiteX129" fmla="*/ 422569 w 472492"/>
                <a:gd name="connsiteY129" fmla="*/ 142423 h 227173"/>
                <a:gd name="connsiteX130" fmla="*/ 424312 w 472492"/>
                <a:gd name="connsiteY130" fmla="*/ 141396 h 227173"/>
                <a:gd name="connsiteX131" fmla="*/ 440839 w 472492"/>
                <a:gd name="connsiteY131" fmla="*/ 130845 h 227173"/>
                <a:gd name="connsiteX132" fmla="*/ 442271 w 472492"/>
                <a:gd name="connsiteY132" fmla="*/ 129818 h 227173"/>
                <a:gd name="connsiteX133" fmla="*/ 449398 w 472492"/>
                <a:gd name="connsiteY133" fmla="*/ 124433 h 227173"/>
                <a:gd name="connsiteX134" fmla="*/ 449554 w 472492"/>
                <a:gd name="connsiteY134" fmla="*/ 124309 h 227173"/>
                <a:gd name="connsiteX135" fmla="*/ 455592 w 472492"/>
                <a:gd name="connsiteY135" fmla="*/ 119080 h 227173"/>
                <a:gd name="connsiteX136" fmla="*/ 456246 w 472492"/>
                <a:gd name="connsiteY136" fmla="*/ 118520 h 227173"/>
                <a:gd name="connsiteX137" fmla="*/ 456152 w 472492"/>
                <a:gd name="connsiteY137" fmla="*/ 118551 h 227173"/>
                <a:gd name="connsiteX138" fmla="*/ 472399 w 472492"/>
                <a:gd name="connsiteY138" fmla="*/ 91847 h 227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472492" h="227173">
                  <a:moveTo>
                    <a:pt x="472492" y="91940"/>
                  </a:moveTo>
                  <a:cubicBezTo>
                    <a:pt x="472772" y="57299"/>
                    <a:pt x="361349" y="0"/>
                    <a:pt x="282014" y="0"/>
                  </a:cubicBezTo>
                  <a:cubicBezTo>
                    <a:pt x="272521" y="0"/>
                    <a:pt x="263900" y="934"/>
                    <a:pt x="256119" y="2583"/>
                  </a:cubicBezTo>
                  <a:cubicBezTo>
                    <a:pt x="256119" y="2583"/>
                    <a:pt x="256119" y="2583"/>
                    <a:pt x="256119" y="2583"/>
                  </a:cubicBezTo>
                  <a:cubicBezTo>
                    <a:pt x="256057" y="2583"/>
                    <a:pt x="255994" y="2614"/>
                    <a:pt x="255901" y="2646"/>
                  </a:cubicBezTo>
                  <a:cubicBezTo>
                    <a:pt x="252633" y="3361"/>
                    <a:pt x="249489" y="4202"/>
                    <a:pt x="246501" y="5135"/>
                  </a:cubicBezTo>
                  <a:cubicBezTo>
                    <a:pt x="246128" y="5260"/>
                    <a:pt x="245723" y="5384"/>
                    <a:pt x="245350" y="5509"/>
                  </a:cubicBezTo>
                  <a:cubicBezTo>
                    <a:pt x="242424" y="6474"/>
                    <a:pt x="239654" y="7563"/>
                    <a:pt x="236978" y="8746"/>
                  </a:cubicBezTo>
                  <a:cubicBezTo>
                    <a:pt x="236666" y="8901"/>
                    <a:pt x="236355" y="9026"/>
                    <a:pt x="236044" y="9182"/>
                  </a:cubicBezTo>
                  <a:cubicBezTo>
                    <a:pt x="233336" y="10427"/>
                    <a:pt x="230753" y="11734"/>
                    <a:pt x="228294" y="13197"/>
                  </a:cubicBezTo>
                  <a:cubicBezTo>
                    <a:pt x="228232" y="13228"/>
                    <a:pt x="228169" y="13290"/>
                    <a:pt x="228107" y="13321"/>
                  </a:cubicBezTo>
                  <a:cubicBezTo>
                    <a:pt x="225586" y="14815"/>
                    <a:pt x="223221" y="16402"/>
                    <a:pt x="220980" y="18083"/>
                  </a:cubicBezTo>
                  <a:cubicBezTo>
                    <a:pt x="220918" y="18145"/>
                    <a:pt x="220824" y="18176"/>
                    <a:pt x="220762" y="18239"/>
                  </a:cubicBezTo>
                  <a:cubicBezTo>
                    <a:pt x="218583" y="19857"/>
                    <a:pt x="216560" y="21600"/>
                    <a:pt x="214631" y="23374"/>
                  </a:cubicBezTo>
                  <a:cubicBezTo>
                    <a:pt x="214413" y="23561"/>
                    <a:pt x="214195" y="23779"/>
                    <a:pt x="213977" y="23965"/>
                  </a:cubicBezTo>
                  <a:cubicBezTo>
                    <a:pt x="212110" y="25708"/>
                    <a:pt x="210367" y="27514"/>
                    <a:pt x="208748" y="29350"/>
                  </a:cubicBezTo>
                  <a:cubicBezTo>
                    <a:pt x="208561" y="29568"/>
                    <a:pt x="208344" y="29817"/>
                    <a:pt x="208157" y="30035"/>
                  </a:cubicBezTo>
                  <a:cubicBezTo>
                    <a:pt x="206507" y="31933"/>
                    <a:pt x="204951" y="33863"/>
                    <a:pt x="203519" y="35824"/>
                  </a:cubicBezTo>
                  <a:cubicBezTo>
                    <a:pt x="203426" y="35917"/>
                    <a:pt x="203364" y="36041"/>
                    <a:pt x="203301" y="36166"/>
                  </a:cubicBezTo>
                  <a:cubicBezTo>
                    <a:pt x="201839" y="38220"/>
                    <a:pt x="200469" y="40305"/>
                    <a:pt x="199193" y="42391"/>
                  </a:cubicBezTo>
                  <a:cubicBezTo>
                    <a:pt x="199193" y="42422"/>
                    <a:pt x="199162" y="42453"/>
                    <a:pt x="199131" y="42484"/>
                  </a:cubicBezTo>
                  <a:cubicBezTo>
                    <a:pt x="197917" y="44538"/>
                    <a:pt x="196797" y="46624"/>
                    <a:pt x="195738" y="48709"/>
                  </a:cubicBezTo>
                  <a:cubicBezTo>
                    <a:pt x="195614" y="48958"/>
                    <a:pt x="195489" y="49207"/>
                    <a:pt x="195365" y="49456"/>
                  </a:cubicBezTo>
                  <a:cubicBezTo>
                    <a:pt x="194400" y="51479"/>
                    <a:pt x="193497" y="53471"/>
                    <a:pt x="192688" y="55494"/>
                  </a:cubicBezTo>
                  <a:cubicBezTo>
                    <a:pt x="192564" y="55774"/>
                    <a:pt x="192470" y="56085"/>
                    <a:pt x="192346" y="56365"/>
                  </a:cubicBezTo>
                  <a:cubicBezTo>
                    <a:pt x="191537" y="58388"/>
                    <a:pt x="190821" y="60412"/>
                    <a:pt x="190167" y="62403"/>
                  </a:cubicBezTo>
                  <a:cubicBezTo>
                    <a:pt x="190105" y="62621"/>
                    <a:pt x="190043" y="62808"/>
                    <a:pt x="189980" y="62995"/>
                  </a:cubicBezTo>
                  <a:cubicBezTo>
                    <a:pt x="189327" y="65049"/>
                    <a:pt x="188735" y="67072"/>
                    <a:pt x="188237" y="69064"/>
                  </a:cubicBezTo>
                  <a:cubicBezTo>
                    <a:pt x="188237" y="69064"/>
                    <a:pt x="188237" y="69126"/>
                    <a:pt x="188237" y="69157"/>
                  </a:cubicBezTo>
                  <a:cubicBezTo>
                    <a:pt x="187739" y="71149"/>
                    <a:pt x="187335" y="73079"/>
                    <a:pt x="186961" y="74977"/>
                  </a:cubicBezTo>
                  <a:cubicBezTo>
                    <a:pt x="186899" y="75226"/>
                    <a:pt x="186868" y="75507"/>
                    <a:pt x="186806" y="75756"/>
                  </a:cubicBezTo>
                  <a:cubicBezTo>
                    <a:pt x="186463" y="77561"/>
                    <a:pt x="186214" y="79304"/>
                    <a:pt x="185997" y="80984"/>
                  </a:cubicBezTo>
                  <a:cubicBezTo>
                    <a:pt x="185965" y="81296"/>
                    <a:pt x="185934" y="81576"/>
                    <a:pt x="185872" y="81887"/>
                  </a:cubicBezTo>
                  <a:cubicBezTo>
                    <a:pt x="185810" y="82416"/>
                    <a:pt x="185748" y="82945"/>
                    <a:pt x="185685" y="83443"/>
                  </a:cubicBezTo>
                  <a:lnTo>
                    <a:pt x="160911" y="83443"/>
                  </a:lnTo>
                  <a:cubicBezTo>
                    <a:pt x="150764" y="81296"/>
                    <a:pt x="140773" y="80051"/>
                    <a:pt x="131374" y="80051"/>
                  </a:cubicBezTo>
                  <a:cubicBezTo>
                    <a:pt x="124496" y="80051"/>
                    <a:pt x="118240" y="80798"/>
                    <a:pt x="112606" y="82105"/>
                  </a:cubicBezTo>
                  <a:cubicBezTo>
                    <a:pt x="112606" y="82105"/>
                    <a:pt x="112606" y="82105"/>
                    <a:pt x="112606" y="82105"/>
                  </a:cubicBezTo>
                  <a:cubicBezTo>
                    <a:pt x="112544" y="82105"/>
                    <a:pt x="112513" y="82136"/>
                    <a:pt x="112451" y="82136"/>
                  </a:cubicBezTo>
                  <a:cubicBezTo>
                    <a:pt x="110085" y="82696"/>
                    <a:pt x="107813" y="83381"/>
                    <a:pt x="105635" y="84128"/>
                  </a:cubicBezTo>
                  <a:cubicBezTo>
                    <a:pt x="105354" y="84221"/>
                    <a:pt x="105074" y="84315"/>
                    <a:pt x="104794" y="84408"/>
                  </a:cubicBezTo>
                  <a:cubicBezTo>
                    <a:pt x="102678" y="85186"/>
                    <a:pt x="100655" y="86026"/>
                    <a:pt x="98725" y="86991"/>
                  </a:cubicBezTo>
                  <a:cubicBezTo>
                    <a:pt x="98507" y="87116"/>
                    <a:pt x="98258" y="87209"/>
                    <a:pt x="98040" y="87334"/>
                  </a:cubicBezTo>
                  <a:cubicBezTo>
                    <a:pt x="96080" y="88330"/>
                    <a:pt x="94212" y="89388"/>
                    <a:pt x="92438" y="90539"/>
                  </a:cubicBezTo>
                  <a:cubicBezTo>
                    <a:pt x="92407" y="90539"/>
                    <a:pt x="92345" y="90602"/>
                    <a:pt x="92314" y="90633"/>
                  </a:cubicBezTo>
                  <a:cubicBezTo>
                    <a:pt x="90477" y="91816"/>
                    <a:pt x="88765" y="93092"/>
                    <a:pt x="87147" y="94430"/>
                  </a:cubicBezTo>
                  <a:cubicBezTo>
                    <a:pt x="87085" y="94461"/>
                    <a:pt x="87022" y="94523"/>
                    <a:pt x="86960" y="94554"/>
                  </a:cubicBezTo>
                  <a:cubicBezTo>
                    <a:pt x="85373" y="95862"/>
                    <a:pt x="83910" y="97231"/>
                    <a:pt x="82510" y="98632"/>
                  </a:cubicBezTo>
                  <a:cubicBezTo>
                    <a:pt x="82354" y="98787"/>
                    <a:pt x="82167" y="98943"/>
                    <a:pt x="82012" y="99130"/>
                  </a:cubicBezTo>
                  <a:cubicBezTo>
                    <a:pt x="80673" y="100530"/>
                    <a:pt x="79397" y="101962"/>
                    <a:pt x="78214" y="103425"/>
                  </a:cubicBezTo>
                  <a:cubicBezTo>
                    <a:pt x="78059" y="103611"/>
                    <a:pt x="77934" y="103798"/>
                    <a:pt x="77779" y="103985"/>
                  </a:cubicBezTo>
                  <a:cubicBezTo>
                    <a:pt x="76596" y="105510"/>
                    <a:pt x="75476" y="107035"/>
                    <a:pt x="74417" y="108622"/>
                  </a:cubicBezTo>
                  <a:cubicBezTo>
                    <a:pt x="74355" y="108716"/>
                    <a:pt x="74293" y="108809"/>
                    <a:pt x="74262" y="108903"/>
                  </a:cubicBezTo>
                  <a:cubicBezTo>
                    <a:pt x="73203" y="110552"/>
                    <a:pt x="72208" y="112202"/>
                    <a:pt x="71305" y="113882"/>
                  </a:cubicBezTo>
                  <a:cubicBezTo>
                    <a:pt x="71305" y="113882"/>
                    <a:pt x="71274" y="113945"/>
                    <a:pt x="71243" y="113976"/>
                  </a:cubicBezTo>
                  <a:cubicBezTo>
                    <a:pt x="70340" y="115625"/>
                    <a:pt x="69531" y="117306"/>
                    <a:pt x="68784" y="118956"/>
                  </a:cubicBezTo>
                  <a:cubicBezTo>
                    <a:pt x="68690" y="119142"/>
                    <a:pt x="68597" y="119360"/>
                    <a:pt x="68504" y="119547"/>
                  </a:cubicBezTo>
                  <a:cubicBezTo>
                    <a:pt x="67788" y="121165"/>
                    <a:pt x="67134" y="122753"/>
                    <a:pt x="66543" y="124371"/>
                  </a:cubicBezTo>
                  <a:cubicBezTo>
                    <a:pt x="66450" y="124620"/>
                    <a:pt x="66356" y="124838"/>
                    <a:pt x="66294" y="125087"/>
                  </a:cubicBezTo>
                  <a:cubicBezTo>
                    <a:pt x="65703" y="126705"/>
                    <a:pt x="65173" y="128293"/>
                    <a:pt x="64707" y="129911"/>
                  </a:cubicBezTo>
                  <a:cubicBezTo>
                    <a:pt x="64644" y="130067"/>
                    <a:pt x="64613" y="130254"/>
                    <a:pt x="64582" y="130409"/>
                  </a:cubicBezTo>
                  <a:cubicBezTo>
                    <a:pt x="64115" y="132059"/>
                    <a:pt x="63680" y="133677"/>
                    <a:pt x="63306" y="135264"/>
                  </a:cubicBezTo>
                  <a:cubicBezTo>
                    <a:pt x="63306" y="135264"/>
                    <a:pt x="63306" y="135327"/>
                    <a:pt x="63306" y="135327"/>
                  </a:cubicBezTo>
                  <a:cubicBezTo>
                    <a:pt x="62933" y="136914"/>
                    <a:pt x="62652" y="138470"/>
                    <a:pt x="62372" y="139964"/>
                  </a:cubicBezTo>
                  <a:cubicBezTo>
                    <a:pt x="62341" y="140182"/>
                    <a:pt x="62310" y="140400"/>
                    <a:pt x="62248" y="140587"/>
                  </a:cubicBezTo>
                  <a:cubicBezTo>
                    <a:pt x="61999" y="142018"/>
                    <a:pt x="61812" y="143419"/>
                    <a:pt x="61656" y="144788"/>
                  </a:cubicBezTo>
                  <a:cubicBezTo>
                    <a:pt x="61656" y="145037"/>
                    <a:pt x="61594" y="145255"/>
                    <a:pt x="61563" y="145504"/>
                  </a:cubicBezTo>
                  <a:cubicBezTo>
                    <a:pt x="61532" y="145878"/>
                    <a:pt x="61470" y="146282"/>
                    <a:pt x="61439" y="146656"/>
                  </a:cubicBezTo>
                  <a:lnTo>
                    <a:pt x="7656" y="146656"/>
                  </a:lnTo>
                  <a:cubicBezTo>
                    <a:pt x="3424" y="146656"/>
                    <a:pt x="0" y="149737"/>
                    <a:pt x="0" y="153565"/>
                  </a:cubicBezTo>
                  <a:cubicBezTo>
                    <a:pt x="0" y="157394"/>
                    <a:pt x="3424" y="160475"/>
                    <a:pt x="7656" y="160475"/>
                  </a:cubicBezTo>
                  <a:lnTo>
                    <a:pt x="61439" y="160475"/>
                  </a:lnTo>
                  <a:cubicBezTo>
                    <a:pt x="61439" y="160475"/>
                    <a:pt x="61439" y="160599"/>
                    <a:pt x="61439" y="160662"/>
                  </a:cubicBezTo>
                  <a:cubicBezTo>
                    <a:pt x="61594" y="162373"/>
                    <a:pt x="61843" y="164147"/>
                    <a:pt x="62123" y="166015"/>
                  </a:cubicBezTo>
                  <a:cubicBezTo>
                    <a:pt x="62435" y="167851"/>
                    <a:pt x="62777" y="169781"/>
                    <a:pt x="63244" y="171742"/>
                  </a:cubicBezTo>
                  <a:cubicBezTo>
                    <a:pt x="65018" y="179554"/>
                    <a:pt x="68006" y="188051"/>
                    <a:pt x="72768" y="195987"/>
                  </a:cubicBezTo>
                  <a:cubicBezTo>
                    <a:pt x="73359" y="196983"/>
                    <a:pt x="73982" y="197948"/>
                    <a:pt x="74635" y="198944"/>
                  </a:cubicBezTo>
                  <a:cubicBezTo>
                    <a:pt x="79802" y="206725"/>
                    <a:pt x="86805" y="213790"/>
                    <a:pt x="96080" y="218894"/>
                  </a:cubicBezTo>
                  <a:cubicBezTo>
                    <a:pt x="105354" y="223999"/>
                    <a:pt x="116933" y="227173"/>
                    <a:pt x="131312" y="227173"/>
                  </a:cubicBezTo>
                  <a:cubicBezTo>
                    <a:pt x="133771" y="227173"/>
                    <a:pt x="136292" y="227049"/>
                    <a:pt x="138844" y="226893"/>
                  </a:cubicBezTo>
                  <a:cubicBezTo>
                    <a:pt x="139435" y="226862"/>
                    <a:pt x="140058" y="226800"/>
                    <a:pt x="140649" y="226769"/>
                  </a:cubicBezTo>
                  <a:cubicBezTo>
                    <a:pt x="143170" y="226582"/>
                    <a:pt x="145722" y="226333"/>
                    <a:pt x="148305" y="225960"/>
                  </a:cubicBezTo>
                  <a:cubicBezTo>
                    <a:pt x="148554" y="225928"/>
                    <a:pt x="148803" y="225897"/>
                    <a:pt x="149052" y="225835"/>
                  </a:cubicBezTo>
                  <a:cubicBezTo>
                    <a:pt x="151449" y="225493"/>
                    <a:pt x="153877" y="225088"/>
                    <a:pt x="156304" y="224652"/>
                  </a:cubicBezTo>
                  <a:cubicBezTo>
                    <a:pt x="156896" y="224528"/>
                    <a:pt x="157518" y="224434"/>
                    <a:pt x="158110" y="224310"/>
                  </a:cubicBezTo>
                  <a:cubicBezTo>
                    <a:pt x="160724" y="223812"/>
                    <a:pt x="163338" y="223221"/>
                    <a:pt x="165953" y="222598"/>
                  </a:cubicBezTo>
                  <a:cubicBezTo>
                    <a:pt x="166357" y="222505"/>
                    <a:pt x="166762" y="222380"/>
                    <a:pt x="167167" y="222287"/>
                  </a:cubicBezTo>
                  <a:cubicBezTo>
                    <a:pt x="169532" y="221696"/>
                    <a:pt x="171897" y="221073"/>
                    <a:pt x="174263" y="220388"/>
                  </a:cubicBezTo>
                  <a:cubicBezTo>
                    <a:pt x="174823" y="220233"/>
                    <a:pt x="175383" y="220077"/>
                    <a:pt x="175944" y="219890"/>
                  </a:cubicBezTo>
                  <a:cubicBezTo>
                    <a:pt x="178589" y="219112"/>
                    <a:pt x="181203" y="218272"/>
                    <a:pt x="183818" y="217400"/>
                  </a:cubicBezTo>
                  <a:cubicBezTo>
                    <a:pt x="184316" y="217245"/>
                    <a:pt x="184783" y="217058"/>
                    <a:pt x="185281" y="216902"/>
                  </a:cubicBezTo>
                  <a:cubicBezTo>
                    <a:pt x="187615" y="216093"/>
                    <a:pt x="189918" y="215253"/>
                    <a:pt x="192221" y="214381"/>
                  </a:cubicBezTo>
                  <a:cubicBezTo>
                    <a:pt x="192688" y="214195"/>
                    <a:pt x="193186" y="214008"/>
                    <a:pt x="193653" y="213821"/>
                  </a:cubicBezTo>
                  <a:cubicBezTo>
                    <a:pt x="196236" y="212825"/>
                    <a:pt x="198820" y="211767"/>
                    <a:pt x="201341" y="210678"/>
                  </a:cubicBezTo>
                  <a:cubicBezTo>
                    <a:pt x="201839" y="210460"/>
                    <a:pt x="202368" y="210242"/>
                    <a:pt x="202866" y="210024"/>
                  </a:cubicBezTo>
                  <a:cubicBezTo>
                    <a:pt x="205169" y="209028"/>
                    <a:pt x="207441" y="208001"/>
                    <a:pt x="209682" y="206912"/>
                  </a:cubicBezTo>
                  <a:cubicBezTo>
                    <a:pt x="210024" y="206756"/>
                    <a:pt x="210335" y="206600"/>
                    <a:pt x="210678" y="206445"/>
                  </a:cubicBezTo>
                  <a:cubicBezTo>
                    <a:pt x="213168" y="205262"/>
                    <a:pt x="215595" y="204017"/>
                    <a:pt x="217992" y="202772"/>
                  </a:cubicBezTo>
                  <a:cubicBezTo>
                    <a:pt x="218490" y="202523"/>
                    <a:pt x="218957" y="202274"/>
                    <a:pt x="219455" y="201994"/>
                  </a:cubicBezTo>
                  <a:cubicBezTo>
                    <a:pt x="221727" y="200780"/>
                    <a:pt x="223968" y="199566"/>
                    <a:pt x="226115" y="198321"/>
                  </a:cubicBezTo>
                  <a:cubicBezTo>
                    <a:pt x="226271" y="198228"/>
                    <a:pt x="226395" y="198166"/>
                    <a:pt x="226551" y="198073"/>
                  </a:cubicBezTo>
                  <a:cubicBezTo>
                    <a:pt x="228854" y="196734"/>
                    <a:pt x="231064" y="195396"/>
                    <a:pt x="233212" y="194026"/>
                  </a:cubicBezTo>
                  <a:cubicBezTo>
                    <a:pt x="233647" y="193746"/>
                    <a:pt x="234083" y="193466"/>
                    <a:pt x="234488" y="193217"/>
                  </a:cubicBezTo>
                  <a:cubicBezTo>
                    <a:pt x="238783" y="190447"/>
                    <a:pt x="242798" y="187646"/>
                    <a:pt x="246439" y="184783"/>
                  </a:cubicBezTo>
                  <a:cubicBezTo>
                    <a:pt x="246782" y="184502"/>
                    <a:pt x="247155" y="184222"/>
                    <a:pt x="247497" y="183942"/>
                  </a:cubicBezTo>
                  <a:cubicBezTo>
                    <a:pt x="249022" y="182728"/>
                    <a:pt x="250485" y="181515"/>
                    <a:pt x="251886" y="180270"/>
                  </a:cubicBezTo>
                  <a:cubicBezTo>
                    <a:pt x="260756" y="182542"/>
                    <a:pt x="270747" y="183787"/>
                    <a:pt x="281952" y="183787"/>
                  </a:cubicBezTo>
                  <a:cubicBezTo>
                    <a:pt x="285344" y="183787"/>
                    <a:pt x="288830" y="183631"/>
                    <a:pt x="292316" y="183444"/>
                  </a:cubicBezTo>
                  <a:cubicBezTo>
                    <a:pt x="293156" y="183382"/>
                    <a:pt x="293965" y="183351"/>
                    <a:pt x="294806" y="183289"/>
                  </a:cubicBezTo>
                  <a:cubicBezTo>
                    <a:pt x="298292" y="183040"/>
                    <a:pt x="301778" y="182728"/>
                    <a:pt x="305326" y="182293"/>
                  </a:cubicBezTo>
                  <a:cubicBezTo>
                    <a:pt x="305668" y="182262"/>
                    <a:pt x="306042" y="182199"/>
                    <a:pt x="306384" y="182137"/>
                  </a:cubicBezTo>
                  <a:cubicBezTo>
                    <a:pt x="309683" y="181732"/>
                    <a:pt x="313013" y="181203"/>
                    <a:pt x="316375" y="180643"/>
                  </a:cubicBezTo>
                  <a:cubicBezTo>
                    <a:pt x="317215" y="180488"/>
                    <a:pt x="318055" y="180363"/>
                    <a:pt x="318896" y="180207"/>
                  </a:cubicBezTo>
                  <a:cubicBezTo>
                    <a:pt x="322506" y="179554"/>
                    <a:pt x="326116" y="178869"/>
                    <a:pt x="329727" y="178060"/>
                  </a:cubicBezTo>
                  <a:cubicBezTo>
                    <a:pt x="330287" y="177935"/>
                    <a:pt x="330847" y="177811"/>
                    <a:pt x="331408" y="177686"/>
                  </a:cubicBezTo>
                  <a:cubicBezTo>
                    <a:pt x="334644" y="176939"/>
                    <a:pt x="337912" y="176161"/>
                    <a:pt x="341180" y="175321"/>
                  </a:cubicBezTo>
                  <a:cubicBezTo>
                    <a:pt x="341959" y="175103"/>
                    <a:pt x="342737" y="174916"/>
                    <a:pt x="343546" y="174698"/>
                  </a:cubicBezTo>
                  <a:cubicBezTo>
                    <a:pt x="347187" y="173734"/>
                    <a:pt x="350798" y="172675"/>
                    <a:pt x="354408" y="171586"/>
                  </a:cubicBezTo>
                  <a:cubicBezTo>
                    <a:pt x="355062" y="171368"/>
                    <a:pt x="355715" y="171181"/>
                    <a:pt x="356400" y="170964"/>
                  </a:cubicBezTo>
                  <a:cubicBezTo>
                    <a:pt x="359606" y="169968"/>
                    <a:pt x="362812" y="168909"/>
                    <a:pt x="366017" y="167820"/>
                  </a:cubicBezTo>
                  <a:cubicBezTo>
                    <a:pt x="366671" y="167602"/>
                    <a:pt x="367325" y="167384"/>
                    <a:pt x="367978" y="167135"/>
                  </a:cubicBezTo>
                  <a:cubicBezTo>
                    <a:pt x="371557" y="165890"/>
                    <a:pt x="375105" y="164552"/>
                    <a:pt x="378591" y="163214"/>
                  </a:cubicBezTo>
                  <a:cubicBezTo>
                    <a:pt x="379307" y="162934"/>
                    <a:pt x="379992" y="162654"/>
                    <a:pt x="380677" y="162373"/>
                  </a:cubicBezTo>
                  <a:cubicBezTo>
                    <a:pt x="383851" y="161128"/>
                    <a:pt x="386995" y="159821"/>
                    <a:pt x="390107" y="158483"/>
                  </a:cubicBezTo>
                  <a:cubicBezTo>
                    <a:pt x="390543" y="158296"/>
                    <a:pt x="391010" y="158109"/>
                    <a:pt x="391477" y="157923"/>
                  </a:cubicBezTo>
                  <a:cubicBezTo>
                    <a:pt x="394900" y="156429"/>
                    <a:pt x="398262" y="154904"/>
                    <a:pt x="401561" y="153347"/>
                  </a:cubicBezTo>
                  <a:cubicBezTo>
                    <a:pt x="402214" y="153036"/>
                    <a:pt x="402868" y="152725"/>
                    <a:pt x="403553" y="152383"/>
                  </a:cubicBezTo>
                  <a:cubicBezTo>
                    <a:pt x="406696" y="150858"/>
                    <a:pt x="409778" y="149332"/>
                    <a:pt x="412797" y="147776"/>
                  </a:cubicBezTo>
                  <a:cubicBezTo>
                    <a:pt x="412983" y="147683"/>
                    <a:pt x="413170" y="147590"/>
                    <a:pt x="413357" y="147496"/>
                  </a:cubicBezTo>
                  <a:cubicBezTo>
                    <a:pt x="416531" y="145847"/>
                    <a:pt x="419582" y="144135"/>
                    <a:pt x="422569" y="142423"/>
                  </a:cubicBezTo>
                  <a:cubicBezTo>
                    <a:pt x="423161" y="142081"/>
                    <a:pt x="423752" y="141738"/>
                    <a:pt x="424312" y="141396"/>
                  </a:cubicBezTo>
                  <a:cubicBezTo>
                    <a:pt x="430257" y="137941"/>
                    <a:pt x="435766" y="134424"/>
                    <a:pt x="440839" y="130845"/>
                  </a:cubicBezTo>
                  <a:cubicBezTo>
                    <a:pt x="441337" y="130503"/>
                    <a:pt x="441804" y="130160"/>
                    <a:pt x="442271" y="129818"/>
                  </a:cubicBezTo>
                  <a:cubicBezTo>
                    <a:pt x="444761" y="128013"/>
                    <a:pt x="447157" y="126239"/>
                    <a:pt x="449398" y="124433"/>
                  </a:cubicBezTo>
                  <a:cubicBezTo>
                    <a:pt x="449461" y="124402"/>
                    <a:pt x="449492" y="124340"/>
                    <a:pt x="449554" y="124309"/>
                  </a:cubicBezTo>
                  <a:cubicBezTo>
                    <a:pt x="451701" y="122566"/>
                    <a:pt x="453725" y="120823"/>
                    <a:pt x="455592" y="119080"/>
                  </a:cubicBezTo>
                  <a:cubicBezTo>
                    <a:pt x="455810" y="118893"/>
                    <a:pt x="456059" y="118707"/>
                    <a:pt x="456246" y="118520"/>
                  </a:cubicBezTo>
                  <a:cubicBezTo>
                    <a:pt x="456246" y="118520"/>
                    <a:pt x="456183" y="118520"/>
                    <a:pt x="456152" y="118551"/>
                  </a:cubicBezTo>
                  <a:cubicBezTo>
                    <a:pt x="466299" y="109089"/>
                    <a:pt x="472337" y="99877"/>
                    <a:pt x="472399" y="91847"/>
                  </a:cubicBezTo>
                  <a:close/>
                </a:path>
              </a:pathLst>
            </a:custGeom>
            <a:gradFill>
              <a:gsLst>
                <a:gs pos="0">
                  <a:srgbClr val="727C84">
                    <a:alpha val="26000"/>
                  </a:srgbClr>
                </a:gs>
                <a:gs pos="100000">
                  <a:srgbClr val="727C84">
                    <a:alpha val="0"/>
                  </a:srgbClr>
                </a:gs>
              </a:gsLst>
              <a:lin ang="0" scaled="1"/>
            </a:gra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nvGrpSpPr>
            <p:cNvPr id="481" name="Graphic 466">
              <a:extLst>
                <a:ext uri="{FF2B5EF4-FFF2-40B4-BE49-F238E27FC236}">
                  <a16:creationId xmlns:a16="http://schemas.microsoft.com/office/drawing/2014/main" id="{0D0DC6CE-DAE7-5403-4529-0569BC98130C}"/>
                </a:ext>
              </a:extLst>
            </p:cNvPr>
            <p:cNvGrpSpPr/>
            <p:nvPr/>
          </p:nvGrpSpPr>
          <p:grpSpPr>
            <a:xfrm>
              <a:off x="663186" y="1286506"/>
              <a:ext cx="223158" cy="369005"/>
              <a:chOff x="663186" y="1286506"/>
              <a:chExt cx="223158" cy="369005"/>
            </a:xfrm>
          </p:grpSpPr>
          <p:sp>
            <p:nvSpPr>
              <p:cNvPr id="486" name="Freeform: Shape 485">
                <a:extLst>
                  <a:ext uri="{FF2B5EF4-FFF2-40B4-BE49-F238E27FC236}">
                    <a16:creationId xmlns:a16="http://schemas.microsoft.com/office/drawing/2014/main" id="{9A2BDF1F-3275-D6D3-7E41-2DFED3AE7159}"/>
                  </a:ext>
                </a:extLst>
              </p:cNvPr>
              <p:cNvSpPr/>
              <p:nvPr/>
            </p:nvSpPr>
            <p:spPr>
              <a:xfrm>
                <a:off x="663186" y="1286506"/>
                <a:ext cx="223158" cy="287336"/>
              </a:xfrm>
              <a:custGeom>
                <a:avLst/>
                <a:gdLst>
                  <a:gd name="connsiteX0" fmla="*/ 0 w 223158"/>
                  <a:gd name="connsiteY0" fmla="*/ 190479 h 287336"/>
                  <a:gd name="connsiteX1" fmla="*/ 111579 w 223158"/>
                  <a:gd name="connsiteY1" fmla="*/ 287336 h 287336"/>
                  <a:gd name="connsiteX2" fmla="*/ 223159 w 223158"/>
                  <a:gd name="connsiteY2" fmla="*/ 190479 h 287336"/>
                  <a:gd name="connsiteX3" fmla="*/ 111579 w 223158"/>
                  <a:gd name="connsiteY3" fmla="*/ 1 h 287336"/>
                  <a:gd name="connsiteX4" fmla="*/ 0 w 223158"/>
                  <a:gd name="connsiteY4" fmla="*/ 190479 h 287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158" h="287336">
                    <a:moveTo>
                      <a:pt x="0" y="190479"/>
                    </a:moveTo>
                    <a:cubicBezTo>
                      <a:pt x="0" y="269814"/>
                      <a:pt x="77063" y="287336"/>
                      <a:pt x="111579" y="287336"/>
                    </a:cubicBezTo>
                    <a:cubicBezTo>
                      <a:pt x="146096" y="287336"/>
                      <a:pt x="223159" y="269845"/>
                      <a:pt x="223159" y="190479"/>
                    </a:cubicBezTo>
                    <a:cubicBezTo>
                      <a:pt x="223159" y="111113"/>
                      <a:pt x="153628" y="281"/>
                      <a:pt x="111579" y="1"/>
                    </a:cubicBezTo>
                    <a:cubicBezTo>
                      <a:pt x="69531" y="-280"/>
                      <a:pt x="0" y="111144"/>
                      <a:pt x="0" y="190479"/>
                    </a:cubicBezTo>
                    <a:close/>
                  </a:path>
                </a:pathLst>
              </a:custGeom>
              <a:solidFill>
                <a:schemeClr val="accent6">
                  <a:lumMod val="40000"/>
                  <a:lumOff val="6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487" name="Freeform: Shape 486">
                <a:extLst>
                  <a:ext uri="{FF2B5EF4-FFF2-40B4-BE49-F238E27FC236}">
                    <a16:creationId xmlns:a16="http://schemas.microsoft.com/office/drawing/2014/main" id="{13C65F9F-849B-0657-FFFA-562A3FD391AD}"/>
                  </a:ext>
                </a:extLst>
              </p:cNvPr>
              <p:cNvSpPr/>
              <p:nvPr/>
            </p:nvSpPr>
            <p:spPr>
              <a:xfrm>
                <a:off x="764432" y="1522581"/>
                <a:ext cx="20666" cy="132930"/>
              </a:xfrm>
              <a:custGeom>
                <a:avLst/>
                <a:gdLst>
                  <a:gd name="connsiteX0" fmla="*/ 0 w 20666"/>
                  <a:gd name="connsiteY0" fmla="*/ 0 h 132930"/>
                  <a:gd name="connsiteX1" fmla="*/ 20666 w 20666"/>
                  <a:gd name="connsiteY1" fmla="*/ 0 h 132930"/>
                  <a:gd name="connsiteX2" fmla="*/ 20666 w 20666"/>
                  <a:gd name="connsiteY2" fmla="*/ 122597 h 132930"/>
                  <a:gd name="connsiteX3" fmla="*/ 10333 w 20666"/>
                  <a:gd name="connsiteY3" fmla="*/ 132930 h 132930"/>
                  <a:gd name="connsiteX4" fmla="*/ 10333 w 20666"/>
                  <a:gd name="connsiteY4" fmla="*/ 132930 h 132930"/>
                  <a:gd name="connsiteX5" fmla="*/ 0 w 20666"/>
                  <a:gd name="connsiteY5" fmla="*/ 122597 h 132930"/>
                  <a:gd name="connsiteX6" fmla="*/ 0 w 20666"/>
                  <a:gd name="connsiteY6" fmla="*/ 0 h 132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6" h="132930">
                    <a:moveTo>
                      <a:pt x="0" y="0"/>
                    </a:moveTo>
                    <a:lnTo>
                      <a:pt x="20666" y="0"/>
                    </a:lnTo>
                    <a:lnTo>
                      <a:pt x="20666" y="122597"/>
                    </a:lnTo>
                    <a:cubicBezTo>
                      <a:pt x="20666" y="128293"/>
                      <a:pt x="16029" y="132930"/>
                      <a:pt x="10333" y="132930"/>
                    </a:cubicBezTo>
                    <a:lnTo>
                      <a:pt x="10333" y="132930"/>
                    </a:lnTo>
                    <a:cubicBezTo>
                      <a:pt x="4637" y="132930"/>
                      <a:pt x="0" y="128293"/>
                      <a:pt x="0" y="122597"/>
                    </a:cubicBezTo>
                    <a:lnTo>
                      <a:pt x="0" y="0"/>
                    </a:ln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488" name="Freeform: Shape 487">
                <a:extLst>
                  <a:ext uri="{FF2B5EF4-FFF2-40B4-BE49-F238E27FC236}">
                    <a16:creationId xmlns:a16="http://schemas.microsoft.com/office/drawing/2014/main" id="{3936DE99-E5D6-C4C3-4BE4-32925BB2F8E0}"/>
                  </a:ext>
                </a:extLst>
              </p:cNvPr>
              <p:cNvSpPr/>
              <p:nvPr/>
            </p:nvSpPr>
            <p:spPr>
              <a:xfrm>
                <a:off x="666267" y="1302660"/>
                <a:ext cx="220046" cy="271182"/>
              </a:xfrm>
              <a:custGeom>
                <a:avLst/>
                <a:gdLst>
                  <a:gd name="connsiteX0" fmla="*/ 66979 w 220046"/>
                  <a:gd name="connsiteY0" fmla="*/ 217867 h 271182"/>
                  <a:gd name="connsiteX1" fmla="*/ 178558 w 220046"/>
                  <a:gd name="connsiteY1" fmla="*/ 121010 h 271182"/>
                  <a:gd name="connsiteX2" fmla="*/ 140836 w 220046"/>
                  <a:gd name="connsiteY2" fmla="*/ 0 h 271182"/>
                  <a:gd name="connsiteX3" fmla="*/ 220046 w 220046"/>
                  <a:gd name="connsiteY3" fmla="*/ 174325 h 271182"/>
                  <a:gd name="connsiteX4" fmla="*/ 108467 w 220046"/>
                  <a:gd name="connsiteY4" fmla="*/ 271183 h 271182"/>
                  <a:gd name="connsiteX5" fmla="*/ 0 w 220046"/>
                  <a:gd name="connsiteY5" fmla="*/ 200220 h 271182"/>
                  <a:gd name="connsiteX6" fmla="*/ 66948 w 220046"/>
                  <a:gd name="connsiteY6" fmla="*/ 217836 h 27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046" h="271182">
                    <a:moveTo>
                      <a:pt x="66979" y="217867"/>
                    </a:moveTo>
                    <a:cubicBezTo>
                      <a:pt x="101495" y="217867"/>
                      <a:pt x="178558" y="200376"/>
                      <a:pt x="178558" y="121010"/>
                    </a:cubicBezTo>
                    <a:cubicBezTo>
                      <a:pt x="178558" y="82696"/>
                      <a:pt x="162342" y="37037"/>
                      <a:pt x="140836" y="0"/>
                    </a:cubicBezTo>
                    <a:cubicBezTo>
                      <a:pt x="178963" y="33676"/>
                      <a:pt x="220046" y="113322"/>
                      <a:pt x="220046" y="174325"/>
                    </a:cubicBezTo>
                    <a:cubicBezTo>
                      <a:pt x="220046" y="253660"/>
                      <a:pt x="142983" y="271183"/>
                      <a:pt x="108467" y="271183"/>
                    </a:cubicBezTo>
                    <a:cubicBezTo>
                      <a:pt x="78090" y="271183"/>
                      <a:pt x="14722" y="257613"/>
                      <a:pt x="0" y="200220"/>
                    </a:cubicBezTo>
                    <a:cubicBezTo>
                      <a:pt x="23187" y="213666"/>
                      <a:pt x="50141" y="217836"/>
                      <a:pt x="66948" y="217836"/>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482" name="Graphic 466">
              <a:extLst>
                <a:ext uri="{FF2B5EF4-FFF2-40B4-BE49-F238E27FC236}">
                  <a16:creationId xmlns:a16="http://schemas.microsoft.com/office/drawing/2014/main" id="{119427E2-D1DE-A0E3-8629-5271BCAC4A2B}"/>
                </a:ext>
              </a:extLst>
            </p:cNvPr>
            <p:cNvGrpSpPr/>
            <p:nvPr/>
          </p:nvGrpSpPr>
          <p:grpSpPr>
            <a:xfrm>
              <a:off x="586933" y="1445114"/>
              <a:ext cx="163338" cy="269377"/>
              <a:chOff x="586933" y="1445114"/>
              <a:chExt cx="163338" cy="269377"/>
            </a:xfrm>
          </p:grpSpPr>
          <p:sp>
            <p:nvSpPr>
              <p:cNvPr id="483" name="Freeform: Shape 482">
                <a:extLst>
                  <a:ext uri="{FF2B5EF4-FFF2-40B4-BE49-F238E27FC236}">
                    <a16:creationId xmlns:a16="http://schemas.microsoft.com/office/drawing/2014/main" id="{F413AD6D-ECDC-64BD-FFED-294715B8268D}"/>
                  </a:ext>
                </a:extLst>
              </p:cNvPr>
              <p:cNvSpPr/>
              <p:nvPr/>
            </p:nvSpPr>
            <p:spPr>
              <a:xfrm>
                <a:off x="586933" y="1445114"/>
                <a:ext cx="163338" cy="208312"/>
              </a:xfrm>
              <a:custGeom>
                <a:avLst/>
                <a:gdLst>
                  <a:gd name="connsiteX0" fmla="*/ 0 w 163338"/>
                  <a:gd name="connsiteY0" fmla="*/ 138097 h 208312"/>
                  <a:gd name="connsiteX1" fmla="*/ 81669 w 163338"/>
                  <a:gd name="connsiteY1" fmla="*/ 208313 h 208312"/>
                  <a:gd name="connsiteX2" fmla="*/ 163338 w 163338"/>
                  <a:gd name="connsiteY2" fmla="*/ 138097 h 208312"/>
                  <a:gd name="connsiteX3" fmla="*/ 81669 w 163338"/>
                  <a:gd name="connsiteY3" fmla="*/ 0 h 208312"/>
                  <a:gd name="connsiteX4" fmla="*/ 0 w 163338"/>
                  <a:gd name="connsiteY4" fmla="*/ 138097 h 208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38" h="208312">
                    <a:moveTo>
                      <a:pt x="0" y="138097"/>
                    </a:moveTo>
                    <a:cubicBezTo>
                      <a:pt x="0" y="195614"/>
                      <a:pt x="56397" y="208313"/>
                      <a:pt x="81669" y="208313"/>
                    </a:cubicBezTo>
                    <a:cubicBezTo>
                      <a:pt x="106942" y="208313"/>
                      <a:pt x="163338" y="195614"/>
                      <a:pt x="163338" y="138097"/>
                    </a:cubicBezTo>
                    <a:cubicBezTo>
                      <a:pt x="163338" y="80580"/>
                      <a:pt x="112451" y="187"/>
                      <a:pt x="81669" y="0"/>
                    </a:cubicBezTo>
                    <a:cubicBezTo>
                      <a:pt x="50888" y="-186"/>
                      <a:pt x="0" y="80580"/>
                      <a:pt x="0" y="138097"/>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484" name="Freeform: Shape 483">
                <a:extLst>
                  <a:ext uri="{FF2B5EF4-FFF2-40B4-BE49-F238E27FC236}">
                    <a16:creationId xmlns:a16="http://schemas.microsoft.com/office/drawing/2014/main" id="{D47F5317-7D90-B262-DE55-F1BF499AAD81}"/>
                  </a:ext>
                </a:extLst>
              </p:cNvPr>
              <p:cNvSpPr/>
              <p:nvPr/>
            </p:nvSpPr>
            <p:spPr>
              <a:xfrm rot="10800000">
                <a:off x="660945" y="1615922"/>
                <a:ext cx="15312" cy="98569"/>
              </a:xfrm>
              <a:custGeom>
                <a:avLst/>
                <a:gdLst>
                  <a:gd name="connsiteX0" fmla="*/ 7656 w 15312"/>
                  <a:gd name="connsiteY0" fmla="*/ 0 h 98569"/>
                  <a:gd name="connsiteX1" fmla="*/ 7656 w 15312"/>
                  <a:gd name="connsiteY1" fmla="*/ 0 h 98569"/>
                  <a:gd name="connsiteX2" fmla="*/ 15313 w 15312"/>
                  <a:gd name="connsiteY2" fmla="*/ 7656 h 98569"/>
                  <a:gd name="connsiteX3" fmla="*/ 15313 w 15312"/>
                  <a:gd name="connsiteY3" fmla="*/ 98569 h 98569"/>
                  <a:gd name="connsiteX4" fmla="*/ 0 w 15312"/>
                  <a:gd name="connsiteY4" fmla="*/ 98569 h 98569"/>
                  <a:gd name="connsiteX5" fmla="*/ 0 w 15312"/>
                  <a:gd name="connsiteY5" fmla="*/ 7656 h 98569"/>
                  <a:gd name="connsiteX6" fmla="*/ 7656 w 15312"/>
                  <a:gd name="connsiteY6" fmla="*/ 0 h 98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2" h="98569">
                    <a:moveTo>
                      <a:pt x="7656" y="0"/>
                    </a:moveTo>
                    <a:lnTo>
                      <a:pt x="7656" y="0"/>
                    </a:lnTo>
                    <a:cubicBezTo>
                      <a:pt x="11889" y="0"/>
                      <a:pt x="15313" y="3424"/>
                      <a:pt x="15313" y="7656"/>
                    </a:cubicBezTo>
                    <a:lnTo>
                      <a:pt x="15313" y="98569"/>
                    </a:lnTo>
                    <a:lnTo>
                      <a:pt x="0" y="98569"/>
                    </a:lnTo>
                    <a:lnTo>
                      <a:pt x="0" y="7656"/>
                    </a:lnTo>
                    <a:cubicBezTo>
                      <a:pt x="0" y="3424"/>
                      <a:pt x="3424" y="0"/>
                      <a:pt x="7656" y="0"/>
                    </a:cubicBez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485" name="Freeform: Shape 484">
                <a:extLst>
                  <a:ext uri="{FF2B5EF4-FFF2-40B4-BE49-F238E27FC236}">
                    <a16:creationId xmlns:a16="http://schemas.microsoft.com/office/drawing/2014/main" id="{951EE967-7B3A-C6B9-5113-A5D235B69D2B}"/>
                  </a:ext>
                </a:extLst>
              </p:cNvPr>
              <p:cNvSpPr/>
              <p:nvPr/>
            </p:nvSpPr>
            <p:spPr>
              <a:xfrm>
                <a:off x="589205" y="1456848"/>
                <a:ext cx="161066" cy="196578"/>
              </a:xfrm>
              <a:custGeom>
                <a:avLst/>
                <a:gdLst>
                  <a:gd name="connsiteX0" fmla="*/ 49020 w 161066"/>
                  <a:gd name="connsiteY0" fmla="*/ 157923 h 196578"/>
                  <a:gd name="connsiteX1" fmla="*/ 130689 w 161066"/>
                  <a:gd name="connsiteY1" fmla="*/ 87707 h 196578"/>
                  <a:gd name="connsiteX2" fmla="*/ 103082 w 161066"/>
                  <a:gd name="connsiteY2" fmla="*/ 0 h 196578"/>
                  <a:gd name="connsiteX3" fmla="*/ 161066 w 161066"/>
                  <a:gd name="connsiteY3" fmla="*/ 126363 h 196578"/>
                  <a:gd name="connsiteX4" fmla="*/ 79397 w 161066"/>
                  <a:gd name="connsiteY4" fmla="*/ 196579 h 196578"/>
                  <a:gd name="connsiteX5" fmla="*/ 0 w 161066"/>
                  <a:gd name="connsiteY5" fmla="*/ 145131 h 196578"/>
                  <a:gd name="connsiteX6" fmla="*/ 49020 w 161066"/>
                  <a:gd name="connsiteY6" fmla="*/ 157892 h 196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066" h="196578">
                    <a:moveTo>
                      <a:pt x="49020" y="157923"/>
                    </a:moveTo>
                    <a:cubicBezTo>
                      <a:pt x="74293" y="157923"/>
                      <a:pt x="130689" y="145224"/>
                      <a:pt x="130689" y="87707"/>
                    </a:cubicBezTo>
                    <a:cubicBezTo>
                      <a:pt x="130689" y="59945"/>
                      <a:pt x="118831" y="26829"/>
                      <a:pt x="103082" y="0"/>
                    </a:cubicBezTo>
                    <a:cubicBezTo>
                      <a:pt x="130969" y="24401"/>
                      <a:pt x="161066" y="82136"/>
                      <a:pt x="161066" y="126363"/>
                    </a:cubicBezTo>
                    <a:cubicBezTo>
                      <a:pt x="161066" y="183880"/>
                      <a:pt x="104670" y="196579"/>
                      <a:pt x="79397" y="196579"/>
                    </a:cubicBezTo>
                    <a:cubicBezTo>
                      <a:pt x="57144" y="196579"/>
                      <a:pt x="10769" y="186743"/>
                      <a:pt x="0" y="145131"/>
                    </a:cubicBezTo>
                    <a:cubicBezTo>
                      <a:pt x="16963" y="154873"/>
                      <a:pt x="36695" y="157892"/>
                      <a:pt x="49020" y="157892"/>
                    </a:cubicBezTo>
                    <a:close/>
                  </a:path>
                </a:pathLst>
              </a:custGeom>
              <a:solidFill>
                <a:srgbClr val="97C777"/>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grpSp>
        <p:nvGrpSpPr>
          <p:cNvPr id="530" name="Group 529">
            <a:extLst>
              <a:ext uri="{FF2B5EF4-FFF2-40B4-BE49-F238E27FC236}">
                <a16:creationId xmlns:a16="http://schemas.microsoft.com/office/drawing/2014/main" id="{A9A85193-0D55-1D0E-3C65-F8C387A49F4F}"/>
              </a:ext>
            </a:extLst>
          </p:cNvPr>
          <p:cNvGrpSpPr/>
          <p:nvPr/>
        </p:nvGrpSpPr>
        <p:grpSpPr>
          <a:xfrm>
            <a:off x="2189904" y="1266866"/>
            <a:ext cx="436888" cy="396380"/>
            <a:chOff x="586933" y="1286506"/>
            <a:chExt cx="546473" cy="495804"/>
          </a:xfrm>
        </p:grpSpPr>
        <p:sp>
          <p:nvSpPr>
            <p:cNvPr id="531" name="Freeform: Shape 530">
              <a:extLst>
                <a:ext uri="{FF2B5EF4-FFF2-40B4-BE49-F238E27FC236}">
                  <a16:creationId xmlns:a16="http://schemas.microsoft.com/office/drawing/2014/main" id="{A196B802-BE29-0716-06A1-79772BFF0BF7}"/>
                </a:ext>
              </a:extLst>
            </p:cNvPr>
            <p:cNvSpPr/>
            <p:nvPr/>
          </p:nvSpPr>
          <p:spPr>
            <a:xfrm>
              <a:off x="660914" y="1555137"/>
              <a:ext cx="472492" cy="227173"/>
            </a:xfrm>
            <a:custGeom>
              <a:avLst/>
              <a:gdLst>
                <a:gd name="connsiteX0" fmla="*/ 472492 w 472492"/>
                <a:gd name="connsiteY0" fmla="*/ 91940 h 227173"/>
                <a:gd name="connsiteX1" fmla="*/ 282014 w 472492"/>
                <a:gd name="connsiteY1" fmla="*/ 0 h 227173"/>
                <a:gd name="connsiteX2" fmla="*/ 256119 w 472492"/>
                <a:gd name="connsiteY2" fmla="*/ 2583 h 227173"/>
                <a:gd name="connsiteX3" fmla="*/ 256119 w 472492"/>
                <a:gd name="connsiteY3" fmla="*/ 2583 h 227173"/>
                <a:gd name="connsiteX4" fmla="*/ 255901 w 472492"/>
                <a:gd name="connsiteY4" fmla="*/ 2646 h 227173"/>
                <a:gd name="connsiteX5" fmla="*/ 246501 w 472492"/>
                <a:gd name="connsiteY5" fmla="*/ 5135 h 227173"/>
                <a:gd name="connsiteX6" fmla="*/ 245350 w 472492"/>
                <a:gd name="connsiteY6" fmla="*/ 5509 h 227173"/>
                <a:gd name="connsiteX7" fmla="*/ 236978 w 472492"/>
                <a:gd name="connsiteY7" fmla="*/ 8746 h 227173"/>
                <a:gd name="connsiteX8" fmla="*/ 236044 w 472492"/>
                <a:gd name="connsiteY8" fmla="*/ 9182 h 227173"/>
                <a:gd name="connsiteX9" fmla="*/ 228294 w 472492"/>
                <a:gd name="connsiteY9" fmla="*/ 13197 h 227173"/>
                <a:gd name="connsiteX10" fmla="*/ 228107 w 472492"/>
                <a:gd name="connsiteY10" fmla="*/ 13321 h 227173"/>
                <a:gd name="connsiteX11" fmla="*/ 220980 w 472492"/>
                <a:gd name="connsiteY11" fmla="*/ 18083 h 227173"/>
                <a:gd name="connsiteX12" fmla="*/ 220762 w 472492"/>
                <a:gd name="connsiteY12" fmla="*/ 18239 h 227173"/>
                <a:gd name="connsiteX13" fmla="*/ 214631 w 472492"/>
                <a:gd name="connsiteY13" fmla="*/ 23374 h 227173"/>
                <a:gd name="connsiteX14" fmla="*/ 213977 w 472492"/>
                <a:gd name="connsiteY14" fmla="*/ 23965 h 227173"/>
                <a:gd name="connsiteX15" fmla="*/ 208748 w 472492"/>
                <a:gd name="connsiteY15" fmla="*/ 29350 h 227173"/>
                <a:gd name="connsiteX16" fmla="*/ 208157 w 472492"/>
                <a:gd name="connsiteY16" fmla="*/ 30035 h 227173"/>
                <a:gd name="connsiteX17" fmla="*/ 203519 w 472492"/>
                <a:gd name="connsiteY17" fmla="*/ 35824 h 227173"/>
                <a:gd name="connsiteX18" fmla="*/ 203301 w 472492"/>
                <a:gd name="connsiteY18" fmla="*/ 36166 h 227173"/>
                <a:gd name="connsiteX19" fmla="*/ 199193 w 472492"/>
                <a:gd name="connsiteY19" fmla="*/ 42391 h 227173"/>
                <a:gd name="connsiteX20" fmla="*/ 199131 w 472492"/>
                <a:gd name="connsiteY20" fmla="*/ 42484 h 227173"/>
                <a:gd name="connsiteX21" fmla="*/ 195738 w 472492"/>
                <a:gd name="connsiteY21" fmla="*/ 48709 h 227173"/>
                <a:gd name="connsiteX22" fmla="*/ 195365 w 472492"/>
                <a:gd name="connsiteY22" fmla="*/ 49456 h 227173"/>
                <a:gd name="connsiteX23" fmla="*/ 192688 w 472492"/>
                <a:gd name="connsiteY23" fmla="*/ 55494 h 227173"/>
                <a:gd name="connsiteX24" fmla="*/ 192346 w 472492"/>
                <a:gd name="connsiteY24" fmla="*/ 56365 h 227173"/>
                <a:gd name="connsiteX25" fmla="*/ 190167 w 472492"/>
                <a:gd name="connsiteY25" fmla="*/ 62403 h 227173"/>
                <a:gd name="connsiteX26" fmla="*/ 189980 w 472492"/>
                <a:gd name="connsiteY26" fmla="*/ 62995 h 227173"/>
                <a:gd name="connsiteX27" fmla="*/ 188237 w 472492"/>
                <a:gd name="connsiteY27" fmla="*/ 69064 h 227173"/>
                <a:gd name="connsiteX28" fmla="*/ 188237 w 472492"/>
                <a:gd name="connsiteY28" fmla="*/ 69157 h 227173"/>
                <a:gd name="connsiteX29" fmla="*/ 186961 w 472492"/>
                <a:gd name="connsiteY29" fmla="*/ 74977 h 227173"/>
                <a:gd name="connsiteX30" fmla="*/ 186806 w 472492"/>
                <a:gd name="connsiteY30" fmla="*/ 75756 h 227173"/>
                <a:gd name="connsiteX31" fmla="*/ 185997 w 472492"/>
                <a:gd name="connsiteY31" fmla="*/ 80984 h 227173"/>
                <a:gd name="connsiteX32" fmla="*/ 185872 w 472492"/>
                <a:gd name="connsiteY32" fmla="*/ 81887 h 227173"/>
                <a:gd name="connsiteX33" fmla="*/ 185685 w 472492"/>
                <a:gd name="connsiteY33" fmla="*/ 83443 h 227173"/>
                <a:gd name="connsiteX34" fmla="*/ 160911 w 472492"/>
                <a:gd name="connsiteY34" fmla="*/ 83443 h 227173"/>
                <a:gd name="connsiteX35" fmla="*/ 131374 w 472492"/>
                <a:gd name="connsiteY35" fmla="*/ 80051 h 227173"/>
                <a:gd name="connsiteX36" fmla="*/ 112606 w 472492"/>
                <a:gd name="connsiteY36" fmla="*/ 82105 h 227173"/>
                <a:gd name="connsiteX37" fmla="*/ 112606 w 472492"/>
                <a:gd name="connsiteY37" fmla="*/ 82105 h 227173"/>
                <a:gd name="connsiteX38" fmla="*/ 112451 w 472492"/>
                <a:gd name="connsiteY38" fmla="*/ 82136 h 227173"/>
                <a:gd name="connsiteX39" fmla="*/ 105635 w 472492"/>
                <a:gd name="connsiteY39" fmla="*/ 84128 h 227173"/>
                <a:gd name="connsiteX40" fmla="*/ 104794 w 472492"/>
                <a:gd name="connsiteY40" fmla="*/ 84408 h 227173"/>
                <a:gd name="connsiteX41" fmla="*/ 98725 w 472492"/>
                <a:gd name="connsiteY41" fmla="*/ 86991 h 227173"/>
                <a:gd name="connsiteX42" fmla="*/ 98040 w 472492"/>
                <a:gd name="connsiteY42" fmla="*/ 87334 h 227173"/>
                <a:gd name="connsiteX43" fmla="*/ 92438 w 472492"/>
                <a:gd name="connsiteY43" fmla="*/ 90539 h 227173"/>
                <a:gd name="connsiteX44" fmla="*/ 92314 w 472492"/>
                <a:gd name="connsiteY44" fmla="*/ 90633 h 227173"/>
                <a:gd name="connsiteX45" fmla="*/ 87147 w 472492"/>
                <a:gd name="connsiteY45" fmla="*/ 94430 h 227173"/>
                <a:gd name="connsiteX46" fmla="*/ 86960 w 472492"/>
                <a:gd name="connsiteY46" fmla="*/ 94554 h 227173"/>
                <a:gd name="connsiteX47" fmla="*/ 82510 w 472492"/>
                <a:gd name="connsiteY47" fmla="*/ 98632 h 227173"/>
                <a:gd name="connsiteX48" fmla="*/ 82012 w 472492"/>
                <a:gd name="connsiteY48" fmla="*/ 99130 h 227173"/>
                <a:gd name="connsiteX49" fmla="*/ 78214 w 472492"/>
                <a:gd name="connsiteY49" fmla="*/ 103425 h 227173"/>
                <a:gd name="connsiteX50" fmla="*/ 77779 w 472492"/>
                <a:gd name="connsiteY50" fmla="*/ 103985 h 227173"/>
                <a:gd name="connsiteX51" fmla="*/ 74417 w 472492"/>
                <a:gd name="connsiteY51" fmla="*/ 108622 h 227173"/>
                <a:gd name="connsiteX52" fmla="*/ 74262 w 472492"/>
                <a:gd name="connsiteY52" fmla="*/ 108903 h 227173"/>
                <a:gd name="connsiteX53" fmla="*/ 71305 w 472492"/>
                <a:gd name="connsiteY53" fmla="*/ 113882 h 227173"/>
                <a:gd name="connsiteX54" fmla="*/ 71243 w 472492"/>
                <a:gd name="connsiteY54" fmla="*/ 113976 h 227173"/>
                <a:gd name="connsiteX55" fmla="*/ 68784 w 472492"/>
                <a:gd name="connsiteY55" fmla="*/ 118956 h 227173"/>
                <a:gd name="connsiteX56" fmla="*/ 68504 w 472492"/>
                <a:gd name="connsiteY56" fmla="*/ 119547 h 227173"/>
                <a:gd name="connsiteX57" fmla="*/ 66543 w 472492"/>
                <a:gd name="connsiteY57" fmla="*/ 124371 h 227173"/>
                <a:gd name="connsiteX58" fmla="*/ 66294 w 472492"/>
                <a:gd name="connsiteY58" fmla="*/ 125087 h 227173"/>
                <a:gd name="connsiteX59" fmla="*/ 64707 w 472492"/>
                <a:gd name="connsiteY59" fmla="*/ 129911 h 227173"/>
                <a:gd name="connsiteX60" fmla="*/ 64582 w 472492"/>
                <a:gd name="connsiteY60" fmla="*/ 130409 h 227173"/>
                <a:gd name="connsiteX61" fmla="*/ 63306 w 472492"/>
                <a:gd name="connsiteY61" fmla="*/ 135264 h 227173"/>
                <a:gd name="connsiteX62" fmla="*/ 63306 w 472492"/>
                <a:gd name="connsiteY62" fmla="*/ 135327 h 227173"/>
                <a:gd name="connsiteX63" fmla="*/ 62372 w 472492"/>
                <a:gd name="connsiteY63" fmla="*/ 139964 h 227173"/>
                <a:gd name="connsiteX64" fmla="*/ 62248 w 472492"/>
                <a:gd name="connsiteY64" fmla="*/ 140587 h 227173"/>
                <a:gd name="connsiteX65" fmla="*/ 61656 w 472492"/>
                <a:gd name="connsiteY65" fmla="*/ 144788 h 227173"/>
                <a:gd name="connsiteX66" fmla="*/ 61563 w 472492"/>
                <a:gd name="connsiteY66" fmla="*/ 145504 h 227173"/>
                <a:gd name="connsiteX67" fmla="*/ 61439 w 472492"/>
                <a:gd name="connsiteY67" fmla="*/ 146656 h 227173"/>
                <a:gd name="connsiteX68" fmla="*/ 7656 w 472492"/>
                <a:gd name="connsiteY68" fmla="*/ 146656 h 227173"/>
                <a:gd name="connsiteX69" fmla="*/ 0 w 472492"/>
                <a:gd name="connsiteY69" fmla="*/ 153565 h 227173"/>
                <a:gd name="connsiteX70" fmla="*/ 7656 w 472492"/>
                <a:gd name="connsiteY70" fmla="*/ 160475 h 227173"/>
                <a:gd name="connsiteX71" fmla="*/ 61439 w 472492"/>
                <a:gd name="connsiteY71" fmla="*/ 160475 h 227173"/>
                <a:gd name="connsiteX72" fmla="*/ 61439 w 472492"/>
                <a:gd name="connsiteY72" fmla="*/ 160662 h 227173"/>
                <a:gd name="connsiteX73" fmla="*/ 62123 w 472492"/>
                <a:gd name="connsiteY73" fmla="*/ 166015 h 227173"/>
                <a:gd name="connsiteX74" fmla="*/ 63244 w 472492"/>
                <a:gd name="connsiteY74" fmla="*/ 171742 h 227173"/>
                <a:gd name="connsiteX75" fmla="*/ 72768 w 472492"/>
                <a:gd name="connsiteY75" fmla="*/ 195987 h 227173"/>
                <a:gd name="connsiteX76" fmla="*/ 74635 w 472492"/>
                <a:gd name="connsiteY76" fmla="*/ 198944 h 227173"/>
                <a:gd name="connsiteX77" fmla="*/ 96080 w 472492"/>
                <a:gd name="connsiteY77" fmla="*/ 218894 h 227173"/>
                <a:gd name="connsiteX78" fmla="*/ 131312 w 472492"/>
                <a:gd name="connsiteY78" fmla="*/ 227173 h 227173"/>
                <a:gd name="connsiteX79" fmla="*/ 138844 w 472492"/>
                <a:gd name="connsiteY79" fmla="*/ 226893 h 227173"/>
                <a:gd name="connsiteX80" fmla="*/ 140649 w 472492"/>
                <a:gd name="connsiteY80" fmla="*/ 226769 h 227173"/>
                <a:gd name="connsiteX81" fmla="*/ 148305 w 472492"/>
                <a:gd name="connsiteY81" fmla="*/ 225960 h 227173"/>
                <a:gd name="connsiteX82" fmla="*/ 149052 w 472492"/>
                <a:gd name="connsiteY82" fmla="*/ 225835 h 227173"/>
                <a:gd name="connsiteX83" fmla="*/ 156304 w 472492"/>
                <a:gd name="connsiteY83" fmla="*/ 224652 h 227173"/>
                <a:gd name="connsiteX84" fmla="*/ 158110 w 472492"/>
                <a:gd name="connsiteY84" fmla="*/ 224310 h 227173"/>
                <a:gd name="connsiteX85" fmla="*/ 165953 w 472492"/>
                <a:gd name="connsiteY85" fmla="*/ 222598 h 227173"/>
                <a:gd name="connsiteX86" fmla="*/ 167167 w 472492"/>
                <a:gd name="connsiteY86" fmla="*/ 222287 h 227173"/>
                <a:gd name="connsiteX87" fmla="*/ 174263 w 472492"/>
                <a:gd name="connsiteY87" fmla="*/ 220388 h 227173"/>
                <a:gd name="connsiteX88" fmla="*/ 175944 w 472492"/>
                <a:gd name="connsiteY88" fmla="*/ 219890 h 227173"/>
                <a:gd name="connsiteX89" fmla="*/ 183818 w 472492"/>
                <a:gd name="connsiteY89" fmla="*/ 217400 h 227173"/>
                <a:gd name="connsiteX90" fmla="*/ 185281 w 472492"/>
                <a:gd name="connsiteY90" fmla="*/ 216902 h 227173"/>
                <a:gd name="connsiteX91" fmla="*/ 192221 w 472492"/>
                <a:gd name="connsiteY91" fmla="*/ 214381 h 227173"/>
                <a:gd name="connsiteX92" fmla="*/ 193653 w 472492"/>
                <a:gd name="connsiteY92" fmla="*/ 213821 h 227173"/>
                <a:gd name="connsiteX93" fmla="*/ 201341 w 472492"/>
                <a:gd name="connsiteY93" fmla="*/ 210678 h 227173"/>
                <a:gd name="connsiteX94" fmla="*/ 202866 w 472492"/>
                <a:gd name="connsiteY94" fmla="*/ 210024 h 227173"/>
                <a:gd name="connsiteX95" fmla="*/ 209682 w 472492"/>
                <a:gd name="connsiteY95" fmla="*/ 206912 h 227173"/>
                <a:gd name="connsiteX96" fmla="*/ 210678 w 472492"/>
                <a:gd name="connsiteY96" fmla="*/ 206445 h 227173"/>
                <a:gd name="connsiteX97" fmla="*/ 217992 w 472492"/>
                <a:gd name="connsiteY97" fmla="*/ 202772 h 227173"/>
                <a:gd name="connsiteX98" fmla="*/ 219455 w 472492"/>
                <a:gd name="connsiteY98" fmla="*/ 201994 h 227173"/>
                <a:gd name="connsiteX99" fmla="*/ 226115 w 472492"/>
                <a:gd name="connsiteY99" fmla="*/ 198321 h 227173"/>
                <a:gd name="connsiteX100" fmla="*/ 226551 w 472492"/>
                <a:gd name="connsiteY100" fmla="*/ 198073 h 227173"/>
                <a:gd name="connsiteX101" fmla="*/ 233212 w 472492"/>
                <a:gd name="connsiteY101" fmla="*/ 194026 h 227173"/>
                <a:gd name="connsiteX102" fmla="*/ 234488 w 472492"/>
                <a:gd name="connsiteY102" fmla="*/ 193217 h 227173"/>
                <a:gd name="connsiteX103" fmla="*/ 246439 w 472492"/>
                <a:gd name="connsiteY103" fmla="*/ 184783 h 227173"/>
                <a:gd name="connsiteX104" fmla="*/ 247497 w 472492"/>
                <a:gd name="connsiteY104" fmla="*/ 183942 h 227173"/>
                <a:gd name="connsiteX105" fmla="*/ 251886 w 472492"/>
                <a:gd name="connsiteY105" fmla="*/ 180270 h 227173"/>
                <a:gd name="connsiteX106" fmla="*/ 281952 w 472492"/>
                <a:gd name="connsiteY106" fmla="*/ 183787 h 227173"/>
                <a:gd name="connsiteX107" fmla="*/ 292316 w 472492"/>
                <a:gd name="connsiteY107" fmla="*/ 183444 h 227173"/>
                <a:gd name="connsiteX108" fmla="*/ 294806 w 472492"/>
                <a:gd name="connsiteY108" fmla="*/ 183289 h 227173"/>
                <a:gd name="connsiteX109" fmla="*/ 305326 w 472492"/>
                <a:gd name="connsiteY109" fmla="*/ 182293 h 227173"/>
                <a:gd name="connsiteX110" fmla="*/ 306384 w 472492"/>
                <a:gd name="connsiteY110" fmla="*/ 182137 h 227173"/>
                <a:gd name="connsiteX111" fmla="*/ 316375 w 472492"/>
                <a:gd name="connsiteY111" fmla="*/ 180643 h 227173"/>
                <a:gd name="connsiteX112" fmla="*/ 318896 w 472492"/>
                <a:gd name="connsiteY112" fmla="*/ 180207 h 227173"/>
                <a:gd name="connsiteX113" fmla="*/ 329727 w 472492"/>
                <a:gd name="connsiteY113" fmla="*/ 178060 h 227173"/>
                <a:gd name="connsiteX114" fmla="*/ 331408 w 472492"/>
                <a:gd name="connsiteY114" fmla="*/ 177686 h 227173"/>
                <a:gd name="connsiteX115" fmla="*/ 341180 w 472492"/>
                <a:gd name="connsiteY115" fmla="*/ 175321 h 227173"/>
                <a:gd name="connsiteX116" fmla="*/ 343546 w 472492"/>
                <a:gd name="connsiteY116" fmla="*/ 174698 h 227173"/>
                <a:gd name="connsiteX117" fmla="*/ 354408 w 472492"/>
                <a:gd name="connsiteY117" fmla="*/ 171586 h 227173"/>
                <a:gd name="connsiteX118" fmla="*/ 356400 w 472492"/>
                <a:gd name="connsiteY118" fmla="*/ 170964 h 227173"/>
                <a:gd name="connsiteX119" fmla="*/ 366017 w 472492"/>
                <a:gd name="connsiteY119" fmla="*/ 167820 h 227173"/>
                <a:gd name="connsiteX120" fmla="*/ 367978 w 472492"/>
                <a:gd name="connsiteY120" fmla="*/ 167135 h 227173"/>
                <a:gd name="connsiteX121" fmla="*/ 378591 w 472492"/>
                <a:gd name="connsiteY121" fmla="*/ 163214 h 227173"/>
                <a:gd name="connsiteX122" fmla="*/ 380677 w 472492"/>
                <a:gd name="connsiteY122" fmla="*/ 162373 h 227173"/>
                <a:gd name="connsiteX123" fmla="*/ 390107 w 472492"/>
                <a:gd name="connsiteY123" fmla="*/ 158483 h 227173"/>
                <a:gd name="connsiteX124" fmla="*/ 391477 w 472492"/>
                <a:gd name="connsiteY124" fmla="*/ 157923 h 227173"/>
                <a:gd name="connsiteX125" fmla="*/ 401561 w 472492"/>
                <a:gd name="connsiteY125" fmla="*/ 153347 h 227173"/>
                <a:gd name="connsiteX126" fmla="*/ 403553 w 472492"/>
                <a:gd name="connsiteY126" fmla="*/ 152383 h 227173"/>
                <a:gd name="connsiteX127" fmla="*/ 412797 w 472492"/>
                <a:gd name="connsiteY127" fmla="*/ 147776 h 227173"/>
                <a:gd name="connsiteX128" fmla="*/ 413357 w 472492"/>
                <a:gd name="connsiteY128" fmla="*/ 147496 h 227173"/>
                <a:gd name="connsiteX129" fmla="*/ 422569 w 472492"/>
                <a:gd name="connsiteY129" fmla="*/ 142423 h 227173"/>
                <a:gd name="connsiteX130" fmla="*/ 424312 w 472492"/>
                <a:gd name="connsiteY130" fmla="*/ 141396 h 227173"/>
                <a:gd name="connsiteX131" fmla="*/ 440839 w 472492"/>
                <a:gd name="connsiteY131" fmla="*/ 130845 h 227173"/>
                <a:gd name="connsiteX132" fmla="*/ 442271 w 472492"/>
                <a:gd name="connsiteY132" fmla="*/ 129818 h 227173"/>
                <a:gd name="connsiteX133" fmla="*/ 449398 w 472492"/>
                <a:gd name="connsiteY133" fmla="*/ 124433 h 227173"/>
                <a:gd name="connsiteX134" fmla="*/ 449554 w 472492"/>
                <a:gd name="connsiteY134" fmla="*/ 124309 h 227173"/>
                <a:gd name="connsiteX135" fmla="*/ 455592 w 472492"/>
                <a:gd name="connsiteY135" fmla="*/ 119080 h 227173"/>
                <a:gd name="connsiteX136" fmla="*/ 456246 w 472492"/>
                <a:gd name="connsiteY136" fmla="*/ 118520 h 227173"/>
                <a:gd name="connsiteX137" fmla="*/ 456152 w 472492"/>
                <a:gd name="connsiteY137" fmla="*/ 118551 h 227173"/>
                <a:gd name="connsiteX138" fmla="*/ 472399 w 472492"/>
                <a:gd name="connsiteY138" fmla="*/ 91847 h 227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472492" h="227173">
                  <a:moveTo>
                    <a:pt x="472492" y="91940"/>
                  </a:moveTo>
                  <a:cubicBezTo>
                    <a:pt x="472772" y="57299"/>
                    <a:pt x="361349" y="0"/>
                    <a:pt x="282014" y="0"/>
                  </a:cubicBezTo>
                  <a:cubicBezTo>
                    <a:pt x="272521" y="0"/>
                    <a:pt x="263900" y="934"/>
                    <a:pt x="256119" y="2583"/>
                  </a:cubicBezTo>
                  <a:cubicBezTo>
                    <a:pt x="256119" y="2583"/>
                    <a:pt x="256119" y="2583"/>
                    <a:pt x="256119" y="2583"/>
                  </a:cubicBezTo>
                  <a:cubicBezTo>
                    <a:pt x="256057" y="2583"/>
                    <a:pt x="255994" y="2614"/>
                    <a:pt x="255901" y="2646"/>
                  </a:cubicBezTo>
                  <a:cubicBezTo>
                    <a:pt x="252633" y="3361"/>
                    <a:pt x="249489" y="4202"/>
                    <a:pt x="246501" y="5135"/>
                  </a:cubicBezTo>
                  <a:cubicBezTo>
                    <a:pt x="246128" y="5260"/>
                    <a:pt x="245723" y="5384"/>
                    <a:pt x="245350" y="5509"/>
                  </a:cubicBezTo>
                  <a:cubicBezTo>
                    <a:pt x="242424" y="6474"/>
                    <a:pt x="239654" y="7563"/>
                    <a:pt x="236978" y="8746"/>
                  </a:cubicBezTo>
                  <a:cubicBezTo>
                    <a:pt x="236666" y="8901"/>
                    <a:pt x="236355" y="9026"/>
                    <a:pt x="236044" y="9182"/>
                  </a:cubicBezTo>
                  <a:cubicBezTo>
                    <a:pt x="233336" y="10427"/>
                    <a:pt x="230753" y="11734"/>
                    <a:pt x="228294" y="13197"/>
                  </a:cubicBezTo>
                  <a:cubicBezTo>
                    <a:pt x="228232" y="13228"/>
                    <a:pt x="228169" y="13290"/>
                    <a:pt x="228107" y="13321"/>
                  </a:cubicBezTo>
                  <a:cubicBezTo>
                    <a:pt x="225586" y="14815"/>
                    <a:pt x="223221" y="16402"/>
                    <a:pt x="220980" y="18083"/>
                  </a:cubicBezTo>
                  <a:cubicBezTo>
                    <a:pt x="220918" y="18145"/>
                    <a:pt x="220824" y="18176"/>
                    <a:pt x="220762" y="18239"/>
                  </a:cubicBezTo>
                  <a:cubicBezTo>
                    <a:pt x="218583" y="19857"/>
                    <a:pt x="216560" y="21600"/>
                    <a:pt x="214631" y="23374"/>
                  </a:cubicBezTo>
                  <a:cubicBezTo>
                    <a:pt x="214413" y="23561"/>
                    <a:pt x="214195" y="23779"/>
                    <a:pt x="213977" y="23965"/>
                  </a:cubicBezTo>
                  <a:cubicBezTo>
                    <a:pt x="212110" y="25708"/>
                    <a:pt x="210367" y="27514"/>
                    <a:pt x="208748" y="29350"/>
                  </a:cubicBezTo>
                  <a:cubicBezTo>
                    <a:pt x="208561" y="29568"/>
                    <a:pt x="208344" y="29817"/>
                    <a:pt x="208157" y="30035"/>
                  </a:cubicBezTo>
                  <a:cubicBezTo>
                    <a:pt x="206507" y="31933"/>
                    <a:pt x="204951" y="33863"/>
                    <a:pt x="203519" y="35824"/>
                  </a:cubicBezTo>
                  <a:cubicBezTo>
                    <a:pt x="203426" y="35917"/>
                    <a:pt x="203364" y="36041"/>
                    <a:pt x="203301" y="36166"/>
                  </a:cubicBezTo>
                  <a:cubicBezTo>
                    <a:pt x="201839" y="38220"/>
                    <a:pt x="200469" y="40305"/>
                    <a:pt x="199193" y="42391"/>
                  </a:cubicBezTo>
                  <a:cubicBezTo>
                    <a:pt x="199193" y="42422"/>
                    <a:pt x="199162" y="42453"/>
                    <a:pt x="199131" y="42484"/>
                  </a:cubicBezTo>
                  <a:cubicBezTo>
                    <a:pt x="197917" y="44538"/>
                    <a:pt x="196797" y="46624"/>
                    <a:pt x="195738" y="48709"/>
                  </a:cubicBezTo>
                  <a:cubicBezTo>
                    <a:pt x="195614" y="48958"/>
                    <a:pt x="195489" y="49207"/>
                    <a:pt x="195365" y="49456"/>
                  </a:cubicBezTo>
                  <a:cubicBezTo>
                    <a:pt x="194400" y="51479"/>
                    <a:pt x="193497" y="53471"/>
                    <a:pt x="192688" y="55494"/>
                  </a:cubicBezTo>
                  <a:cubicBezTo>
                    <a:pt x="192564" y="55774"/>
                    <a:pt x="192470" y="56085"/>
                    <a:pt x="192346" y="56365"/>
                  </a:cubicBezTo>
                  <a:cubicBezTo>
                    <a:pt x="191537" y="58388"/>
                    <a:pt x="190821" y="60412"/>
                    <a:pt x="190167" y="62403"/>
                  </a:cubicBezTo>
                  <a:cubicBezTo>
                    <a:pt x="190105" y="62621"/>
                    <a:pt x="190043" y="62808"/>
                    <a:pt x="189980" y="62995"/>
                  </a:cubicBezTo>
                  <a:cubicBezTo>
                    <a:pt x="189327" y="65049"/>
                    <a:pt x="188735" y="67072"/>
                    <a:pt x="188237" y="69064"/>
                  </a:cubicBezTo>
                  <a:cubicBezTo>
                    <a:pt x="188237" y="69064"/>
                    <a:pt x="188237" y="69126"/>
                    <a:pt x="188237" y="69157"/>
                  </a:cubicBezTo>
                  <a:cubicBezTo>
                    <a:pt x="187739" y="71149"/>
                    <a:pt x="187335" y="73079"/>
                    <a:pt x="186961" y="74977"/>
                  </a:cubicBezTo>
                  <a:cubicBezTo>
                    <a:pt x="186899" y="75226"/>
                    <a:pt x="186868" y="75507"/>
                    <a:pt x="186806" y="75756"/>
                  </a:cubicBezTo>
                  <a:cubicBezTo>
                    <a:pt x="186463" y="77561"/>
                    <a:pt x="186214" y="79304"/>
                    <a:pt x="185997" y="80984"/>
                  </a:cubicBezTo>
                  <a:cubicBezTo>
                    <a:pt x="185965" y="81296"/>
                    <a:pt x="185934" y="81576"/>
                    <a:pt x="185872" y="81887"/>
                  </a:cubicBezTo>
                  <a:cubicBezTo>
                    <a:pt x="185810" y="82416"/>
                    <a:pt x="185748" y="82945"/>
                    <a:pt x="185685" y="83443"/>
                  </a:cubicBezTo>
                  <a:lnTo>
                    <a:pt x="160911" y="83443"/>
                  </a:lnTo>
                  <a:cubicBezTo>
                    <a:pt x="150764" y="81296"/>
                    <a:pt x="140773" y="80051"/>
                    <a:pt x="131374" y="80051"/>
                  </a:cubicBezTo>
                  <a:cubicBezTo>
                    <a:pt x="124496" y="80051"/>
                    <a:pt x="118240" y="80798"/>
                    <a:pt x="112606" y="82105"/>
                  </a:cubicBezTo>
                  <a:cubicBezTo>
                    <a:pt x="112606" y="82105"/>
                    <a:pt x="112606" y="82105"/>
                    <a:pt x="112606" y="82105"/>
                  </a:cubicBezTo>
                  <a:cubicBezTo>
                    <a:pt x="112544" y="82105"/>
                    <a:pt x="112513" y="82136"/>
                    <a:pt x="112451" y="82136"/>
                  </a:cubicBezTo>
                  <a:cubicBezTo>
                    <a:pt x="110085" y="82696"/>
                    <a:pt x="107813" y="83381"/>
                    <a:pt x="105635" y="84128"/>
                  </a:cubicBezTo>
                  <a:cubicBezTo>
                    <a:pt x="105354" y="84221"/>
                    <a:pt x="105074" y="84315"/>
                    <a:pt x="104794" y="84408"/>
                  </a:cubicBezTo>
                  <a:cubicBezTo>
                    <a:pt x="102678" y="85186"/>
                    <a:pt x="100655" y="86026"/>
                    <a:pt x="98725" y="86991"/>
                  </a:cubicBezTo>
                  <a:cubicBezTo>
                    <a:pt x="98507" y="87116"/>
                    <a:pt x="98258" y="87209"/>
                    <a:pt x="98040" y="87334"/>
                  </a:cubicBezTo>
                  <a:cubicBezTo>
                    <a:pt x="96080" y="88330"/>
                    <a:pt x="94212" y="89388"/>
                    <a:pt x="92438" y="90539"/>
                  </a:cubicBezTo>
                  <a:cubicBezTo>
                    <a:pt x="92407" y="90539"/>
                    <a:pt x="92345" y="90602"/>
                    <a:pt x="92314" y="90633"/>
                  </a:cubicBezTo>
                  <a:cubicBezTo>
                    <a:pt x="90477" y="91816"/>
                    <a:pt x="88765" y="93092"/>
                    <a:pt x="87147" y="94430"/>
                  </a:cubicBezTo>
                  <a:cubicBezTo>
                    <a:pt x="87085" y="94461"/>
                    <a:pt x="87022" y="94523"/>
                    <a:pt x="86960" y="94554"/>
                  </a:cubicBezTo>
                  <a:cubicBezTo>
                    <a:pt x="85373" y="95862"/>
                    <a:pt x="83910" y="97231"/>
                    <a:pt x="82510" y="98632"/>
                  </a:cubicBezTo>
                  <a:cubicBezTo>
                    <a:pt x="82354" y="98787"/>
                    <a:pt x="82167" y="98943"/>
                    <a:pt x="82012" y="99130"/>
                  </a:cubicBezTo>
                  <a:cubicBezTo>
                    <a:pt x="80673" y="100530"/>
                    <a:pt x="79397" y="101962"/>
                    <a:pt x="78214" y="103425"/>
                  </a:cubicBezTo>
                  <a:cubicBezTo>
                    <a:pt x="78059" y="103611"/>
                    <a:pt x="77934" y="103798"/>
                    <a:pt x="77779" y="103985"/>
                  </a:cubicBezTo>
                  <a:cubicBezTo>
                    <a:pt x="76596" y="105510"/>
                    <a:pt x="75476" y="107035"/>
                    <a:pt x="74417" y="108622"/>
                  </a:cubicBezTo>
                  <a:cubicBezTo>
                    <a:pt x="74355" y="108716"/>
                    <a:pt x="74293" y="108809"/>
                    <a:pt x="74262" y="108903"/>
                  </a:cubicBezTo>
                  <a:cubicBezTo>
                    <a:pt x="73203" y="110552"/>
                    <a:pt x="72208" y="112202"/>
                    <a:pt x="71305" y="113882"/>
                  </a:cubicBezTo>
                  <a:cubicBezTo>
                    <a:pt x="71305" y="113882"/>
                    <a:pt x="71274" y="113945"/>
                    <a:pt x="71243" y="113976"/>
                  </a:cubicBezTo>
                  <a:cubicBezTo>
                    <a:pt x="70340" y="115625"/>
                    <a:pt x="69531" y="117306"/>
                    <a:pt x="68784" y="118956"/>
                  </a:cubicBezTo>
                  <a:cubicBezTo>
                    <a:pt x="68690" y="119142"/>
                    <a:pt x="68597" y="119360"/>
                    <a:pt x="68504" y="119547"/>
                  </a:cubicBezTo>
                  <a:cubicBezTo>
                    <a:pt x="67788" y="121165"/>
                    <a:pt x="67134" y="122753"/>
                    <a:pt x="66543" y="124371"/>
                  </a:cubicBezTo>
                  <a:cubicBezTo>
                    <a:pt x="66450" y="124620"/>
                    <a:pt x="66356" y="124838"/>
                    <a:pt x="66294" y="125087"/>
                  </a:cubicBezTo>
                  <a:cubicBezTo>
                    <a:pt x="65703" y="126705"/>
                    <a:pt x="65173" y="128293"/>
                    <a:pt x="64707" y="129911"/>
                  </a:cubicBezTo>
                  <a:cubicBezTo>
                    <a:pt x="64644" y="130067"/>
                    <a:pt x="64613" y="130254"/>
                    <a:pt x="64582" y="130409"/>
                  </a:cubicBezTo>
                  <a:cubicBezTo>
                    <a:pt x="64115" y="132059"/>
                    <a:pt x="63680" y="133677"/>
                    <a:pt x="63306" y="135264"/>
                  </a:cubicBezTo>
                  <a:cubicBezTo>
                    <a:pt x="63306" y="135264"/>
                    <a:pt x="63306" y="135327"/>
                    <a:pt x="63306" y="135327"/>
                  </a:cubicBezTo>
                  <a:cubicBezTo>
                    <a:pt x="62933" y="136914"/>
                    <a:pt x="62652" y="138470"/>
                    <a:pt x="62372" y="139964"/>
                  </a:cubicBezTo>
                  <a:cubicBezTo>
                    <a:pt x="62341" y="140182"/>
                    <a:pt x="62310" y="140400"/>
                    <a:pt x="62248" y="140587"/>
                  </a:cubicBezTo>
                  <a:cubicBezTo>
                    <a:pt x="61999" y="142018"/>
                    <a:pt x="61812" y="143419"/>
                    <a:pt x="61656" y="144788"/>
                  </a:cubicBezTo>
                  <a:cubicBezTo>
                    <a:pt x="61656" y="145037"/>
                    <a:pt x="61594" y="145255"/>
                    <a:pt x="61563" y="145504"/>
                  </a:cubicBezTo>
                  <a:cubicBezTo>
                    <a:pt x="61532" y="145878"/>
                    <a:pt x="61470" y="146282"/>
                    <a:pt x="61439" y="146656"/>
                  </a:cubicBezTo>
                  <a:lnTo>
                    <a:pt x="7656" y="146656"/>
                  </a:lnTo>
                  <a:cubicBezTo>
                    <a:pt x="3424" y="146656"/>
                    <a:pt x="0" y="149737"/>
                    <a:pt x="0" y="153565"/>
                  </a:cubicBezTo>
                  <a:cubicBezTo>
                    <a:pt x="0" y="157394"/>
                    <a:pt x="3424" y="160475"/>
                    <a:pt x="7656" y="160475"/>
                  </a:cubicBezTo>
                  <a:lnTo>
                    <a:pt x="61439" y="160475"/>
                  </a:lnTo>
                  <a:cubicBezTo>
                    <a:pt x="61439" y="160475"/>
                    <a:pt x="61439" y="160599"/>
                    <a:pt x="61439" y="160662"/>
                  </a:cubicBezTo>
                  <a:cubicBezTo>
                    <a:pt x="61594" y="162373"/>
                    <a:pt x="61843" y="164147"/>
                    <a:pt x="62123" y="166015"/>
                  </a:cubicBezTo>
                  <a:cubicBezTo>
                    <a:pt x="62435" y="167851"/>
                    <a:pt x="62777" y="169781"/>
                    <a:pt x="63244" y="171742"/>
                  </a:cubicBezTo>
                  <a:cubicBezTo>
                    <a:pt x="65018" y="179554"/>
                    <a:pt x="68006" y="188051"/>
                    <a:pt x="72768" y="195987"/>
                  </a:cubicBezTo>
                  <a:cubicBezTo>
                    <a:pt x="73359" y="196983"/>
                    <a:pt x="73982" y="197948"/>
                    <a:pt x="74635" y="198944"/>
                  </a:cubicBezTo>
                  <a:cubicBezTo>
                    <a:pt x="79802" y="206725"/>
                    <a:pt x="86805" y="213790"/>
                    <a:pt x="96080" y="218894"/>
                  </a:cubicBezTo>
                  <a:cubicBezTo>
                    <a:pt x="105354" y="223999"/>
                    <a:pt x="116933" y="227173"/>
                    <a:pt x="131312" y="227173"/>
                  </a:cubicBezTo>
                  <a:cubicBezTo>
                    <a:pt x="133771" y="227173"/>
                    <a:pt x="136292" y="227049"/>
                    <a:pt x="138844" y="226893"/>
                  </a:cubicBezTo>
                  <a:cubicBezTo>
                    <a:pt x="139435" y="226862"/>
                    <a:pt x="140058" y="226800"/>
                    <a:pt x="140649" y="226769"/>
                  </a:cubicBezTo>
                  <a:cubicBezTo>
                    <a:pt x="143170" y="226582"/>
                    <a:pt x="145722" y="226333"/>
                    <a:pt x="148305" y="225960"/>
                  </a:cubicBezTo>
                  <a:cubicBezTo>
                    <a:pt x="148554" y="225928"/>
                    <a:pt x="148803" y="225897"/>
                    <a:pt x="149052" y="225835"/>
                  </a:cubicBezTo>
                  <a:cubicBezTo>
                    <a:pt x="151449" y="225493"/>
                    <a:pt x="153877" y="225088"/>
                    <a:pt x="156304" y="224652"/>
                  </a:cubicBezTo>
                  <a:cubicBezTo>
                    <a:pt x="156896" y="224528"/>
                    <a:pt x="157518" y="224434"/>
                    <a:pt x="158110" y="224310"/>
                  </a:cubicBezTo>
                  <a:cubicBezTo>
                    <a:pt x="160724" y="223812"/>
                    <a:pt x="163338" y="223221"/>
                    <a:pt x="165953" y="222598"/>
                  </a:cubicBezTo>
                  <a:cubicBezTo>
                    <a:pt x="166357" y="222505"/>
                    <a:pt x="166762" y="222380"/>
                    <a:pt x="167167" y="222287"/>
                  </a:cubicBezTo>
                  <a:cubicBezTo>
                    <a:pt x="169532" y="221696"/>
                    <a:pt x="171897" y="221073"/>
                    <a:pt x="174263" y="220388"/>
                  </a:cubicBezTo>
                  <a:cubicBezTo>
                    <a:pt x="174823" y="220233"/>
                    <a:pt x="175383" y="220077"/>
                    <a:pt x="175944" y="219890"/>
                  </a:cubicBezTo>
                  <a:cubicBezTo>
                    <a:pt x="178589" y="219112"/>
                    <a:pt x="181203" y="218272"/>
                    <a:pt x="183818" y="217400"/>
                  </a:cubicBezTo>
                  <a:cubicBezTo>
                    <a:pt x="184316" y="217245"/>
                    <a:pt x="184783" y="217058"/>
                    <a:pt x="185281" y="216902"/>
                  </a:cubicBezTo>
                  <a:cubicBezTo>
                    <a:pt x="187615" y="216093"/>
                    <a:pt x="189918" y="215253"/>
                    <a:pt x="192221" y="214381"/>
                  </a:cubicBezTo>
                  <a:cubicBezTo>
                    <a:pt x="192688" y="214195"/>
                    <a:pt x="193186" y="214008"/>
                    <a:pt x="193653" y="213821"/>
                  </a:cubicBezTo>
                  <a:cubicBezTo>
                    <a:pt x="196236" y="212825"/>
                    <a:pt x="198820" y="211767"/>
                    <a:pt x="201341" y="210678"/>
                  </a:cubicBezTo>
                  <a:cubicBezTo>
                    <a:pt x="201839" y="210460"/>
                    <a:pt x="202368" y="210242"/>
                    <a:pt x="202866" y="210024"/>
                  </a:cubicBezTo>
                  <a:cubicBezTo>
                    <a:pt x="205169" y="209028"/>
                    <a:pt x="207441" y="208001"/>
                    <a:pt x="209682" y="206912"/>
                  </a:cubicBezTo>
                  <a:cubicBezTo>
                    <a:pt x="210024" y="206756"/>
                    <a:pt x="210335" y="206600"/>
                    <a:pt x="210678" y="206445"/>
                  </a:cubicBezTo>
                  <a:cubicBezTo>
                    <a:pt x="213168" y="205262"/>
                    <a:pt x="215595" y="204017"/>
                    <a:pt x="217992" y="202772"/>
                  </a:cubicBezTo>
                  <a:cubicBezTo>
                    <a:pt x="218490" y="202523"/>
                    <a:pt x="218957" y="202274"/>
                    <a:pt x="219455" y="201994"/>
                  </a:cubicBezTo>
                  <a:cubicBezTo>
                    <a:pt x="221727" y="200780"/>
                    <a:pt x="223968" y="199566"/>
                    <a:pt x="226115" y="198321"/>
                  </a:cubicBezTo>
                  <a:cubicBezTo>
                    <a:pt x="226271" y="198228"/>
                    <a:pt x="226395" y="198166"/>
                    <a:pt x="226551" y="198073"/>
                  </a:cubicBezTo>
                  <a:cubicBezTo>
                    <a:pt x="228854" y="196734"/>
                    <a:pt x="231064" y="195396"/>
                    <a:pt x="233212" y="194026"/>
                  </a:cubicBezTo>
                  <a:cubicBezTo>
                    <a:pt x="233647" y="193746"/>
                    <a:pt x="234083" y="193466"/>
                    <a:pt x="234488" y="193217"/>
                  </a:cubicBezTo>
                  <a:cubicBezTo>
                    <a:pt x="238783" y="190447"/>
                    <a:pt x="242798" y="187646"/>
                    <a:pt x="246439" y="184783"/>
                  </a:cubicBezTo>
                  <a:cubicBezTo>
                    <a:pt x="246782" y="184502"/>
                    <a:pt x="247155" y="184222"/>
                    <a:pt x="247497" y="183942"/>
                  </a:cubicBezTo>
                  <a:cubicBezTo>
                    <a:pt x="249022" y="182728"/>
                    <a:pt x="250485" y="181515"/>
                    <a:pt x="251886" y="180270"/>
                  </a:cubicBezTo>
                  <a:cubicBezTo>
                    <a:pt x="260756" y="182542"/>
                    <a:pt x="270747" y="183787"/>
                    <a:pt x="281952" y="183787"/>
                  </a:cubicBezTo>
                  <a:cubicBezTo>
                    <a:pt x="285344" y="183787"/>
                    <a:pt x="288830" y="183631"/>
                    <a:pt x="292316" y="183444"/>
                  </a:cubicBezTo>
                  <a:cubicBezTo>
                    <a:pt x="293156" y="183382"/>
                    <a:pt x="293965" y="183351"/>
                    <a:pt x="294806" y="183289"/>
                  </a:cubicBezTo>
                  <a:cubicBezTo>
                    <a:pt x="298292" y="183040"/>
                    <a:pt x="301778" y="182728"/>
                    <a:pt x="305326" y="182293"/>
                  </a:cubicBezTo>
                  <a:cubicBezTo>
                    <a:pt x="305668" y="182262"/>
                    <a:pt x="306042" y="182199"/>
                    <a:pt x="306384" y="182137"/>
                  </a:cubicBezTo>
                  <a:cubicBezTo>
                    <a:pt x="309683" y="181732"/>
                    <a:pt x="313013" y="181203"/>
                    <a:pt x="316375" y="180643"/>
                  </a:cubicBezTo>
                  <a:cubicBezTo>
                    <a:pt x="317215" y="180488"/>
                    <a:pt x="318055" y="180363"/>
                    <a:pt x="318896" y="180207"/>
                  </a:cubicBezTo>
                  <a:cubicBezTo>
                    <a:pt x="322506" y="179554"/>
                    <a:pt x="326116" y="178869"/>
                    <a:pt x="329727" y="178060"/>
                  </a:cubicBezTo>
                  <a:cubicBezTo>
                    <a:pt x="330287" y="177935"/>
                    <a:pt x="330847" y="177811"/>
                    <a:pt x="331408" y="177686"/>
                  </a:cubicBezTo>
                  <a:cubicBezTo>
                    <a:pt x="334644" y="176939"/>
                    <a:pt x="337912" y="176161"/>
                    <a:pt x="341180" y="175321"/>
                  </a:cubicBezTo>
                  <a:cubicBezTo>
                    <a:pt x="341959" y="175103"/>
                    <a:pt x="342737" y="174916"/>
                    <a:pt x="343546" y="174698"/>
                  </a:cubicBezTo>
                  <a:cubicBezTo>
                    <a:pt x="347187" y="173734"/>
                    <a:pt x="350798" y="172675"/>
                    <a:pt x="354408" y="171586"/>
                  </a:cubicBezTo>
                  <a:cubicBezTo>
                    <a:pt x="355062" y="171368"/>
                    <a:pt x="355715" y="171181"/>
                    <a:pt x="356400" y="170964"/>
                  </a:cubicBezTo>
                  <a:cubicBezTo>
                    <a:pt x="359606" y="169968"/>
                    <a:pt x="362812" y="168909"/>
                    <a:pt x="366017" y="167820"/>
                  </a:cubicBezTo>
                  <a:cubicBezTo>
                    <a:pt x="366671" y="167602"/>
                    <a:pt x="367325" y="167384"/>
                    <a:pt x="367978" y="167135"/>
                  </a:cubicBezTo>
                  <a:cubicBezTo>
                    <a:pt x="371557" y="165890"/>
                    <a:pt x="375105" y="164552"/>
                    <a:pt x="378591" y="163214"/>
                  </a:cubicBezTo>
                  <a:cubicBezTo>
                    <a:pt x="379307" y="162934"/>
                    <a:pt x="379992" y="162654"/>
                    <a:pt x="380677" y="162373"/>
                  </a:cubicBezTo>
                  <a:cubicBezTo>
                    <a:pt x="383851" y="161128"/>
                    <a:pt x="386995" y="159821"/>
                    <a:pt x="390107" y="158483"/>
                  </a:cubicBezTo>
                  <a:cubicBezTo>
                    <a:pt x="390543" y="158296"/>
                    <a:pt x="391010" y="158109"/>
                    <a:pt x="391477" y="157923"/>
                  </a:cubicBezTo>
                  <a:cubicBezTo>
                    <a:pt x="394900" y="156429"/>
                    <a:pt x="398262" y="154904"/>
                    <a:pt x="401561" y="153347"/>
                  </a:cubicBezTo>
                  <a:cubicBezTo>
                    <a:pt x="402214" y="153036"/>
                    <a:pt x="402868" y="152725"/>
                    <a:pt x="403553" y="152383"/>
                  </a:cubicBezTo>
                  <a:cubicBezTo>
                    <a:pt x="406696" y="150858"/>
                    <a:pt x="409778" y="149332"/>
                    <a:pt x="412797" y="147776"/>
                  </a:cubicBezTo>
                  <a:cubicBezTo>
                    <a:pt x="412983" y="147683"/>
                    <a:pt x="413170" y="147590"/>
                    <a:pt x="413357" y="147496"/>
                  </a:cubicBezTo>
                  <a:cubicBezTo>
                    <a:pt x="416531" y="145847"/>
                    <a:pt x="419582" y="144135"/>
                    <a:pt x="422569" y="142423"/>
                  </a:cubicBezTo>
                  <a:cubicBezTo>
                    <a:pt x="423161" y="142081"/>
                    <a:pt x="423752" y="141738"/>
                    <a:pt x="424312" y="141396"/>
                  </a:cubicBezTo>
                  <a:cubicBezTo>
                    <a:pt x="430257" y="137941"/>
                    <a:pt x="435766" y="134424"/>
                    <a:pt x="440839" y="130845"/>
                  </a:cubicBezTo>
                  <a:cubicBezTo>
                    <a:pt x="441337" y="130503"/>
                    <a:pt x="441804" y="130160"/>
                    <a:pt x="442271" y="129818"/>
                  </a:cubicBezTo>
                  <a:cubicBezTo>
                    <a:pt x="444761" y="128013"/>
                    <a:pt x="447157" y="126239"/>
                    <a:pt x="449398" y="124433"/>
                  </a:cubicBezTo>
                  <a:cubicBezTo>
                    <a:pt x="449461" y="124402"/>
                    <a:pt x="449492" y="124340"/>
                    <a:pt x="449554" y="124309"/>
                  </a:cubicBezTo>
                  <a:cubicBezTo>
                    <a:pt x="451701" y="122566"/>
                    <a:pt x="453725" y="120823"/>
                    <a:pt x="455592" y="119080"/>
                  </a:cubicBezTo>
                  <a:cubicBezTo>
                    <a:pt x="455810" y="118893"/>
                    <a:pt x="456059" y="118707"/>
                    <a:pt x="456246" y="118520"/>
                  </a:cubicBezTo>
                  <a:cubicBezTo>
                    <a:pt x="456246" y="118520"/>
                    <a:pt x="456183" y="118520"/>
                    <a:pt x="456152" y="118551"/>
                  </a:cubicBezTo>
                  <a:cubicBezTo>
                    <a:pt x="466299" y="109089"/>
                    <a:pt x="472337" y="99877"/>
                    <a:pt x="472399" y="91847"/>
                  </a:cubicBezTo>
                  <a:close/>
                </a:path>
              </a:pathLst>
            </a:custGeom>
            <a:gradFill>
              <a:gsLst>
                <a:gs pos="0">
                  <a:srgbClr val="727C84">
                    <a:alpha val="26000"/>
                  </a:srgbClr>
                </a:gs>
                <a:gs pos="100000">
                  <a:srgbClr val="727C84">
                    <a:alpha val="0"/>
                  </a:srgbClr>
                </a:gs>
              </a:gsLst>
              <a:lin ang="0" scaled="1"/>
            </a:gra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nvGrpSpPr>
            <p:cNvPr id="532" name="Graphic 466">
              <a:extLst>
                <a:ext uri="{FF2B5EF4-FFF2-40B4-BE49-F238E27FC236}">
                  <a16:creationId xmlns:a16="http://schemas.microsoft.com/office/drawing/2014/main" id="{1C7B14C4-FD07-27A4-CAD5-C98B36F12934}"/>
                </a:ext>
              </a:extLst>
            </p:cNvPr>
            <p:cNvGrpSpPr/>
            <p:nvPr/>
          </p:nvGrpSpPr>
          <p:grpSpPr>
            <a:xfrm>
              <a:off x="663186" y="1286506"/>
              <a:ext cx="223158" cy="369005"/>
              <a:chOff x="663186" y="1286506"/>
              <a:chExt cx="223158" cy="369005"/>
            </a:xfrm>
          </p:grpSpPr>
          <p:sp>
            <p:nvSpPr>
              <p:cNvPr id="537" name="Freeform: Shape 536">
                <a:extLst>
                  <a:ext uri="{FF2B5EF4-FFF2-40B4-BE49-F238E27FC236}">
                    <a16:creationId xmlns:a16="http://schemas.microsoft.com/office/drawing/2014/main" id="{5D6B9202-02A8-80C8-B99D-75939C8CFBAF}"/>
                  </a:ext>
                </a:extLst>
              </p:cNvPr>
              <p:cNvSpPr/>
              <p:nvPr/>
            </p:nvSpPr>
            <p:spPr>
              <a:xfrm>
                <a:off x="663186" y="1286506"/>
                <a:ext cx="223158" cy="287336"/>
              </a:xfrm>
              <a:custGeom>
                <a:avLst/>
                <a:gdLst>
                  <a:gd name="connsiteX0" fmla="*/ 0 w 223158"/>
                  <a:gd name="connsiteY0" fmla="*/ 190479 h 287336"/>
                  <a:gd name="connsiteX1" fmla="*/ 111579 w 223158"/>
                  <a:gd name="connsiteY1" fmla="*/ 287336 h 287336"/>
                  <a:gd name="connsiteX2" fmla="*/ 223159 w 223158"/>
                  <a:gd name="connsiteY2" fmla="*/ 190479 h 287336"/>
                  <a:gd name="connsiteX3" fmla="*/ 111579 w 223158"/>
                  <a:gd name="connsiteY3" fmla="*/ 1 h 287336"/>
                  <a:gd name="connsiteX4" fmla="*/ 0 w 223158"/>
                  <a:gd name="connsiteY4" fmla="*/ 190479 h 287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158" h="287336">
                    <a:moveTo>
                      <a:pt x="0" y="190479"/>
                    </a:moveTo>
                    <a:cubicBezTo>
                      <a:pt x="0" y="269814"/>
                      <a:pt x="77063" y="287336"/>
                      <a:pt x="111579" y="287336"/>
                    </a:cubicBezTo>
                    <a:cubicBezTo>
                      <a:pt x="146096" y="287336"/>
                      <a:pt x="223159" y="269845"/>
                      <a:pt x="223159" y="190479"/>
                    </a:cubicBezTo>
                    <a:cubicBezTo>
                      <a:pt x="223159" y="111113"/>
                      <a:pt x="153628" y="281"/>
                      <a:pt x="111579" y="1"/>
                    </a:cubicBezTo>
                    <a:cubicBezTo>
                      <a:pt x="69531" y="-280"/>
                      <a:pt x="0" y="111144"/>
                      <a:pt x="0" y="190479"/>
                    </a:cubicBezTo>
                    <a:close/>
                  </a:path>
                </a:pathLst>
              </a:custGeom>
              <a:solidFill>
                <a:schemeClr val="accent6">
                  <a:lumMod val="40000"/>
                  <a:lumOff val="6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38" name="Freeform: Shape 537">
                <a:extLst>
                  <a:ext uri="{FF2B5EF4-FFF2-40B4-BE49-F238E27FC236}">
                    <a16:creationId xmlns:a16="http://schemas.microsoft.com/office/drawing/2014/main" id="{B05A7DD9-75FA-4802-B998-9865FA4EEA3F}"/>
                  </a:ext>
                </a:extLst>
              </p:cNvPr>
              <p:cNvSpPr/>
              <p:nvPr/>
            </p:nvSpPr>
            <p:spPr>
              <a:xfrm>
                <a:off x="764432" y="1522581"/>
                <a:ext cx="20666" cy="132930"/>
              </a:xfrm>
              <a:custGeom>
                <a:avLst/>
                <a:gdLst>
                  <a:gd name="connsiteX0" fmla="*/ 0 w 20666"/>
                  <a:gd name="connsiteY0" fmla="*/ 0 h 132930"/>
                  <a:gd name="connsiteX1" fmla="*/ 20666 w 20666"/>
                  <a:gd name="connsiteY1" fmla="*/ 0 h 132930"/>
                  <a:gd name="connsiteX2" fmla="*/ 20666 w 20666"/>
                  <a:gd name="connsiteY2" fmla="*/ 122597 h 132930"/>
                  <a:gd name="connsiteX3" fmla="*/ 10333 w 20666"/>
                  <a:gd name="connsiteY3" fmla="*/ 132930 h 132930"/>
                  <a:gd name="connsiteX4" fmla="*/ 10333 w 20666"/>
                  <a:gd name="connsiteY4" fmla="*/ 132930 h 132930"/>
                  <a:gd name="connsiteX5" fmla="*/ 0 w 20666"/>
                  <a:gd name="connsiteY5" fmla="*/ 122597 h 132930"/>
                  <a:gd name="connsiteX6" fmla="*/ 0 w 20666"/>
                  <a:gd name="connsiteY6" fmla="*/ 0 h 132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6" h="132930">
                    <a:moveTo>
                      <a:pt x="0" y="0"/>
                    </a:moveTo>
                    <a:lnTo>
                      <a:pt x="20666" y="0"/>
                    </a:lnTo>
                    <a:lnTo>
                      <a:pt x="20666" y="122597"/>
                    </a:lnTo>
                    <a:cubicBezTo>
                      <a:pt x="20666" y="128293"/>
                      <a:pt x="16029" y="132930"/>
                      <a:pt x="10333" y="132930"/>
                    </a:cubicBezTo>
                    <a:lnTo>
                      <a:pt x="10333" y="132930"/>
                    </a:lnTo>
                    <a:cubicBezTo>
                      <a:pt x="4637" y="132930"/>
                      <a:pt x="0" y="128293"/>
                      <a:pt x="0" y="122597"/>
                    </a:cubicBezTo>
                    <a:lnTo>
                      <a:pt x="0" y="0"/>
                    </a:ln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39" name="Freeform: Shape 538">
                <a:extLst>
                  <a:ext uri="{FF2B5EF4-FFF2-40B4-BE49-F238E27FC236}">
                    <a16:creationId xmlns:a16="http://schemas.microsoft.com/office/drawing/2014/main" id="{987EF096-5407-F776-FC20-178F9BAB1CF3}"/>
                  </a:ext>
                </a:extLst>
              </p:cNvPr>
              <p:cNvSpPr/>
              <p:nvPr/>
            </p:nvSpPr>
            <p:spPr>
              <a:xfrm>
                <a:off x="666267" y="1302660"/>
                <a:ext cx="220046" cy="271182"/>
              </a:xfrm>
              <a:custGeom>
                <a:avLst/>
                <a:gdLst>
                  <a:gd name="connsiteX0" fmla="*/ 66979 w 220046"/>
                  <a:gd name="connsiteY0" fmla="*/ 217867 h 271182"/>
                  <a:gd name="connsiteX1" fmla="*/ 178558 w 220046"/>
                  <a:gd name="connsiteY1" fmla="*/ 121010 h 271182"/>
                  <a:gd name="connsiteX2" fmla="*/ 140836 w 220046"/>
                  <a:gd name="connsiteY2" fmla="*/ 0 h 271182"/>
                  <a:gd name="connsiteX3" fmla="*/ 220046 w 220046"/>
                  <a:gd name="connsiteY3" fmla="*/ 174325 h 271182"/>
                  <a:gd name="connsiteX4" fmla="*/ 108467 w 220046"/>
                  <a:gd name="connsiteY4" fmla="*/ 271183 h 271182"/>
                  <a:gd name="connsiteX5" fmla="*/ 0 w 220046"/>
                  <a:gd name="connsiteY5" fmla="*/ 200220 h 271182"/>
                  <a:gd name="connsiteX6" fmla="*/ 66948 w 220046"/>
                  <a:gd name="connsiteY6" fmla="*/ 217836 h 27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046" h="271182">
                    <a:moveTo>
                      <a:pt x="66979" y="217867"/>
                    </a:moveTo>
                    <a:cubicBezTo>
                      <a:pt x="101495" y="217867"/>
                      <a:pt x="178558" y="200376"/>
                      <a:pt x="178558" y="121010"/>
                    </a:cubicBezTo>
                    <a:cubicBezTo>
                      <a:pt x="178558" y="82696"/>
                      <a:pt x="162342" y="37037"/>
                      <a:pt x="140836" y="0"/>
                    </a:cubicBezTo>
                    <a:cubicBezTo>
                      <a:pt x="178963" y="33676"/>
                      <a:pt x="220046" y="113322"/>
                      <a:pt x="220046" y="174325"/>
                    </a:cubicBezTo>
                    <a:cubicBezTo>
                      <a:pt x="220046" y="253660"/>
                      <a:pt x="142983" y="271183"/>
                      <a:pt x="108467" y="271183"/>
                    </a:cubicBezTo>
                    <a:cubicBezTo>
                      <a:pt x="78090" y="271183"/>
                      <a:pt x="14722" y="257613"/>
                      <a:pt x="0" y="200220"/>
                    </a:cubicBezTo>
                    <a:cubicBezTo>
                      <a:pt x="23187" y="213666"/>
                      <a:pt x="50141" y="217836"/>
                      <a:pt x="66948" y="217836"/>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533" name="Graphic 466">
              <a:extLst>
                <a:ext uri="{FF2B5EF4-FFF2-40B4-BE49-F238E27FC236}">
                  <a16:creationId xmlns:a16="http://schemas.microsoft.com/office/drawing/2014/main" id="{52393F72-2F36-30EB-2A5D-C455DC339289}"/>
                </a:ext>
              </a:extLst>
            </p:cNvPr>
            <p:cNvGrpSpPr/>
            <p:nvPr/>
          </p:nvGrpSpPr>
          <p:grpSpPr>
            <a:xfrm>
              <a:off x="586933" y="1445114"/>
              <a:ext cx="163338" cy="269377"/>
              <a:chOff x="586933" y="1445114"/>
              <a:chExt cx="163338" cy="269377"/>
            </a:xfrm>
          </p:grpSpPr>
          <p:sp>
            <p:nvSpPr>
              <p:cNvPr id="534" name="Freeform: Shape 533">
                <a:extLst>
                  <a:ext uri="{FF2B5EF4-FFF2-40B4-BE49-F238E27FC236}">
                    <a16:creationId xmlns:a16="http://schemas.microsoft.com/office/drawing/2014/main" id="{198EEDA3-9686-7B9E-DB87-B830E3834786}"/>
                  </a:ext>
                </a:extLst>
              </p:cNvPr>
              <p:cNvSpPr/>
              <p:nvPr/>
            </p:nvSpPr>
            <p:spPr>
              <a:xfrm>
                <a:off x="586933" y="1445114"/>
                <a:ext cx="163338" cy="208312"/>
              </a:xfrm>
              <a:custGeom>
                <a:avLst/>
                <a:gdLst>
                  <a:gd name="connsiteX0" fmla="*/ 0 w 163338"/>
                  <a:gd name="connsiteY0" fmla="*/ 138097 h 208312"/>
                  <a:gd name="connsiteX1" fmla="*/ 81669 w 163338"/>
                  <a:gd name="connsiteY1" fmla="*/ 208313 h 208312"/>
                  <a:gd name="connsiteX2" fmla="*/ 163338 w 163338"/>
                  <a:gd name="connsiteY2" fmla="*/ 138097 h 208312"/>
                  <a:gd name="connsiteX3" fmla="*/ 81669 w 163338"/>
                  <a:gd name="connsiteY3" fmla="*/ 0 h 208312"/>
                  <a:gd name="connsiteX4" fmla="*/ 0 w 163338"/>
                  <a:gd name="connsiteY4" fmla="*/ 138097 h 208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38" h="208312">
                    <a:moveTo>
                      <a:pt x="0" y="138097"/>
                    </a:moveTo>
                    <a:cubicBezTo>
                      <a:pt x="0" y="195614"/>
                      <a:pt x="56397" y="208313"/>
                      <a:pt x="81669" y="208313"/>
                    </a:cubicBezTo>
                    <a:cubicBezTo>
                      <a:pt x="106942" y="208313"/>
                      <a:pt x="163338" y="195614"/>
                      <a:pt x="163338" y="138097"/>
                    </a:cubicBezTo>
                    <a:cubicBezTo>
                      <a:pt x="163338" y="80580"/>
                      <a:pt x="112451" y="187"/>
                      <a:pt x="81669" y="0"/>
                    </a:cubicBezTo>
                    <a:cubicBezTo>
                      <a:pt x="50888" y="-186"/>
                      <a:pt x="0" y="80580"/>
                      <a:pt x="0" y="138097"/>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35" name="Freeform: Shape 534">
                <a:extLst>
                  <a:ext uri="{FF2B5EF4-FFF2-40B4-BE49-F238E27FC236}">
                    <a16:creationId xmlns:a16="http://schemas.microsoft.com/office/drawing/2014/main" id="{E02EE4D7-6D44-0F2A-B984-BDE3ADC14B00}"/>
                  </a:ext>
                </a:extLst>
              </p:cNvPr>
              <p:cNvSpPr/>
              <p:nvPr/>
            </p:nvSpPr>
            <p:spPr>
              <a:xfrm rot="10800000">
                <a:off x="660945" y="1615922"/>
                <a:ext cx="15312" cy="98569"/>
              </a:xfrm>
              <a:custGeom>
                <a:avLst/>
                <a:gdLst>
                  <a:gd name="connsiteX0" fmla="*/ 7656 w 15312"/>
                  <a:gd name="connsiteY0" fmla="*/ 0 h 98569"/>
                  <a:gd name="connsiteX1" fmla="*/ 7656 w 15312"/>
                  <a:gd name="connsiteY1" fmla="*/ 0 h 98569"/>
                  <a:gd name="connsiteX2" fmla="*/ 15313 w 15312"/>
                  <a:gd name="connsiteY2" fmla="*/ 7656 h 98569"/>
                  <a:gd name="connsiteX3" fmla="*/ 15313 w 15312"/>
                  <a:gd name="connsiteY3" fmla="*/ 98569 h 98569"/>
                  <a:gd name="connsiteX4" fmla="*/ 0 w 15312"/>
                  <a:gd name="connsiteY4" fmla="*/ 98569 h 98569"/>
                  <a:gd name="connsiteX5" fmla="*/ 0 w 15312"/>
                  <a:gd name="connsiteY5" fmla="*/ 7656 h 98569"/>
                  <a:gd name="connsiteX6" fmla="*/ 7656 w 15312"/>
                  <a:gd name="connsiteY6" fmla="*/ 0 h 98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2" h="98569">
                    <a:moveTo>
                      <a:pt x="7656" y="0"/>
                    </a:moveTo>
                    <a:lnTo>
                      <a:pt x="7656" y="0"/>
                    </a:lnTo>
                    <a:cubicBezTo>
                      <a:pt x="11889" y="0"/>
                      <a:pt x="15313" y="3424"/>
                      <a:pt x="15313" y="7656"/>
                    </a:cubicBezTo>
                    <a:lnTo>
                      <a:pt x="15313" y="98569"/>
                    </a:lnTo>
                    <a:lnTo>
                      <a:pt x="0" y="98569"/>
                    </a:lnTo>
                    <a:lnTo>
                      <a:pt x="0" y="7656"/>
                    </a:lnTo>
                    <a:cubicBezTo>
                      <a:pt x="0" y="3424"/>
                      <a:pt x="3424" y="0"/>
                      <a:pt x="7656" y="0"/>
                    </a:cubicBez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36" name="Freeform: Shape 535">
                <a:extLst>
                  <a:ext uri="{FF2B5EF4-FFF2-40B4-BE49-F238E27FC236}">
                    <a16:creationId xmlns:a16="http://schemas.microsoft.com/office/drawing/2014/main" id="{01777106-11DF-10F0-E22C-6C128F1E9DB0}"/>
                  </a:ext>
                </a:extLst>
              </p:cNvPr>
              <p:cNvSpPr/>
              <p:nvPr/>
            </p:nvSpPr>
            <p:spPr>
              <a:xfrm>
                <a:off x="589205" y="1456848"/>
                <a:ext cx="161066" cy="196578"/>
              </a:xfrm>
              <a:custGeom>
                <a:avLst/>
                <a:gdLst>
                  <a:gd name="connsiteX0" fmla="*/ 49020 w 161066"/>
                  <a:gd name="connsiteY0" fmla="*/ 157923 h 196578"/>
                  <a:gd name="connsiteX1" fmla="*/ 130689 w 161066"/>
                  <a:gd name="connsiteY1" fmla="*/ 87707 h 196578"/>
                  <a:gd name="connsiteX2" fmla="*/ 103082 w 161066"/>
                  <a:gd name="connsiteY2" fmla="*/ 0 h 196578"/>
                  <a:gd name="connsiteX3" fmla="*/ 161066 w 161066"/>
                  <a:gd name="connsiteY3" fmla="*/ 126363 h 196578"/>
                  <a:gd name="connsiteX4" fmla="*/ 79397 w 161066"/>
                  <a:gd name="connsiteY4" fmla="*/ 196579 h 196578"/>
                  <a:gd name="connsiteX5" fmla="*/ 0 w 161066"/>
                  <a:gd name="connsiteY5" fmla="*/ 145131 h 196578"/>
                  <a:gd name="connsiteX6" fmla="*/ 49020 w 161066"/>
                  <a:gd name="connsiteY6" fmla="*/ 157892 h 196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066" h="196578">
                    <a:moveTo>
                      <a:pt x="49020" y="157923"/>
                    </a:moveTo>
                    <a:cubicBezTo>
                      <a:pt x="74293" y="157923"/>
                      <a:pt x="130689" y="145224"/>
                      <a:pt x="130689" y="87707"/>
                    </a:cubicBezTo>
                    <a:cubicBezTo>
                      <a:pt x="130689" y="59945"/>
                      <a:pt x="118831" y="26829"/>
                      <a:pt x="103082" y="0"/>
                    </a:cubicBezTo>
                    <a:cubicBezTo>
                      <a:pt x="130969" y="24401"/>
                      <a:pt x="161066" y="82136"/>
                      <a:pt x="161066" y="126363"/>
                    </a:cubicBezTo>
                    <a:cubicBezTo>
                      <a:pt x="161066" y="183880"/>
                      <a:pt x="104670" y="196579"/>
                      <a:pt x="79397" y="196579"/>
                    </a:cubicBezTo>
                    <a:cubicBezTo>
                      <a:pt x="57144" y="196579"/>
                      <a:pt x="10769" y="186743"/>
                      <a:pt x="0" y="145131"/>
                    </a:cubicBezTo>
                    <a:cubicBezTo>
                      <a:pt x="16963" y="154873"/>
                      <a:pt x="36695" y="157892"/>
                      <a:pt x="49020" y="157892"/>
                    </a:cubicBezTo>
                    <a:close/>
                  </a:path>
                </a:pathLst>
              </a:custGeom>
              <a:solidFill>
                <a:srgbClr val="97C777"/>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grpSp>
        <p:nvGrpSpPr>
          <p:cNvPr id="312" name="Group 311">
            <a:extLst>
              <a:ext uri="{FF2B5EF4-FFF2-40B4-BE49-F238E27FC236}">
                <a16:creationId xmlns:a16="http://schemas.microsoft.com/office/drawing/2014/main" id="{C3F82EA4-B12F-5F81-447D-7C65ED2C19F8}"/>
              </a:ext>
            </a:extLst>
          </p:cNvPr>
          <p:cNvGrpSpPr/>
          <p:nvPr/>
        </p:nvGrpSpPr>
        <p:grpSpPr>
          <a:xfrm>
            <a:off x="2255255" y="1133441"/>
            <a:ext cx="2123736" cy="983213"/>
            <a:chOff x="2315216" y="1133441"/>
            <a:chExt cx="2123736" cy="983213"/>
          </a:xfrm>
        </p:grpSpPr>
        <p:grpSp>
          <p:nvGrpSpPr>
            <p:cNvPr id="274" name="Group 273">
              <a:extLst>
                <a:ext uri="{FF2B5EF4-FFF2-40B4-BE49-F238E27FC236}">
                  <a16:creationId xmlns:a16="http://schemas.microsoft.com/office/drawing/2014/main" id="{0EA87869-7631-6482-C5C9-1DF3BB7016D2}"/>
                </a:ext>
              </a:extLst>
            </p:cNvPr>
            <p:cNvGrpSpPr/>
            <p:nvPr/>
          </p:nvGrpSpPr>
          <p:grpSpPr>
            <a:xfrm>
              <a:off x="2533824" y="1679484"/>
              <a:ext cx="218066" cy="437170"/>
              <a:chOff x="1552051" y="1542346"/>
              <a:chExt cx="218066" cy="437170"/>
            </a:xfrm>
          </p:grpSpPr>
          <p:sp>
            <p:nvSpPr>
              <p:cNvPr id="219" name="Freeform: Shape 218">
                <a:extLst>
                  <a:ext uri="{FF2B5EF4-FFF2-40B4-BE49-F238E27FC236}">
                    <a16:creationId xmlns:a16="http://schemas.microsoft.com/office/drawing/2014/main" id="{FADD2298-91D3-4631-4D34-DCBF68B39B42}"/>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20" name="Freeform: Shape 219">
                <a:extLst>
                  <a:ext uri="{FF2B5EF4-FFF2-40B4-BE49-F238E27FC236}">
                    <a16:creationId xmlns:a16="http://schemas.microsoft.com/office/drawing/2014/main" id="{6AB807F9-C99C-0D5D-997B-203EB1FB0020}"/>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21" name="Freeform: Shape 220">
                <a:extLst>
                  <a:ext uri="{FF2B5EF4-FFF2-40B4-BE49-F238E27FC236}">
                    <a16:creationId xmlns:a16="http://schemas.microsoft.com/office/drawing/2014/main" id="{DCE66603-8A95-6406-3592-25ED8D84BA48}"/>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22" name="Freeform: Shape 221">
                <a:extLst>
                  <a:ext uri="{FF2B5EF4-FFF2-40B4-BE49-F238E27FC236}">
                    <a16:creationId xmlns:a16="http://schemas.microsoft.com/office/drawing/2014/main" id="{4FF34E9D-3DF3-58D3-030F-504B947CE451}"/>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23" name="Freeform: Shape 222">
                <a:extLst>
                  <a:ext uri="{FF2B5EF4-FFF2-40B4-BE49-F238E27FC236}">
                    <a16:creationId xmlns:a16="http://schemas.microsoft.com/office/drawing/2014/main" id="{50385F44-EAF9-588D-F7BB-BDBC6C896E42}"/>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227" name="Graphic 140">
                <a:extLst>
                  <a:ext uri="{FF2B5EF4-FFF2-40B4-BE49-F238E27FC236}">
                    <a16:creationId xmlns:a16="http://schemas.microsoft.com/office/drawing/2014/main" id="{77522F47-6081-75AC-7757-A5EFF250E5DD}"/>
                  </a:ext>
                </a:extLst>
              </p:cNvPr>
              <p:cNvGrpSpPr/>
              <p:nvPr/>
            </p:nvGrpSpPr>
            <p:grpSpPr>
              <a:xfrm>
                <a:off x="1574304" y="1844762"/>
                <a:ext cx="195813" cy="119346"/>
                <a:chOff x="1741580" y="1851234"/>
                <a:chExt cx="331409" cy="201991"/>
              </a:xfrm>
            </p:grpSpPr>
            <p:sp>
              <p:nvSpPr>
                <p:cNvPr id="230" name="Freeform: Shape 229">
                  <a:extLst>
                    <a:ext uri="{FF2B5EF4-FFF2-40B4-BE49-F238E27FC236}">
                      <a16:creationId xmlns:a16="http://schemas.microsoft.com/office/drawing/2014/main" id="{9A7977A4-F5F1-1AB5-3415-B527F7C42BBE}"/>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1" name="Freeform: Shape 230">
                  <a:extLst>
                    <a:ext uri="{FF2B5EF4-FFF2-40B4-BE49-F238E27FC236}">
                      <a16:creationId xmlns:a16="http://schemas.microsoft.com/office/drawing/2014/main" id="{69C97B9A-6BBF-4342-A614-2821149637B1}"/>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2" name="Freeform: Shape 231">
                  <a:extLst>
                    <a:ext uri="{FF2B5EF4-FFF2-40B4-BE49-F238E27FC236}">
                      <a16:creationId xmlns:a16="http://schemas.microsoft.com/office/drawing/2014/main" id="{1F03F220-4DC0-487A-94FD-BA4DB4D5B88B}"/>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3" name="Freeform: Shape 232">
                  <a:extLst>
                    <a:ext uri="{FF2B5EF4-FFF2-40B4-BE49-F238E27FC236}">
                      <a16:creationId xmlns:a16="http://schemas.microsoft.com/office/drawing/2014/main" id="{1A3DD81E-45B5-D71F-EE2E-2D339466D3A5}"/>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4" name="Freeform: Shape 233">
                  <a:extLst>
                    <a:ext uri="{FF2B5EF4-FFF2-40B4-BE49-F238E27FC236}">
                      <a16:creationId xmlns:a16="http://schemas.microsoft.com/office/drawing/2014/main" id="{56C2633C-1498-8872-80C2-14C3A3E8FAE0}"/>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5" name="Freeform: Shape 234">
                  <a:extLst>
                    <a:ext uri="{FF2B5EF4-FFF2-40B4-BE49-F238E27FC236}">
                      <a16:creationId xmlns:a16="http://schemas.microsoft.com/office/drawing/2014/main" id="{163EE3E7-3642-F0A1-EF6F-CF1F95E3BFF2}"/>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6" name="Freeform: Shape 235">
                  <a:extLst>
                    <a:ext uri="{FF2B5EF4-FFF2-40B4-BE49-F238E27FC236}">
                      <a16:creationId xmlns:a16="http://schemas.microsoft.com/office/drawing/2014/main" id="{8D78D56B-1851-FCD3-CE71-F5E601761461}"/>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7" name="Freeform: Shape 236">
                  <a:extLst>
                    <a:ext uri="{FF2B5EF4-FFF2-40B4-BE49-F238E27FC236}">
                      <a16:creationId xmlns:a16="http://schemas.microsoft.com/office/drawing/2014/main" id="{C2F14A33-D859-C9B0-F4EB-F2DF88800023}"/>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8" name="Freeform: Shape 237">
                  <a:extLst>
                    <a:ext uri="{FF2B5EF4-FFF2-40B4-BE49-F238E27FC236}">
                      <a16:creationId xmlns:a16="http://schemas.microsoft.com/office/drawing/2014/main" id="{197DFB39-256E-4185-28F0-53AA43564D34}"/>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39" name="Freeform: Shape 238">
                  <a:extLst>
                    <a:ext uri="{FF2B5EF4-FFF2-40B4-BE49-F238E27FC236}">
                      <a16:creationId xmlns:a16="http://schemas.microsoft.com/office/drawing/2014/main" id="{B49838BD-CD99-FA15-F139-6826DFEED134}"/>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0" name="Freeform: Shape 239">
                  <a:extLst>
                    <a:ext uri="{FF2B5EF4-FFF2-40B4-BE49-F238E27FC236}">
                      <a16:creationId xmlns:a16="http://schemas.microsoft.com/office/drawing/2014/main" id="{1125E837-3562-DA41-E20C-8802A89DD14D}"/>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1" name="Freeform: Shape 240">
                  <a:extLst>
                    <a:ext uri="{FF2B5EF4-FFF2-40B4-BE49-F238E27FC236}">
                      <a16:creationId xmlns:a16="http://schemas.microsoft.com/office/drawing/2014/main" id="{8395BDFA-3A66-6D09-C910-BBF952DA3D60}"/>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2" name="Freeform: Shape 241">
                  <a:extLst>
                    <a:ext uri="{FF2B5EF4-FFF2-40B4-BE49-F238E27FC236}">
                      <a16:creationId xmlns:a16="http://schemas.microsoft.com/office/drawing/2014/main" id="{E189760D-9446-F9DB-E871-94F65D0965D0}"/>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3" name="Freeform: Shape 242">
                  <a:extLst>
                    <a:ext uri="{FF2B5EF4-FFF2-40B4-BE49-F238E27FC236}">
                      <a16:creationId xmlns:a16="http://schemas.microsoft.com/office/drawing/2014/main" id="{805CB4D2-DF92-CCF5-DFC2-35610932799B}"/>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4" name="Freeform: Shape 243">
                  <a:extLst>
                    <a:ext uri="{FF2B5EF4-FFF2-40B4-BE49-F238E27FC236}">
                      <a16:creationId xmlns:a16="http://schemas.microsoft.com/office/drawing/2014/main" id="{C060C001-82B8-8E47-0BCE-BCF044B1D41B}"/>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5" name="Freeform: Shape 244">
                  <a:extLst>
                    <a:ext uri="{FF2B5EF4-FFF2-40B4-BE49-F238E27FC236}">
                      <a16:creationId xmlns:a16="http://schemas.microsoft.com/office/drawing/2014/main" id="{4740F457-E185-A14F-FE8F-0DFB3A9AD3FD}"/>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6" name="Freeform: Shape 245">
                  <a:extLst>
                    <a:ext uri="{FF2B5EF4-FFF2-40B4-BE49-F238E27FC236}">
                      <a16:creationId xmlns:a16="http://schemas.microsoft.com/office/drawing/2014/main" id="{90B6AD6B-E831-DEAA-E3CA-806B1305B540}"/>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7" name="Freeform: Shape 246">
                  <a:extLst>
                    <a:ext uri="{FF2B5EF4-FFF2-40B4-BE49-F238E27FC236}">
                      <a16:creationId xmlns:a16="http://schemas.microsoft.com/office/drawing/2014/main" id="{9C6AF83E-58BF-55F7-F041-94517633780C}"/>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8" name="Freeform: Shape 247">
                  <a:extLst>
                    <a:ext uri="{FF2B5EF4-FFF2-40B4-BE49-F238E27FC236}">
                      <a16:creationId xmlns:a16="http://schemas.microsoft.com/office/drawing/2014/main" id="{DC8E0640-CFE4-B640-0DE3-064BE2001984}"/>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49" name="Freeform: Shape 248">
                  <a:extLst>
                    <a:ext uri="{FF2B5EF4-FFF2-40B4-BE49-F238E27FC236}">
                      <a16:creationId xmlns:a16="http://schemas.microsoft.com/office/drawing/2014/main" id="{FE3C459E-FD56-F610-F26E-ABF886651005}"/>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50" name="Freeform: Shape 249">
                  <a:extLst>
                    <a:ext uri="{FF2B5EF4-FFF2-40B4-BE49-F238E27FC236}">
                      <a16:creationId xmlns:a16="http://schemas.microsoft.com/office/drawing/2014/main" id="{DE8FB00B-2DC8-1FA1-28A5-E733A7272E9B}"/>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51" name="Freeform: Shape 250">
                  <a:extLst>
                    <a:ext uri="{FF2B5EF4-FFF2-40B4-BE49-F238E27FC236}">
                      <a16:creationId xmlns:a16="http://schemas.microsoft.com/office/drawing/2014/main" id="{41BA611C-2DBD-9C3B-EF3B-498A0128E674}"/>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228" name="Freeform: Shape 227">
                <a:extLst>
                  <a:ext uri="{FF2B5EF4-FFF2-40B4-BE49-F238E27FC236}">
                    <a16:creationId xmlns:a16="http://schemas.microsoft.com/office/drawing/2014/main" id="{8FD701E6-393E-ABC0-6B0F-582C526C224B}"/>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275" name="Group 274">
              <a:extLst>
                <a:ext uri="{FF2B5EF4-FFF2-40B4-BE49-F238E27FC236}">
                  <a16:creationId xmlns:a16="http://schemas.microsoft.com/office/drawing/2014/main" id="{BE2D8A28-9F56-545F-1CEC-CAD4A045F3C8}"/>
                </a:ext>
              </a:extLst>
            </p:cNvPr>
            <p:cNvGrpSpPr/>
            <p:nvPr/>
          </p:nvGrpSpPr>
          <p:grpSpPr>
            <a:xfrm>
              <a:off x="4194967" y="1427408"/>
              <a:ext cx="218066" cy="437170"/>
              <a:chOff x="1552051" y="1542346"/>
              <a:chExt cx="218066" cy="437170"/>
            </a:xfrm>
          </p:grpSpPr>
          <p:sp>
            <p:nvSpPr>
              <p:cNvPr id="276" name="Freeform: Shape 275">
                <a:extLst>
                  <a:ext uri="{FF2B5EF4-FFF2-40B4-BE49-F238E27FC236}">
                    <a16:creationId xmlns:a16="http://schemas.microsoft.com/office/drawing/2014/main" id="{6FD3133B-72E6-02E1-2221-A311CA8ABD7D}"/>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77" name="Freeform: Shape 276">
                <a:extLst>
                  <a:ext uri="{FF2B5EF4-FFF2-40B4-BE49-F238E27FC236}">
                    <a16:creationId xmlns:a16="http://schemas.microsoft.com/office/drawing/2014/main" id="{B2C84470-3B0C-558B-A0DF-61704835CD79}"/>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78" name="Freeform: Shape 277">
                <a:extLst>
                  <a:ext uri="{FF2B5EF4-FFF2-40B4-BE49-F238E27FC236}">
                    <a16:creationId xmlns:a16="http://schemas.microsoft.com/office/drawing/2014/main" id="{7C28DAD1-DD35-249B-402B-669FCDEE00EB}"/>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79" name="Freeform: Shape 278">
                <a:extLst>
                  <a:ext uri="{FF2B5EF4-FFF2-40B4-BE49-F238E27FC236}">
                    <a16:creationId xmlns:a16="http://schemas.microsoft.com/office/drawing/2014/main" id="{A52E08B9-7A80-C3BA-7F96-3A0D063A009B}"/>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0" name="Freeform: Shape 279">
                <a:extLst>
                  <a:ext uri="{FF2B5EF4-FFF2-40B4-BE49-F238E27FC236}">
                    <a16:creationId xmlns:a16="http://schemas.microsoft.com/office/drawing/2014/main" id="{4E422268-63A0-2EC1-985E-1E25D1C3DC08}"/>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281" name="Graphic 140">
                <a:extLst>
                  <a:ext uri="{FF2B5EF4-FFF2-40B4-BE49-F238E27FC236}">
                    <a16:creationId xmlns:a16="http://schemas.microsoft.com/office/drawing/2014/main" id="{DA68C960-51F6-4ED7-E9F5-DC626F0CD08D}"/>
                  </a:ext>
                </a:extLst>
              </p:cNvPr>
              <p:cNvGrpSpPr/>
              <p:nvPr/>
            </p:nvGrpSpPr>
            <p:grpSpPr>
              <a:xfrm>
                <a:off x="1574304" y="1844762"/>
                <a:ext cx="195813" cy="119346"/>
                <a:chOff x="1741580" y="1851234"/>
                <a:chExt cx="331409" cy="201991"/>
              </a:xfrm>
            </p:grpSpPr>
            <p:sp>
              <p:nvSpPr>
                <p:cNvPr id="283" name="Freeform: Shape 282">
                  <a:extLst>
                    <a:ext uri="{FF2B5EF4-FFF2-40B4-BE49-F238E27FC236}">
                      <a16:creationId xmlns:a16="http://schemas.microsoft.com/office/drawing/2014/main" id="{8F485B0F-90F9-4F4D-AB8C-73921C505322}"/>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4" name="Freeform: Shape 283">
                  <a:extLst>
                    <a:ext uri="{FF2B5EF4-FFF2-40B4-BE49-F238E27FC236}">
                      <a16:creationId xmlns:a16="http://schemas.microsoft.com/office/drawing/2014/main" id="{C1E065B9-E930-AB2C-7B24-DAAF775CB25D}"/>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5" name="Freeform: Shape 284">
                  <a:extLst>
                    <a:ext uri="{FF2B5EF4-FFF2-40B4-BE49-F238E27FC236}">
                      <a16:creationId xmlns:a16="http://schemas.microsoft.com/office/drawing/2014/main" id="{4095A714-9A95-FF59-DE76-08835AD178BA}"/>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6" name="Freeform: Shape 285">
                  <a:extLst>
                    <a:ext uri="{FF2B5EF4-FFF2-40B4-BE49-F238E27FC236}">
                      <a16:creationId xmlns:a16="http://schemas.microsoft.com/office/drawing/2014/main" id="{06E588D2-F83B-370F-888A-ADD352A43D6B}"/>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7" name="Freeform: Shape 286">
                  <a:extLst>
                    <a:ext uri="{FF2B5EF4-FFF2-40B4-BE49-F238E27FC236}">
                      <a16:creationId xmlns:a16="http://schemas.microsoft.com/office/drawing/2014/main" id="{FC75817C-C3F2-410F-6960-E47108537498}"/>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8" name="Freeform: Shape 287">
                  <a:extLst>
                    <a:ext uri="{FF2B5EF4-FFF2-40B4-BE49-F238E27FC236}">
                      <a16:creationId xmlns:a16="http://schemas.microsoft.com/office/drawing/2014/main" id="{782FBB2C-3CD7-FE84-2858-963995F37739}"/>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89" name="Freeform: Shape 288">
                  <a:extLst>
                    <a:ext uri="{FF2B5EF4-FFF2-40B4-BE49-F238E27FC236}">
                      <a16:creationId xmlns:a16="http://schemas.microsoft.com/office/drawing/2014/main" id="{B0BE91F6-7AE9-1257-ADAD-EF5C8F29CE0F}"/>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0" name="Freeform: Shape 289">
                  <a:extLst>
                    <a:ext uri="{FF2B5EF4-FFF2-40B4-BE49-F238E27FC236}">
                      <a16:creationId xmlns:a16="http://schemas.microsoft.com/office/drawing/2014/main" id="{8DB6A9EF-9C34-1685-54A7-DF4AD93E3459}"/>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1" name="Freeform: Shape 290">
                  <a:extLst>
                    <a:ext uri="{FF2B5EF4-FFF2-40B4-BE49-F238E27FC236}">
                      <a16:creationId xmlns:a16="http://schemas.microsoft.com/office/drawing/2014/main" id="{F79AD392-1ACF-D417-AC80-14CEE35ABF79}"/>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2" name="Freeform: Shape 291">
                  <a:extLst>
                    <a:ext uri="{FF2B5EF4-FFF2-40B4-BE49-F238E27FC236}">
                      <a16:creationId xmlns:a16="http://schemas.microsoft.com/office/drawing/2014/main" id="{FC56C294-DD36-61C7-8DC3-C35710EEDD83}"/>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3" name="Freeform: Shape 292">
                  <a:extLst>
                    <a:ext uri="{FF2B5EF4-FFF2-40B4-BE49-F238E27FC236}">
                      <a16:creationId xmlns:a16="http://schemas.microsoft.com/office/drawing/2014/main" id="{0BDEDC34-B5FE-5E00-AE39-25DC4D8904AF}"/>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4" name="Freeform: Shape 293">
                  <a:extLst>
                    <a:ext uri="{FF2B5EF4-FFF2-40B4-BE49-F238E27FC236}">
                      <a16:creationId xmlns:a16="http://schemas.microsoft.com/office/drawing/2014/main" id="{7ADBAC04-91FC-D78B-AB52-9199C8A8FD9E}"/>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5" name="Freeform: Shape 294">
                  <a:extLst>
                    <a:ext uri="{FF2B5EF4-FFF2-40B4-BE49-F238E27FC236}">
                      <a16:creationId xmlns:a16="http://schemas.microsoft.com/office/drawing/2014/main" id="{C77E1225-3CF2-3E29-CC53-95478AF26FF6}"/>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6" name="Freeform: Shape 295">
                  <a:extLst>
                    <a:ext uri="{FF2B5EF4-FFF2-40B4-BE49-F238E27FC236}">
                      <a16:creationId xmlns:a16="http://schemas.microsoft.com/office/drawing/2014/main" id="{7F849038-41BD-BDF7-E330-EA3EABE67A78}"/>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7" name="Freeform: Shape 296">
                  <a:extLst>
                    <a:ext uri="{FF2B5EF4-FFF2-40B4-BE49-F238E27FC236}">
                      <a16:creationId xmlns:a16="http://schemas.microsoft.com/office/drawing/2014/main" id="{20CFF22B-8DAF-CCF7-70FA-778FB32B9B58}"/>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8" name="Freeform: Shape 297">
                  <a:extLst>
                    <a:ext uri="{FF2B5EF4-FFF2-40B4-BE49-F238E27FC236}">
                      <a16:creationId xmlns:a16="http://schemas.microsoft.com/office/drawing/2014/main" id="{4A179451-A12E-FA6F-FFBB-AFCCA078DA94}"/>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299" name="Freeform: Shape 298">
                  <a:extLst>
                    <a:ext uri="{FF2B5EF4-FFF2-40B4-BE49-F238E27FC236}">
                      <a16:creationId xmlns:a16="http://schemas.microsoft.com/office/drawing/2014/main" id="{AB0B0E27-E3BC-5687-CE51-EA11782809D4}"/>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00" name="Freeform: Shape 299">
                  <a:extLst>
                    <a:ext uri="{FF2B5EF4-FFF2-40B4-BE49-F238E27FC236}">
                      <a16:creationId xmlns:a16="http://schemas.microsoft.com/office/drawing/2014/main" id="{00358EDD-D884-0102-C00D-CA461C8E7D83}"/>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01" name="Freeform: Shape 300">
                  <a:extLst>
                    <a:ext uri="{FF2B5EF4-FFF2-40B4-BE49-F238E27FC236}">
                      <a16:creationId xmlns:a16="http://schemas.microsoft.com/office/drawing/2014/main" id="{6B81CC5C-3ED6-05D8-C491-646433951D25}"/>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02" name="Freeform: Shape 301">
                  <a:extLst>
                    <a:ext uri="{FF2B5EF4-FFF2-40B4-BE49-F238E27FC236}">
                      <a16:creationId xmlns:a16="http://schemas.microsoft.com/office/drawing/2014/main" id="{DB06C47F-ECB2-55C0-5DBA-1BC95697AE15}"/>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03" name="Freeform: Shape 302">
                  <a:extLst>
                    <a:ext uri="{FF2B5EF4-FFF2-40B4-BE49-F238E27FC236}">
                      <a16:creationId xmlns:a16="http://schemas.microsoft.com/office/drawing/2014/main" id="{C958B341-F777-C844-91E7-018FBA95C838}"/>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04" name="Freeform: Shape 303">
                  <a:extLst>
                    <a:ext uri="{FF2B5EF4-FFF2-40B4-BE49-F238E27FC236}">
                      <a16:creationId xmlns:a16="http://schemas.microsoft.com/office/drawing/2014/main" id="{3B6C44D7-4B4F-A3AD-98DF-504831FB62CE}"/>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282" name="Freeform: Shape 281">
                <a:extLst>
                  <a:ext uri="{FF2B5EF4-FFF2-40B4-BE49-F238E27FC236}">
                    <a16:creationId xmlns:a16="http://schemas.microsoft.com/office/drawing/2014/main" id="{6A59CF77-335F-15E9-9A6F-6F5D6D7745A3}"/>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208" name="Group 207">
              <a:extLst>
                <a:ext uri="{FF2B5EF4-FFF2-40B4-BE49-F238E27FC236}">
                  <a16:creationId xmlns:a16="http://schemas.microsoft.com/office/drawing/2014/main" id="{FD55FE42-01F0-249A-94D0-9291BA346BE6}"/>
                </a:ext>
              </a:extLst>
            </p:cNvPr>
            <p:cNvGrpSpPr/>
            <p:nvPr/>
          </p:nvGrpSpPr>
          <p:grpSpPr>
            <a:xfrm>
              <a:off x="2315216" y="1133441"/>
              <a:ext cx="2123736" cy="540512"/>
              <a:chOff x="2315216" y="1099573"/>
              <a:chExt cx="2123736" cy="540512"/>
            </a:xfrm>
            <a:effectLst>
              <a:outerShdw blurRad="152400" dist="241300" dir="5400000" sx="90000" sy="-19000" rotWithShape="0">
                <a:srgbClr val="43515C">
                  <a:alpha val="16000"/>
                </a:srgbClr>
              </a:outerShdw>
            </a:effectLst>
            <a:scene3d>
              <a:camera prst="isometricOffAxis1Right"/>
              <a:lightRig rig="threePt" dir="t"/>
            </a:scene3d>
          </p:grpSpPr>
          <p:sp>
            <p:nvSpPr>
              <p:cNvPr id="38" name="Rectangle: Rounded Corners 37">
                <a:extLst>
                  <a:ext uri="{FF2B5EF4-FFF2-40B4-BE49-F238E27FC236}">
                    <a16:creationId xmlns:a16="http://schemas.microsoft.com/office/drawing/2014/main" id="{DAA75FB9-48AD-B577-8EEC-E410E23E4056}"/>
                  </a:ext>
                </a:extLst>
              </p:cNvPr>
              <p:cNvSpPr/>
              <p:nvPr/>
            </p:nvSpPr>
            <p:spPr>
              <a:xfrm>
                <a:off x="2343985" y="1132450"/>
                <a:ext cx="2066198" cy="507635"/>
              </a:xfrm>
              <a:prstGeom prst="roundRect">
                <a:avLst>
                  <a:gd name="adj" fmla="val 10794"/>
                </a:avLst>
              </a:prstGeom>
              <a:gradFill flip="none" rotWithShape="1">
                <a:gsLst>
                  <a:gs pos="0">
                    <a:srgbClr val="0049C0"/>
                  </a:gs>
                  <a:gs pos="55000">
                    <a:srgbClr val="5074CC"/>
                  </a:gs>
                  <a:gs pos="100000">
                    <a:srgbClr val="773F9E"/>
                  </a:gs>
                </a:gsLst>
                <a:lin ang="7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39" name="Rectangle: Rounded Corners 38">
                <a:extLst>
                  <a:ext uri="{FF2B5EF4-FFF2-40B4-BE49-F238E27FC236}">
                    <a16:creationId xmlns:a16="http://schemas.microsoft.com/office/drawing/2014/main" id="{9350DB9A-DA23-2472-EC2A-57B40F04E0C3}"/>
                  </a:ext>
                </a:extLst>
              </p:cNvPr>
              <p:cNvSpPr/>
              <p:nvPr/>
            </p:nvSpPr>
            <p:spPr>
              <a:xfrm>
                <a:off x="2315216" y="1099573"/>
                <a:ext cx="2123736" cy="507635"/>
              </a:xfrm>
              <a:prstGeom prst="roundRect">
                <a:avLst>
                  <a:gd name="adj" fmla="val 14572"/>
                </a:avLst>
              </a:prstGeom>
              <a:gradFill flip="none" rotWithShape="1">
                <a:gsLst>
                  <a:gs pos="0">
                    <a:srgbClr val="3E5ECA">
                      <a:alpha val="60000"/>
                    </a:srgbClr>
                  </a:gs>
                  <a:gs pos="26000">
                    <a:srgbClr val="5074CC">
                      <a:alpha val="49000"/>
                    </a:srgbClr>
                  </a:gs>
                  <a:gs pos="100000">
                    <a:srgbClr val="B38AD2">
                      <a:alpha val="43000"/>
                    </a:srgbClr>
                  </a:gs>
                </a:gsLst>
                <a:lin ang="7800000" scaled="0"/>
                <a:tileRect/>
              </a:gradFill>
              <a:ln w="6350">
                <a:gradFill>
                  <a:gsLst>
                    <a:gs pos="0">
                      <a:schemeClr val="accent1">
                        <a:lumMod val="5000"/>
                        <a:lumOff val="95000"/>
                      </a:schemeClr>
                    </a:gs>
                    <a:gs pos="74000">
                      <a:schemeClr val="bg1">
                        <a:alpha val="0"/>
                      </a:schemeClr>
                    </a:gs>
                    <a:gs pos="30000">
                      <a:schemeClr val="accent1">
                        <a:lumMod val="45000"/>
                        <a:lumOff val="55000"/>
                      </a:schemeClr>
                    </a:gs>
                    <a:gs pos="100000">
                      <a:schemeClr val="bg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74" name="TextBox 73">
                <a:extLst>
                  <a:ext uri="{FF2B5EF4-FFF2-40B4-BE49-F238E27FC236}">
                    <a16:creationId xmlns:a16="http://schemas.microsoft.com/office/drawing/2014/main" id="{BFD83ADB-A0A9-EB68-C736-51F8981DC336}"/>
                  </a:ext>
                </a:extLst>
              </p:cNvPr>
              <p:cNvSpPr txBox="1"/>
              <p:nvPr/>
            </p:nvSpPr>
            <p:spPr>
              <a:xfrm>
                <a:off x="2411242" y="1180759"/>
                <a:ext cx="1931684" cy="35394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prstClr val="white"/>
                    </a:solidFill>
                    <a:effectLst/>
                    <a:uLnTx/>
                    <a:uFillTx/>
                    <a:latin typeface="Arial" panose="020B0604020202020204" pitchFamily="34" charset="0"/>
                    <a:ea typeface="+mn-ea"/>
                    <a:cs typeface="+mn-cs"/>
                  </a:rPr>
                  <a:t>ITAMETNISLTEM</a:t>
                </a:r>
              </a:p>
            </p:txBody>
          </p:sp>
        </p:grpSp>
      </p:grpSp>
      <p:grpSp>
        <p:nvGrpSpPr>
          <p:cNvPr id="540" name="Group 539">
            <a:extLst>
              <a:ext uri="{FF2B5EF4-FFF2-40B4-BE49-F238E27FC236}">
                <a16:creationId xmlns:a16="http://schemas.microsoft.com/office/drawing/2014/main" id="{A4E06FC3-4C9B-64B7-AD85-74B7AA64910D}"/>
              </a:ext>
            </a:extLst>
          </p:cNvPr>
          <p:cNvGrpSpPr/>
          <p:nvPr/>
        </p:nvGrpSpPr>
        <p:grpSpPr>
          <a:xfrm>
            <a:off x="11214507" y="1384058"/>
            <a:ext cx="308005" cy="279447"/>
            <a:chOff x="586933" y="1286506"/>
            <a:chExt cx="546473" cy="495804"/>
          </a:xfrm>
        </p:grpSpPr>
        <p:sp>
          <p:nvSpPr>
            <p:cNvPr id="541" name="Freeform: Shape 540">
              <a:extLst>
                <a:ext uri="{FF2B5EF4-FFF2-40B4-BE49-F238E27FC236}">
                  <a16:creationId xmlns:a16="http://schemas.microsoft.com/office/drawing/2014/main" id="{5BD5AF83-F54E-BE30-97BE-79BEF0D248F6}"/>
                </a:ext>
              </a:extLst>
            </p:cNvPr>
            <p:cNvSpPr/>
            <p:nvPr/>
          </p:nvSpPr>
          <p:spPr>
            <a:xfrm>
              <a:off x="660914" y="1555137"/>
              <a:ext cx="472492" cy="227173"/>
            </a:xfrm>
            <a:custGeom>
              <a:avLst/>
              <a:gdLst>
                <a:gd name="connsiteX0" fmla="*/ 472492 w 472492"/>
                <a:gd name="connsiteY0" fmla="*/ 91940 h 227173"/>
                <a:gd name="connsiteX1" fmla="*/ 282014 w 472492"/>
                <a:gd name="connsiteY1" fmla="*/ 0 h 227173"/>
                <a:gd name="connsiteX2" fmla="*/ 256119 w 472492"/>
                <a:gd name="connsiteY2" fmla="*/ 2583 h 227173"/>
                <a:gd name="connsiteX3" fmla="*/ 256119 w 472492"/>
                <a:gd name="connsiteY3" fmla="*/ 2583 h 227173"/>
                <a:gd name="connsiteX4" fmla="*/ 255901 w 472492"/>
                <a:gd name="connsiteY4" fmla="*/ 2646 h 227173"/>
                <a:gd name="connsiteX5" fmla="*/ 246501 w 472492"/>
                <a:gd name="connsiteY5" fmla="*/ 5135 h 227173"/>
                <a:gd name="connsiteX6" fmla="*/ 245350 w 472492"/>
                <a:gd name="connsiteY6" fmla="*/ 5509 h 227173"/>
                <a:gd name="connsiteX7" fmla="*/ 236978 w 472492"/>
                <a:gd name="connsiteY7" fmla="*/ 8746 h 227173"/>
                <a:gd name="connsiteX8" fmla="*/ 236044 w 472492"/>
                <a:gd name="connsiteY8" fmla="*/ 9182 h 227173"/>
                <a:gd name="connsiteX9" fmla="*/ 228294 w 472492"/>
                <a:gd name="connsiteY9" fmla="*/ 13197 h 227173"/>
                <a:gd name="connsiteX10" fmla="*/ 228107 w 472492"/>
                <a:gd name="connsiteY10" fmla="*/ 13321 h 227173"/>
                <a:gd name="connsiteX11" fmla="*/ 220980 w 472492"/>
                <a:gd name="connsiteY11" fmla="*/ 18083 h 227173"/>
                <a:gd name="connsiteX12" fmla="*/ 220762 w 472492"/>
                <a:gd name="connsiteY12" fmla="*/ 18239 h 227173"/>
                <a:gd name="connsiteX13" fmla="*/ 214631 w 472492"/>
                <a:gd name="connsiteY13" fmla="*/ 23374 h 227173"/>
                <a:gd name="connsiteX14" fmla="*/ 213977 w 472492"/>
                <a:gd name="connsiteY14" fmla="*/ 23965 h 227173"/>
                <a:gd name="connsiteX15" fmla="*/ 208748 w 472492"/>
                <a:gd name="connsiteY15" fmla="*/ 29350 h 227173"/>
                <a:gd name="connsiteX16" fmla="*/ 208157 w 472492"/>
                <a:gd name="connsiteY16" fmla="*/ 30035 h 227173"/>
                <a:gd name="connsiteX17" fmla="*/ 203519 w 472492"/>
                <a:gd name="connsiteY17" fmla="*/ 35824 h 227173"/>
                <a:gd name="connsiteX18" fmla="*/ 203301 w 472492"/>
                <a:gd name="connsiteY18" fmla="*/ 36166 h 227173"/>
                <a:gd name="connsiteX19" fmla="*/ 199193 w 472492"/>
                <a:gd name="connsiteY19" fmla="*/ 42391 h 227173"/>
                <a:gd name="connsiteX20" fmla="*/ 199131 w 472492"/>
                <a:gd name="connsiteY20" fmla="*/ 42484 h 227173"/>
                <a:gd name="connsiteX21" fmla="*/ 195738 w 472492"/>
                <a:gd name="connsiteY21" fmla="*/ 48709 h 227173"/>
                <a:gd name="connsiteX22" fmla="*/ 195365 w 472492"/>
                <a:gd name="connsiteY22" fmla="*/ 49456 h 227173"/>
                <a:gd name="connsiteX23" fmla="*/ 192688 w 472492"/>
                <a:gd name="connsiteY23" fmla="*/ 55494 h 227173"/>
                <a:gd name="connsiteX24" fmla="*/ 192346 w 472492"/>
                <a:gd name="connsiteY24" fmla="*/ 56365 h 227173"/>
                <a:gd name="connsiteX25" fmla="*/ 190167 w 472492"/>
                <a:gd name="connsiteY25" fmla="*/ 62403 h 227173"/>
                <a:gd name="connsiteX26" fmla="*/ 189980 w 472492"/>
                <a:gd name="connsiteY26" fmla="*/ 62995 h 227173"/>
                <a:gd name="connsiteX27" fmla="*/ 188237 w 472492"/>
                <a:gd name="connsiteY27" fmla="*/ 69064 h 227173"/>
                <a:gd name="connsiteX28" fmla="*/ 188237 w 472492"/>
                <a:gd name="connsiteY28" fmla="*/ 69157 h 227173"/>
                <a:gd name="connsiteX29" fmla="*/ 186961 w 472492"/>
                <a:gd name="connsiteY29" fmla="*/ 74977 h 227173"/>
                <a:gd name="connsiteX30" fmla="*/ 186806 w 472492"/>
                <a:gd name="connsiteY30" fmla="*/ 75756 h 227173"/>
                <a:gd name="connsiteX31" fmla="*/ 185997 w 472492"/>
                <a:gd name="connsiteY31" fmla="*/ 80984 h 227173"/>
                <a:gd name="connsiteX32" fmla="*/ 185872 w 472492"/>
                <a:gd name="connsiteY32" fmla="*/ 81887 h 227173"/>
                <a:gd name="connsiteX33" fmla="*/ 185685 w 472492"/>
                <a:gd name="connsiteY33" fmla="*/ 83443 h 227173"/>
                <a:gd name="connsiteX34" fmla="*/ 160911 w 472492"/>
                <a:gd name="connsiteY34" fmla="*/ 83443 h 227173"/>
                <a:gd name="connsiteX35" fmla="*/ 131374 w 472492"/>
                <a:gd name="connsiteY35" fmla="*/ 80051 h 227173"/>
                <a:gd name="connsiteX36" fmla="*/ 112606 w 472492"/>
                <a:gd name="connsiteY36" fmla="*/ 82105 h 227173"/>
                <a:gd name="connsiteX37" fmla="*/ 112606 w 472492"/>
                <a:gd name="connsiteY37" fmla="*/ 82105 h 227173"/>
                <a:gd name="connsiteX38" fmla="*/ 112451 w 472492"/>
                <a:gd name="connsiteY38" fmla="*/ 82136 h 227173"/>
                <a:gd name="connsiteX39" fmla="*/ 105635 w 472492"/>
                <a:gd name="connsiteY39" fmla="*/ 84128 h 227173"/>
                <a:gd name="connsiteX40" fmla="*/ 104794 w 472492"/>
                <a:gd name="connsiteY40" fmla="*/ 84408 h 227173"/>
                <a:gd name="connsiteX41" fmla="*/ 98725 w 472492"/>
                <a:gd name="connsiteY41" fmla="*/ 86991 h 227173"/>
                <a:gd name="connsiteX42" fmla="*/ 98040 w 472492"/>
                <a:gd name="connsiteY42" fmla="*/ 87334 h 227173"/>
                <a:gd name="connsiteX43" fmla="*/ 92438 w 472492"/>
                <a:gd name="connsiteY43" fmla="*/ 90539 h 227173"/>
                <a:gd name="connsiteX44" fmla="*/ 92314 w 472492"/>
                <a:gd name="connsiteY44" fmla="*/ 90633 h 227173"/>
                <a:gd name="connsiteX45" fmla="*/ 87147 w 472492"/>
                <a:gd name="connsiteY45" fmla="*/ 94430 h 227173"/>
                <a:gd name="connsiteX46" fmla="*/ 86960 w 472492"/>
                <a:gd name="connsiteY46" fmla="*/ 94554 h 227173"/>
                <a:gd name="connsiteX47" fmla="*/ 82510 w 472492"/>
                <a:gd name="connsiteY47" fmla="*/ 98632 h 227173"/>
                <a:gd name="connsiteX48" fmla="*/ 82012 w 472492"/>
                <a:gd name="connsiteY48" fmla="*/ 99130 h 227173"/>
                <a:gd name="connsiteX49" fmla="*/ 78214 w 472492"/>
                <a:gd name="connsiteY49" fmla="*/ 103425 h 227173"/>
                <a:gd name="connsiteX50" fmla="*/ 77779 w 472492"/>
                <a:gd name="connsiteY50" fmla="*/ 103985 h 227173"/>
                <a:gd name="connsiteX51" fmla="*/ 74417 w 472492"/>
                <a:gd name="connsiteY51" fmla="*/ 108622 h 227173"/>
                <a:gd name="connsiteX52" fmla="*/ 74262 w 472492"/>
                <a:gd name="connsiteY52" fmla="*/ 108903 h 227173"/>
                <a:gd name="connsiteX53" fmla="*/ 71305 w 472492"/>
                <a:gd name="connsiteY53" fmla="*/ 113882 h 227173"/>
                <a:gd name="connsiteX54" fmla="*/ 71243 w 472492"/>
                <a:gd name="connsiteY54" fmla="*/ 113976 h 227173"/>
                <a:gd name="connsiteX55" fmla="*/ 68784 w 472492"/>
                <a:gd name="connsiteY55" fmla="*/ 118956 h 227173"/>
                <a:gd name="connsiteX56" fmla="*/ 68504 w 472492"/>
                <a:gd name="connsiteY56" fmla="*/ 119547 h 227173"/>
                <a:gd name="connsiteX57" fmla="*/ 66543 w 472492"/>
                <a:gd name="connsiteY57" fmla="*/ 124371 h 227173"/>
                <a:gd name="connsiteX58" fmla="*/ 66294 w 472492"/>
                <a:gd name="connsiteY58" fmla="*/ 125087 h 227173"/>
                <a:gd name="connsiteX59" fmla="*/ 64707 w 472492"/>
                <a:gd name="connsiteY59" fmla="*/ 129911 h 227173"/>
                <a:gd name="connsiteX60" fmla="*/ 64582 w 472492"/>
                <a:gd name="connsiteY60" fmla="*/ 130409 h 227173"/>
                <a:gd name="connsiteX61" fmla="*/ 63306 w 472492"/>
                <a:gd name="connsiteY61" fmla="*/ 135264 h 227173"/>
                <a:gd name="connsiteX62" fmla="*/ 63306 w 472492"/>
                <a:gd name="connsiteY62" fmla="*/ 135327 h 227173"/>
                <a:gd name="connsiteX63" fmla="*/ 62372 w 472492"/>
                <a:gd name="connsiteY63" fmla="*/ 139964 h 227173"/>
                <a:gd name="connsiteX64" fmla="*/ 62248 w 472492"/>
                <a:gd name="connsiteY64" fmla="*/ 140587 h 227173"/>
                <a:gd name="connsiteX65" fmla="*/ 61656 w 472492"/>
                <a:gd name="connsiteY65" fmla="*/ 144788 h 227173"/>
                <a:gd name="connsiteX66" fmla="*/ 61563 w 472492"/>
                <a:gd name="connsiteY66" fmla="*/ 145504 h 227173"/>
                <a:gd name="connsiteX67" fmla="*/ 61439 w 472492"/>
                <a:gd name="connsiteY67" fmla="*/ 146656 h 227173"/>
                <a:gd name="connsiteX68" fmla="*/ 7656 w 472492"/>
                <a:gd name="connsiteY68" fmla="*/ 146656 h 227173"/>
                <a:gd name="connsiteX69" fmla="*/ 0 w 472492"/>
                <a:gd name="connsiteY69" fmla="*/ 153565 h 227173"/>
                <a:gd name="connsiteX70" fmla="*/ 7656 w 472492"/>
                <a:gd name="connsiteY70" fmla="*/ 160475 h 227173"/>
                <a:gd name="connsiteX71" fmla="*/ 61439 w 472492"/>
                <a:gd name="connsiteY71" fmla="*/ 160475 h 227173"/>
                <a:gd name="connsiteX72" fmla="*/ 61439 w 472492"/>
                <a:gd name="connsiteY72" fmla="*/ 160662 h 227173"/>
                <a:gd name="connsiteX73" fmla="*/ 62123 w 472492"/>
                <a:gd name="connsiteY73" fmla="*/ 166015 h 227173"/>
                <a:gd name="connsiteX74" fmla="*/ 63244 w 472492"/>
                <a:gd name="connsiteY74" fmla="*/ 171742 h 227173"/>
                <a:gd name="connsiteX75" fmla="*/ 72768 w 472492"/>
                <a:gd name="connsiteY75" fmla="*/ 195987 h 227173"/>
                <a:gd name="connsiteX76" fmla="*/ 74635 w 472492"/>
                <a:gd name="connsiteY76" fmla="*/ 198944 h 227173"/>
                <a:gd name="connsiteX77" fmla="*/ 96080 w 472492"/>
                <a:gd name="connsiteY77" fmla="*/ 218894 h 227173"/>
                <a:gd name="connsiteX78" fmla="*/ 131312 w 472492"/>
                <a:gd name="connsiteY78" fmla="*/ 227173 h 227173"/>
                <a:gd name="connsiteX79" fmla="*/ 138844 w 472492"/>
                <a:gd name="connsiteY79" fmla="*/ 226893 h 227173"/>
                <a:gd name="connsiteX80" fmla="*/ 140649 w 472492"/>
                <a:gd name="connsiteY80" fmla="*/ 226769 h 227173"/>
                <a:gd name="connsiteX81" fmla="*/ 148305 w 472492"/>
                <a:gd name="connsiteY81" fmla="*/ 225960 h 227173"/>
                <a:gd name="connsiteX82" fmla="*/ 149052 w 472492"/>
                <a:gd name="connsiteY82" fmla="*/ 225835 h 227173"/>
                <a:gd name="connsiteX83" fmla="*/ 156304 w 472492"/>
                <a:gd name="connsiteY83" fmla="*/ 224652 h 227173"/>
                <a:gd name="connsiteX84" fmla="*/ 158110 w 472492"/>
                <a:gd name="connsiteY84" fmla="*/ 224310 h 227173"/>
                <a:gd name="connsiteX85" fmla="*/ 165953 w 472492"/>
                <a:gd name="connsiteY85" fmla="*/ 222598 h 227173"/>
                <a:gd name="connsiteX86" fmla="*/ 167167 w 472492"/>
                <a:gd name="connsiteY86" fmla="*/ 222287 h 227173"/>
                <a:gd name="connsiteX87" fmla="*/ 174263 w 472492"/>
                <a:gd name="connsiteY87" fmla="*/ 220388 h 227173"/>
                <a:gd name="connsiteX88" fmla="*/ 175944 w 472492"/>
                <a:gd name="connsiteY88" fmla="*/ 219890 h 227173"/>
                <a:gd name="connsiteX89" fmla="*/ 183818 w 472492"/>
                <a:gd name="connsiteY89" fmla="*/ 217400 h 227173"/>
                <a:gd name="connsiteX90" fmla="*/ 185281 w 472492"/>
                <a:gd name="connsiteY90" fmla="*/ 216902 h 227173"/>
                <a:gd name="connsiteX91" fmla="*/ 192221 w 472492"/>
                <a:gd name="connsiteY91" fmla="*/ 214381 h 227173"/>
                <a:gd name="connsiteX92" fmla="*/ 193653 w 472492"/>
                <a:gd name="connsiteY92" fmla="*/ 213821 h 227173"/>
                <a:gd name="connsiteX93" fmla="*/ 201341 w 472492"/>
                <a:gd name="connsiteY93" fmla="*/ 210678 h 227173"/>
                <a:gd name="connsiteX94" fmla="*/ 202866 w 472492"/>
                <a:gd name="connsiteY94" fmla="*/ 210024 h 227173"/>
                <a:gd name="connsiteX95" fmla="*/ 209682 w 472492"/>
                <a:gd name="connsiteY95" fmla="*/ 206912 h 227173"/>
                <a:gd name="connsiteX96" fmla="*/ 210678 w 472492"/>
                <a:gd name="connsiteY96" fmla="*/ 206445 h 227173"/>
                <a:gd name="connsiteX97" fmla="*/ 217992 w 472492"/>
                <a:gd name="connsiteY97" fmla="*/ 202772 h 227173"/>
                <a:gd name="connsiteX98" fmla="*/ 219455 w 472492"/>
                <a:gd name="connsiteY98" fmla="*/ 201994 h 227173"/>
                <a:gd name="connsiteX99" fmla="*/ 226115 w 472492"/>
                <a:gd name="connsiteY99" fmla="*/ 198321 h 227173"/>
                <a:gd name="connsiteX100" fmla="*/ 226551 w 472492"/>
                <a:gd name="connsiteY100" fmla="*/ 198073 h 227173"/>
                <a:gd name="connsiteX101" fmla="*/ 233212 w 472492"/>
                <a:gd name="connsiteY101" fmla="*/ 194026 h 227173"/>
                <a:gd name="connsiteX102" fmla="*/ 234488 w 472492"/>
                <a:gd name="connsiteY102" fmla="*/ 193217 h 227173"/>
                <a:gd name="connsiteX103" fmla="*/ 246439 w 472492"/>
                <a:gd name="connsiteY103" fmla="*/ 184783 h 227173"/>
                <a:gd name="connsiteX104" fmla="*/ 247497 w 472492"/>
                <a:gd name="connsiteY104" fmla="*/ 183942 h 227173"/>
                <a:gd name="connsiteX105" fmla="*/ 251886 w 472492"/>
                <a:gd name="connsiteY105" fmla="*/ 180270 h 227173"/>
                <a:gd name="connsiteX106" fmla="*/ 281952 w 472492"/>
                <a:gd name="connsiteY106" fmla="*/ 183787 h 227173"/>
                <a:gd name="connsiteX107" fmla="*/ 292316 w 472492"/>
                <a:gd name="connsiteY107" fmla="*/ 183444 h 227173"/>
                <a:gd name="connsiteX108" fmla="*/ 294806 w 472492"/>
                <a:gd name="connsiteY108" fmla="*/ 183289 h 227173"/>
                <a:gd name="connsiteX109" fmla="*/ 305326 w 472492"/>
                <a:gd name="connsiteY109" fmla="*/ 182293 h 227173"/>
                <a:gd name="connsiteX110" fmla="*/ 306384 w 472492"/>
                <a:gd name="connsiteY110" fmla="*/ 182137 h 227173"/>
                <a:gd name="connsiteX111" fmla="*/ 316375 w 472492"/>
                <a:gd name="connsiteY111" fmla="*/ 180643 h 227173"/>
                <a:gd name="connsiteX112" fmla="*/ 318896 w 472492"/>
                <a:gd name="connsiteY112" fmla="*/ 180207 h 227173"/>
                <a:gd name="connsiteX113" fmla="*/ 329727 w 472492"/>
                <a:gd name="connsiteY113" fmla="*/ 178060 h 227173"/>
                <a:gd name="connsiteX114" fmla="*/ 331408 w 472492"/>
                <a:gd name="connsiteY114" fmla="*/ 177686 h 227173"/>
                <a:gd name="connsiteX115" fmla="*/ 341180 w 472492"/>
                <a:gd name="connsiteY115" fmla="*/ 175321 h 227173"/>
                <a:gd name="connsiteX116" fmla="*/ 343546 w 472492"/>
                <a:gd name="connsiteY116" fmla="*/ 174698 h 227173"/>
                <a:gd name="connsiteX117" fmla="*/ 354408 w 472492"/>
                <a:gd name="connsiteY117" fmla="*/ 171586 h 227173"/>
                <a:gd name="connsiteX118" fmla="*/ 356400 w 472492"/>
                <a:gd name="connsiteY118" fmla="*/ 170964 h 227173"/>
                <a:gd name="connsiteX119" fmla="*/ 366017 w 472492"/>
                <a:gd name="connsiteY119" fmla="*/ 167820 h 227173"/>
                <a:gd name="connsiteX120" fmla="*/ 367978 w 472492"/>
                <a:gd name="connsiteY120" fmla="*/ 167135 h 227173"/>
                <a:gd name="connsiteX121" fmla="*/ 378591 w 472492"/>
                <a:gd name="connsiteY121" fmla="*/ 163214 h 227173"/>
                <a:gd name="connsiteX122" fmla="*/ 380677 w 472492"/>
                <a:gd name="connsiteY122" fmla="*/ 162373 h 227173"/>
                <a:gd name="connsiteX123" fmla="*/ 390107 w 472492"/>
                <a:gd name="connsiteY123" fmla="*/ 158483 h 227173"/>
                <a:gd name="connsiteX124" fmla="*/ 391477 w 472492"/>
                <a:gd name="connsiteY124" fmla="*/ 157923 h 227173"/>
                <a:gd name="connsiteX125" fmla="*/ 401561 w 472492"/>
                <a:gd name="connsiteY125" fmla="*/ 153347 h 227173"/>
                <a:gd name="connsiteX126" fmla="*/ 403553 w 472492"/>
                <a:gd name="connsiteY126" fmla="*/ 152383 h 227173"/>
                <a:gd name="connsiteX127" fmla="*/ 412797 w 472492"/>
                <a:gd name="connsiteY127" fmla="*/ 147776 h 227173"/>
                <a:gd name="connsiteX128" fmla="*/ 413357 w 472492"/>
                <a:gd name="connsiteY128" fmla="*/ 147496 h 227173"/>
                <a:gd name="connsiteX129" fmla="*/ 422569 w 472492"/>
                <a:gd name="connsiteY129" fmla="*/ 142423 h 227173"/>
                <a:gd name="connsiteX130" fmla="*/ 424312 w 472492"/>
                <a:gd name="connsiteY130" fmla="*/ 141396 h 227173"/>
                <a:gd name="connsiteX131" fmla="*/ 440839 w 472492"/>
                <a:gd name="connsiteY131" fmla="*/ 130845 h 227173"/>
                <a:gd name="connsiteX132" fmla="*/ 442271 w 472492"/>
                <a:gd name="connsiteY132" fmla="*/ 129818 h 227173"/>
                <a:gd name="connsiteX133" fmla="*/ 449398 w 472492"/>
                <a:gd name="connsiteY133" fmla="*/ 124433 h 227173"/>
                <a:gd name="connsiteX134" fmla="*/ 449554 w 472492"/>
                <a:gd name="connsiteY134" fmla="*/ 124309 h 227173"/>
                <a:gd name="connsiteX135" fmla="*/ 455592 w 472492"/>
                <a:gd name="connsiteY135" fmla="*/ 119080 h 227173"/>
                <a:gd name="connsiteX136" fmla="*/ 456246 w 472492"/>
                <a:gd name="connsiteY136" fmla="*/ 118520 h 227173"/>
                <a:gd name="connsiteX137" fmla="*/ 456152 w 472492"/>
                <a:gd name="connsiteY137" fmla="*/ 118551 h 227173"/>
                <a:gd name="connsiteX138" fmla="*/ 472399 w 472492"/>
                <a:gd name="connsiteY138" fmla="*/ 91847 h 227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472492" h="227173">
                  <a:moveTo>
                    <a:pt x="472492" y="91940"/>
                  </a:moveTo>
                  <a:cubicBezTo>
                    <a:pt x="472772" y="57299"/>
                    <a:pt x="361349" y="0"/>
                    <a:pt x="282014" y="0"/>
                  </a:cubicBezTo>
                  <a:cubicBezTo>
                    <a:pt x="272521" y="0"/>
                    <a:pt x="263900" y="934"/>
                    <a:pt x="256119" y="2583"/>
                  </a:cubicBezTo>
                  <a:cubicBezTo>
                    <a:pt x="256119" y="2583"/>
                    <a:pt x="256119" y="2583"/>
                    <a:pt x="256119" y="2583"/>
                  </a:cubicBezTo>
                  <a:cubicBezTo>
                    <a:pt x="256057" y="2583"/>
                    <a:pt x="255994" y="2614"/>
                    <a:pt x="255901" y="2646"/>
                  </a:cubicBezTo>
                  <a:cubicBezTo>
                    <a:pt x="252633" y="3361"/>
                    <a:pt x="249489" y="4202"/>
                    <a:pt x="246501" y="5135"/>
                  </a:cubicBezTo>
                  <a:cubicBezTo>
                    <a:pt x="246128" y="5260"/>
                    <a:pt x="245723" y="5384"/>
                    <a:pt x="245350" y="5509"/>
                  </a:cubicBezTo>
                  <a:cubicBezTo>
                    <a:pt x="242424" y="6474"/>
                    <a:pt x="239654" y="7563"/>
                    <a:pt x="236978" y="8746"/>
                  </a:cubicBezTo>
                  <a:cubicBezTo>
                    <a:pt x="236666" y="8901"/>
                    <a:pt x="236355" y="9026"/>
                    <a:pt x="236044" y="9182"/>
                  </a:cubicBezTo>
                  <a:cubicBezTo>
                    <a:pt x="233336" y="10427"/>
                    <a:pt x="230753" y="11734"/>
                    <a:pt x="228294" y="13197"/>
                  </a:cubicBezTo>
                  <a:cubicBezTo>
                    <a:pt x="228232" y="13228"/>
                    <a:pt x="228169" y="13290"/>
                    <a:pt x="228107" y="13321"/>
                  </a:cubicBezTo>
                  <a:cubicBezTo>
                    <a:pt x="225586" y="14815"/>
                    <a:pt x="223221" y="16402"/>
                    <a:pt x="220980" y="18083"/>
                  </a:cubicBezTo>
                  <a:cubicBezTo>
                    <a:pt x="220918" y="18145"/>
                    <a:pt x="220824" y="18176"/>
                    <a:pt x="220762" y="18239"/>
                  </a:cubicBezTo>
                  <a:cubicBezTo>
                    <a:pt x="218583" y="19857"/>
                    <a:pt x="216560" y="21600"/>
                    <a:pt x="214631" y="23374"/>
                  </a:cubicBezTo>
                  <a:cubicBezTo>
                    <a:pt x="214413" y="23561"/>
                    <a:pt x="214195" y="23779"/>
                    <a:pt x="213977" y="23965"/>
                  </a:cubicBezTo>
                  <a:cubicBezTo>
                    <a:pt x="212110" y="25708"/>
                    <a:pt x="210367" y="27514"/>
                    <a:pt x="208748" y="29350"/>
                  </a:cubicBezTo>
                  <a:cubicBezTo>
                    <a:pt x="208561" y="29568"/>
                    <a:pt x="208344" y="29817"/>
                    <a:pt x="208157" y="30035"/>
                  </a:cubicBezTo>
                  <a:cubicBezTo>
                    <a:pt x="206507" y="31933"/>
                    <a:pt x="204951" y="33863"/>
                    <a:pt x="203519" y="35824"/>
                  </a:cubicBezTo>
                  <a:cubicBezTo>
                    <a:pt x="203426" y="35917"/>
                    <a:pt x="203364" y="36041"/>
                    <a:pt x="203301" y="36166"/>
                  </a:cubicBezTo>
                  <a:cubicBezTo>
                    <a:pt x="201839" y="38220"/>
                    <a:pt x="200469" y="40305"/>
                    <a:pt x="199193" y="42391"/>
                  </a:cubicBezTo>
                  <a:cubicBezTo>
                    <a:pt x="199193" y="42422"/>
                    <a:pt x="199162" y="42453"/>
                    <a:pt x="199131" y="42484"/>
                  </a:cubicBezTo>
                  <a:cubicBezTo>
                    <a:pt x="197917" y="44538"/>
                    <a:pt x="196797" y="46624"/>
                    <a:pt x="195738" y="48709"/>
                  </a:cubicBezTo>
                  <a:cubicBezTo>
                    <a:pt x="195614" y="48958"/>
                    <a:pt x="195489" y="49207"/>
                    <a:pt x="195365" y="49456"/>
                  </a:cubicBezTo>
                  <a:cubicBezTo>
                    <a:pt x="194400" y="51479"/>
                    <a:pt x="193497" y="53471"/>
                    <a:pt x="192688" y="55494"/>
                  </a:cubicBezTo>
                  <a:cubicBezTo>
                    <a:pt x="192564" y="55774"/>
                    <a:pt x="192470" y="56085"/>
                    <a:pt x="192346" y="56365"/>
                  </a:cubicBezTo>
                  <a:cubicBezTo>
                    <a:pt x="191537" y="58388"/>
                    <a:pt x="190821" y="60412"/>
                    <a:pt x="190167" y="62403"/>
                  </a:cubicBezTo>
                  <a:cubicBezTo>
                    <a:pt x="190105" y="62621"/>
                    <a:pt x="190043" y="62808"/>
                    <a:pt x="189980" y="62995"/>
                  </a:cubicBezTo>
                  <a:cubicBezTo>
                    <a:pt x="189327" y="65049"/>
                    <a:pt x="188735" y="67072"/>
                    <a:pt x="188237" y="69064"/>
                  </a:cubicBezTo>
                  <a:cubicBezTo>
                    <a:pt x="188237" y="69064"/>
                    <a:pt x="188237" y="69126"/>
                    <a:pt x="188237" y="69157"/>
                  </a:cubicBezTo>
                  <a:cubicBezTo>
                    <a:pt x="187739" y="71149"/>
                    <a:pt x="187335" y="73079"/>
                    <a:pt x="186961" y="74977"/>
                  </a:cubicBezTo>
                  <a:cubicBezTo>
                    <a:pt x="186899" y="75226"/>
                    <a:pt x="186868" y="75507"/>
                    <a:pt x="186806" y="75756"/>
                  </a:cubicBezTo>
                  <a:cubicBezTo>
                    <a:pt x="186463" y="77561"/>
                    <a:pt x="186214" y="79304"/>
                    <a:pt x="185997" y="80984"/>
                  </a:cubicBezTo>
                  <a:cubicBezTo>
                    <a:pt x="185965" y="81296"/>
                    <a:pt x="185934" y="81576"/>
                    <a:pt x="185872" y="81887"/>
                  </a:cubicBezTo>
                  <a:cubicBezTo>
                    <a:pt x="185810" y="82416"/>
                    <a:pt x="185748" y="82945"/>
                    <a:pt x="185685" y="83443"/>
                  </a:cubicBezTo>
                  <a:lnTo>
                    <a:pt x="160911" y="83443"/>
                  </a:lnTo>
                  <a:cubicBezTo>
                    <a:pt x="150764" y="81296"/>
                    <a:pt x="140773" y="80051"/>
                    <a:pt x="131374" y="80051"/>
                  </a:cubicBezTo>
                  <a:cubicBezTo>
                    <a:pt x="124496" y="80051"/>
                    <a:pt x="118240" y="80798"/>
                    <a:pt x="112606" y="82105"/>
                  </a:cubicBezTo>
                  <a:cubicBezTo>
                    <a:pt x="112606" y="82105"/>
                    <a:pt x="112606" y="82105"/>
                    <a:pt x="112606" y="82105"/>
                  </a:cubicBezTo>
                  <a:cubicBezTo>
                    <a:pt x="112544" y="82105"/>
                    <a:pt x="112513" y="82136"/>
                    <a:pt x="112451" y="82136"/>
                  </a:cubicBezTo>
                  <a:cubicBezTo>
                    <a:pt x="110085" y="82696"/>
                    <a:pt x="107813" y="83381"/>
                    <a:pt x="105635" y="84128"/>
                  </a:cubicBezTo>
                  <a:cubicBezTo>
                    <a:pt x="105354" y="84221"/>
                    <a:pt x="105074" y="84315"/>
                    <a:pt x="104794" y="84408"/>
                  </a:cubicBezTo>
                  <a:cubicBezTo>
                    <a:pt x="102678" y="85186"/>
                    <a:pt x="100655" y="86026"/>
                    <a:pt x="98725" y="86991"/>
                  </a:cubicBezTo>
                  <a:cubicBezTo>
                    <a:pt x="98507" y="87116"/>
                    <a:pt x="98258" y="87209"/>
                    <a:pt x="98040" y="87334"/>
                  </a:cubicBezTo>
                  <a:cubicBezTo>
                    <a:pt x="96080" y="88330"/>
                    <a:pt x="94212" y="89388"/>
                    <a:pt x="92438" y="90539"/>
                  </a:cubicBezTo>
                  <a:cubicBezTo>
                    <a:pt x="92407" y="90539"/>
                    <a:pt x="92345" y="90602"/>
                    <a:pt x="92314" y="90633"/>
                  </a:cubicBezTo>
                  <a:cubicBezTo>
                    <a:pt x="90477" y="91816"/>
                    <a:pt x="88765" y="93092"/>
                    <a:pt x="87147" y="94430"/>
                  </a:cubicBezTo>
                  <a:cubicBezTo>
                    <a:pt x="87085" y="94461"/>
                    <a:pt x="87022" y="94523"/>
                    <a:pt x="86960" y="94554"/>
                  </a:cubicBezTo>
                  <a:cubicBezTo>
                    <a:pt x="85373" y="95862"/>
                    <a:pt x="83910" y="97231"/>
                    <a:pt x="82510" y="98632"/>
                  </a:cubicBezTo>
                  <a:cubicBezTo>
                    <a:pt x="82354" y="98787"/>
                    <a:pt x="82167" y="98943"/>
                    <a:pt x="82012" y="99130"/>
                  </a:cubicBezTo>
                  <a:cubicBezTo>
                    <a:pt x="80673" y="100530"/>
                    <a:pt x="79397" y="101962"/>
                    <a:pt x="78214" y="103425"/>
                  </a:cubicBezTo>
                  <a:cubicBezTo>
                    <a:pt x="78059" y="103611"/>
                    <a:pt x="77934" y="103798"/>
                    <a:pt x="77779" y="103985"/>
                  </a:cubicBezTo>
                  <a:cubicBezTo>
                    <a:pt x="76596" y="105510"/>
                    <a:pt x="75476" y="107035"/>
                    <a:pt x="74417" y="108622"/>
                  </a:cubicBezTo>
                  <a:cubicBezTo>
                    <a:pt x="74355" y="108716"/>
                    <a:pt x="74293" y="108809"/>
                    <a:pt x="74262" y="108903"/>
                  </a:cubicBezTo>
                  <a:cubicBezTo>
                    <a:pt x="73203" y="110552"/>
                    <a:pt x="72208" y="112202"/>
                    <a:pt x="71305" y="113882"/>
                  </a:cubicBezTo>
                  <a:cubicBezTo>
                    <a:pt x="71305" y="113882"/>
                    <a:pt x="71274" y="113945"/>
                    <a:pt x="71243" y="113976"/>
                  </a:cubicBezTo>
                  <a:cubicBezTo>
                    <a:pt x="70340" y="115625"/>
                    <a:pt x="69531" y="117306"/>
                    <a:pt x="68784" y="118956"/>
                  </a:cubicBezTo>
                  <a:cubicBezTo>
                    <a:pt x="68690" y="119142"/>
                    <a:pt x="68597" y="119360"/>
                    <a:pt x="68504" y="119547"/>
                  </a:cubicBezTo>
                  <a:cubicBezTo>
                    <a:pt x="67788" y="121165"/>
                    <a:pt x="67134" y="122753"/>
                    <a:pt x="66543" y="124371"/>
                  </a:cubicBezTo>
                  <a:cubicBezTo>
                    <a:pt x="66450" y="124620"/>
                    <a:pt x="66356" y="124838"/>
                    <a:pt x="66294" y="125087"/>
                  </a:cubicBezTo>
                  <a:cubicBezTo>
                    <a:pt x="65703" y="126705"/>
                    <a:pt x="65173" y="128293"/>
                    <a:pt x="64707" y="129911"/>
                  </a:cubicBezTo>
                  <a:cubicBezTo>
                    <a:pt x="64644" y="130067"/>
                    <a:pt x="64613" y="130254"/>
                    <a:pt x="64582" y="130409"/>
                  </a:cubicBezTo>
                  <a:cubicBezTo>
                    <a:pt x="64115" y="132059"/>
                    <a:pt x="63680" y="133677"/>
                    <a:pt x="63306" y="135264"/>
                  </a:cubicBezTo>
                  <a:cubicBezTo>
                    <a:pt x="63306" y="135264"/>
                    <a:pt x="63306" y="135327"/>
                    <a:pt x="63306" y="135327"/>
                  </a:cubicBezTo>
                  <a:cubicBezTo>
                    <a:pt x="62933" y="136914"/>
                    <a:pt x="62652" y="138470"/>
                    <a:pt x="62372" y="139964"/>
                  </a:cubicBezTo>
                  <a:cubicBezTo>
                    <a:pt x="62341" y="140182"/>
                    <a:pt x="62310" y="140400"/>
                    <a:pt x="62248" y="140587"/>
                  </a:cubicBezTo>
                  <a:cubicBezTo>
                    <a:pt x="61999" y="142018"/>
                    <a:pt x="61812" y="143419"/>
                    <a:pt x="61656" y="144788"/>
                  </a:cubicBezTo>
                  <a:cubicBezTo>
                    <a:pt x="61656" y="145037"/>
                    <a:pt x="61594" y="145255"/>
                    <a:pt x="61563" y="145504"/>
                  </a:cubicBezTo>
                  <a:cubicBezTo>
                    <a:pt x="61532" y="145878"/>
                    <a:pt x="61470" y="146282"/>
                    <a:pt x="61439" y="146656"/>
                  </a:cubicBezTo>
                  <a:lnTo>
                    <a:pt x="7656" y="146656"/>
                  </a:lnTo>
                  <a:cubicBezTo>
                    <a:pt x="3424" y="146656"/>
                    <a:pt x="0" y="149737"/>
                    <a:pt x="0" y="153565"/>
                  </a:cubicBezTo>
                  <a:cubicBezTo>
                    <a:pt x="0" y="157394"/>
                    <a:pt x="3424" y="160475"/>
                    <a:pt x="7656" y="160475"/>
                  </a:cubicBezTo>
                  <a:lnTo>
                    <a:pt x="61439" y="160475"/>
                  </a:lnTo>
                  <a:cubicBezTo>
                    <a:pt x="61439" y="160475"/>
                    <a:pt x="61439" y="160599"/>
                    <a:pt x="61439" y="160662"/>
                  </a:cubicBezTo>
                  <a:cubicBezTo>
                    <a:pt x="61594" y="162373"/>
                    <a:pt x="61843" y="164147"/>
                    <a:pt x="62123" y="166015"/>
                  </a:cubicBezTo>
                  <a:cubicBezTo>
                    <a:pt x="62435" y="167851"/>
                    <a:pt x="62777" y="169781"/>
                    <a:pt x="63244" y="171742"/>
                  </a:cubicBezTo>
                  <a:cubicBezTo>
                    <a:pt x="65018" y="179554"/>
                    <a:pt x="68006" y="188051"/>
                    <a:pt x="72768" y="195987"/>
                  </a:cubicBezTo>
                  <a:cubicBezTo>
                    <a:pt x="73359" y="196983"/>
                    <a:pt x="73982" y="197948"/>
                    <a:pt x="74635" y="198944"/>
                  </a:cubicBezTo>
                  <a:cubicBezTo>
                    <a:pt x="79802" y="206725"/>
                    <a:pt x="86805" y="213790"/>
                    <a:pt x="96080" y="218894"/>
                  </a:cubicBezTo>
                  <a:cubicBezTo>
                    <a:pt x="105354" y="223999"/>
                    <a:pt x="116933" y="227173"/>
                    <a:pt x="131312" y="227173"/>
                  </a:cubicBezTo>
                  <a:cubicBezTo>
                    <a:pt x="133771" y="227173"/>
                    <a:pt x="136292" y="227049"/>
                    <a:pt x="138844" y="226893"/>
                  </a:cubicBezTo>
                  <a:cubicBezTo>
                    <a:pt x="139435" y="226862"/>
                    <a:pt x="140058" y="226800"/>
                    <a:pt x="140649" y="226769"/>
                  </a:cubicBezTo>
                  <a:cubicBezTo>
                    <a:pt x="143170" y="226582"/>
                    <a:pt x="145722" y="226333"/>
                    <a:pt x="148305" y="225960"/>
                  </a:cubicBezTo>
                  <a:cubicBezTo>
                    <a:pt x="148554" y="225928"/>
                    <a:pt x="148803" y="225897"/>
                    <a:pt x="149052" y="225835"/>
                  </a:cubicBezTo>
                  <a:cubicBezTo>
                    <a:pt x="151449" y="225493"/>
                    <a:pt x="153877" y="225088"/>
                    <a:pt x="156304" y="224652"/>
                  </a:cubicBezTo>
                  <a:cubicBezTo>
                    <a:pt x="156896" y="224528"/>
                    <a:pt x="157518" y="224434"/>
                    <a:pt x="158110" y="224310"/>
                  </a:cubicBezTo>
                  <a:cubicBezTo>
                    <a:pt x="160724" y="223812"/>
                    <a:pt x="163338" y="223221"/>
                    <a:pt x="165953" y="222598"/>
                  </a:cubicBezTo>
                  <a:cubicBezTo>
                    <a:pt x="166357" y="222505"/>
                    <a:pt x="166762" y="222380"/>
                    <a:pt x="167167" y="222287"/>
                  </a:cubicBezTo>
                  <a:cubicBezTo>
                    <a:pt x="169532" y="221696"/>
                    <a:pt x="171897" y="221073"/>
                    <a:pt x="174263" y="220388"/>
                  </a:cubicBezTo>
                  <a:cubicBezTo>
                    <a:pt x="174823" y="220233"/>
                    <a:pt x="175383" y="220077"/>
                    <a:pt x="175944" y="219890"/>
                  </a:cubicBezTo>
                  <a:cubicBezTo>
                    <a:pt x="178589" y="219112"/>
                    <a:pt x="181203" y="218272"/>
                    <a:pt x="183818" y="217400"/>
                  </a:cubicBezTo>
                  <a:cubicBezTo>
                    <a:pt x="184316" y="217245"/>
                    <a:pt x="184783" y="217058"/>
                    <a:pt x="185281" y="216902"/>
                  </a:cubicBezTo>
                  <a:cubicBezTo>
                    <a:pt x="187615" y="216093"/>
                    <a:pt x="189918" y="215253"/>
                    <a:pt x="192221" y="214381"/>
                  </a:cubicBezTo>
                  <a:cubicBezTo>
                    <a:pt x="192688" y="214195"/>
                    <a:pt x="193186" y="214008"/>
                    <a:pt x="193653" y="213821"/>
                  </a:cubicBezTo>
                  <a:cubicBezTo>
                    <a:pt x="196236" y="212825"/>
                    <a:pt x="198820" y="211767"/>
                    <a:pt x="201341" y="210678"/>
                  </a:cubicBezTo>
                  <a:cubicBezTo>
                    <a:pt x="201839" y="210460"/>
                    <a:pt x="202368" y="210242"/>
                    <a:pt x="202866" y="210024"/>
                  </a:cubicBezTo>
                  <a:cubicBezTo>
                    <a:pt x="205169" y="209028"/>
                    <a:pt x="207441" y="208001"/>
                    <a:pt x="209682" y="206912"/>
                  </a:cubicBezTo>
                  <a:cubicBezTo>
                    <a:pt x="210024" y="206756"/>
                    <a:pt x="210335" y="206600"/>
                    <a:pt x="210678" y="206445"/>
                  </a:cubicBezTo>
                  <a:cubicBezTo>
                    <a:pt x="213168" y="205262"/>
                    <a:pt x="215595" y="204017"/>
                    <a:pt x="217992" y="202772"/>
                  </a:cubicBezTo>
                  <a:cubicBezTo>
                    <a:pt x="218490" y="202523"/>
                    <a:pt x="218957" y="202274"/>
                    <a:pt x="219455" y="201994"/>
                  </a:cubicBezTo>
                  <a:cubicBezTo>
                    <a:pt x="221727" y="200780"/>
                    <a:pt x="223968" y="199566"/>
                    <a:pt x="226115" y="198321"/>
                  </a:cubicBezTo>
                  <a:cubicBezTo>
                    <a:pt x="226271" y="198228"/>
                    <a:pt x="226395" y="198166"/>
                    <a:pt x="226551" y="198073"/>
                  </a:cubicBezTo>
                  <a:cubicBezTo>
                    <a:pt x="228854" y="196734"/>
                    <a:pt x="231064" y="195396"/>
                    <a:pt x="233212" y="194026"/>
                  </a:cubicBezTo>
                  <a:cubicBezTo>
                    <a:pt x="233647" y="193746"/>
                    <a:pt x="234083" y="193466"/>
                    <a:pt x="234488" y="193217"/>
                  </a:cubicBezTo>
                  <a:cubicBezTo>
                    <a:pt x="238783" y="190447"/>
                    <a:pt x="242798" y="187646"/>
                    <a:pt x="246439" y="184783"/>
                  </a:cubicBezTo>
                  <a:cubicBezTo>
                    <a:pt x="246782" y="184502"/>
                    <a:pt x="247155" y="184222"/>
                    <a:pt x="247497" y="183942"/>
                  </a:cubicBezTo>
                  <a:cubicBezTo>
                    <a:pt x="249022" y="182728"/>
                    <a:pt x="250485" y="181515"/>
                    <a:pt x="251886" y="180270"/>
                  </a:cubicBezTo>
                  <a:cubicBezTo>
                    <a:pt x="260756" y="182542"/>
                    <a:pt x="270747" y="183787"/>
                    <a:pt x="281952" y="183787"/>
                  </a:cubicBezTo>
                  <a:cubicBezTo>
                    <a:pt x="285344" y="183787"/>
                    <a:pt x="288830" y="183631"/>
                    <a:pt x="292316" y="183444"/>
                  </a:cubicBezTo>
                  <a:cubicBezTo>
                    <a:pt x="293156" y="183382"/>
                    <a:pt x="293965" y="183351"/>
                    <a:pt x="294806" y="183289"/>
                  </a:cubicBezTo>
                  <a:cubicBezTo>
                    <a:pt x="298292" y="183040"/>
                    <a:pt x="301778" y="182728"/>
                    <a:pt x="305326" y="182293"/>
                  </a:cubicBezTo>
                  <a:cubicBezTo>
                    <a:pt x="305668" y="182262"/>
                    <a:pt x="306042" y="182199"/>
                    <a:pt x="306384" y="182137"/>
                  </a:cubicBezTo>
                  <a:cubicBezTo>
                    <a:pt x="309683" y="181732"/>
                    <a:pt x="313013" y="181203"/>
                    <a:pt x="316375" y="180643"/>
                  </a:cubicBezTo>
                  <a:cubicBezTo>
                    <a:pt x="317215" y="180488"/>
                    <a:pt x="318055" y="180363"/>
                    <a:pt x="318896" y="180207"/>
                  </a:cubicBezTo>
                  <a:cubicBezTo>
                    <a:pt x="322506" y="179554"/>
                    <a:pt x="326116" y="178869"/>
                    <a:pt x="329727" y="178060"/>
                  </a:cubicBezTo>
                  <a:cubicBezTo>
                    <a:pt x="330287" y="177935"/>
                    <a:pt x="330847" y="177811"/>
                    <a:pt x="331408" y="177686"/>
                  </a:cubicBezTo>
                  <a:cubicBezTo>
                    <a:pt x="334644" y="176939"/>
                    <a:pt x="337912" y="176161"/>
                    <a:pt x="341180" y="175321"/>
                  </a:cubicBezTo>
                  <a:cubicBezTo>
                    <a:pt x="341959" y="175103"/>
                    <a:pt x="342737" y="174916"/>
                    <a:pt x="343546" y="174698"/>
                  </a:cubicBezTo>
                  <a:cubicBezTo>
                    <a:pt x="347187" y="173734"/>
                    <a:pt x="350798" y="172675"/>
                    <a:pt x="354408" y="171586"/>
                  </a:cubicBezTo>
                  <a:cubicBezTo>
                    <a:pt x="355062" y="171368"/>
                    <a:pt x="355715" y="171181"/>
                    <a:pt x="356400" y="170964"/>
                  </a:cubicBezTo>
                  <a:cubicBezTo>
                    <a:pt x="359606" y="169968"/>
                    <a:pt x="362812" y="168909"/>
                    <a:pt x="366017" y="167820"/>
                  </a:cubicBezTo>
                  <a:cubicBezTo>
                    <a:pt x="366671" y="167602"/>
                    <a:pt x="367325" y="167384"/>
                    <a:pt x="367978" y="167135"/>
                  </a:cubicBezTo>
                  <a:cubicBezTo>
                    <a:pt x="371557" y="165890"/>
                    <a:pt x="375105" y="164552"/>
                    <a:pt x="378591" y="163214"/>
                  </a:cubicBezTo>
                  <a:cubicBezTo>
                    <a:pt x="379307" y="162934"/>
                    <a:pt x="379992" y="162654"/>
                    <a:pt x="380677" y="162373"/>
                  </a:cubicBezTo>
                  <a:cubicBezTo>
                    <a:pt x="383851" y="161128"/>
                    <a:pt x="386995" y="159821"/>
                    <a:pt x="390107" y="158483"/>
                  </a:cubicBezTo>
                  <a:cubicBezTo>
                    <a:pt x="390543" y="158296"/>
                    <a:pt x="391010" y="158109"/>
                    <a:pt x="391477" y="157923"/>
                  </a:cubicBezTo>
                  <a:cubicBezTo>
                    <a:pt x="394900" y="156429"/>
                    <a:pt x="398262" y="154904"/>
                    <a:pt x="401561" y="153347"/>
                  </a:cubicBezTo>
                  <a:cubicBezTo>
                    <a:pt x="402214" y="153036"/>
                    <a:pt x="402868" y="152725"/>
                    <a:pt x="403553" y="152383"/>
                  </a:cubicBezTo>
                  <a:cubicBezTo>
                    <a:pt x="406696" y="150858"/>
                    <a:pt x="409778" y="149332"/>
                    <a:pt x="412797" y="147776"/>
                  </a:cubicBezTo>
                  <a:cubicBezTo>
                    <a:pt x="412983" y="147683"/>
                    <a:pt x="413170" y="147590"/>
                    <a:pt x="413357" y="147496"/>
                  </a:cubicBezTo>
                  <a:cubicBezTo>
                    <a:pt x="416531" y="145847"/>
                    <a:pt x="419582" y="144135"/>
                    <a:pt x="422569" y="142423"/>
                  </a:cubicBezTo>
                  <a:cubicBezTo>
                    <a:pt x="423161" y="142081"/>
                    <a:pt x="423752" y="141738"/>
                    <a:pt x="424312" y="141396"/>
                  </a:cubicBezTo>
                  <a:cubicBezTo>
                    <a:pt x="430257" y="137941"/>
                    <a:pt x="435766" y="134424"/>
                    <a:pt x="440839" y="130845"/>
                  </a:cubicBezTo>
                  <a:cubicBezTo>
                    <a:pt x="441337" y="130503"/>
                    <a:pt x="441804" y="130160"/>
                    <a:pt x="442271" y="129818"/>
                  </a:cubicBezTo>
                  <a:cubicBezTo>
                    <a:pt x="444761" y="128013"/>
                    <a:pt x="447157" y="126239"/>
                    <a:pt x="449398" y="124433"/>
                  </a:cubicBezTo>
                  <a:cubicBezTo>
                    <a:pt x="449461" y="124402"/>
                    <a:pt x="449492" y="124340"/>
                    <a:pt x="449554" y="124309"/>
                  </a:cubicBezTo>
                  <a:cubicBezTo>
                    <a:pt x="451701" y="122566"/>
                    <a:pt x="453725" y="120823"/>
                    <a:pt x="455592" y="119080"/>
                  </a:cubicBezTo>
                  <a:cubicBezTo>
                    <a:pt x="455810" y="118893"/>
                    <a:pt x="456059" y="118707"/>
                    <a:pt x="456246" y="118520"/>
                  </a:cubicBezTo>
                  <a:cubicBezTo>
                    <a:pt x="456246" y="118520"/>
                    <a:pt x="456183" y="118520"/>
                    <a:pt x="456152" y="118551"/>
                  </a:cubicBezTo>
                  <a:cubicBezTo>
                    <a:pt x="466299" y="109089"/>
                    <a:pt x="472337" y="99877"/>
                    <a:pt x="472399" y="91847"/>
                  </a:cubicBezTo>
                  <a:close/>
                </a:path>
              </a:pathLst>
            </a:custGeom>
            <a:gradFill>
              <a:gsLst>
                <a:gs pos="0">
                  <a:srgbClr val="727C84">
                    <a:alpha val="26000"/>
                  </a:srgbClr>
                </a:gs>
                <a:gs pos="100000">
                  <a:srgbClr val="727C84">
                    <a:alpha val="0"/>
                  </a:srgbClr>
                </a:gs>
              </a:gsLst>
              <a:lin ang="0" scaled="1"/>
            </a:gra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nvGrpSpPr>
            <p:cNvPr id="542" name="Graphic 466">
              <a:extLst>
                <a:ext uri="{FF2B5EF4-FFF2-40B4-BE49-F238E27FC236}">
                  <a16:creationId xmlns:a16="http://schemas.microsoft.com/office/drawing/2014/main" id="{E06B245E-3890-B0AA-D7F0-AD0E442EA719}"/>
                </a:ext>
              </a:extLst>
            </p:cNvPr>
            <p:cNvGrpSpPr/>
            <p:nvPr/>
          </p:nvGrpSpPr>
          <p:grpSpPr>
            <a:xfrm>
              <a:off x="663186" y="1286506"/>
              <a:ext cx="223158" cy="369005"/>
              <a:chOff x="663186" y="1286506"/>
              <a:chExt cx="223158" cy="369005"/>
            </a:xfrm>
          </p:grpSpPr>
          <p:sp>
            <p:nvSpPr>
              <p:cNvPr id="547" name="Freeform: Shape 546">
                <a:extLst>
                  <a:ext uri="{FF2B5EF4-FFF2-40B4-BE49-F238E27FC236}">
                    <a16:creationId xmlns:a16="http://schemas.microsoft.com/office/drawing/2014/main" id="{0002B559-CC9F-65D5-F038-CDCA0B7E16C6}"/>
                  </a:ext>
                </a:extLst>
              </p:cNvPr>
              <p:cNvSpPr/>
              <p:nvPr/>
            </p:nvSpPr>
            <p:spPr>
              <a:xfrm>
                <a:off x="663186" y="1286506"/>
                <a:ext cx="223158" cy="287336"/>
              </a:xfrm>
              <a:custGeom>
                <a:avLst/>
                <a:gdLst>
                  <a:gd name="connsiteX0" fmla="*/ 0 w 223158"/>
                  <a:gd name="connsiteY0" fmla="*/ 190479 h 287336"/>
                  <a:gd name="connsiteX1" fmla="*/ 111579 w 223158"/>
                  <a:gd name="connsiteY1" fmla="*/ 287336 h 287336"/>
                  <a:gd name="connsiteX2" fmla="*/ 223159 w 223158"/>
                  <a:gd name="connsiteY2" fmla="*/ 190479 h 287336"/>
                  <a:gd name="connsiteX3" fmla="*/ 111579 w 223158"/>
                  <a:gd name="connsiteY3" fmla="*/ 1 h 287336"/>
                  <a:gd name="connsiteX4" fmla="*/ 0 w 223158"/>
                  <a:gd name="connsiteY4" fmla="*/ 190479 h 287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158" h="287336">
                    <a:moveTo>
                      <a:pt x="0" y="190479"/>
                    </a:moveTo>
                    <a:cubicBezTo>
                      <a:pt x="0" y="269814"/>
                      <a:pt x="77063" y="287336"/>
                      <a:pt x="111579" y="287336"/>
                    </a:cubicBezTo>
                    <a:cubicBezTo>
                      <a:pt x="146096" y="287336"/>
                      <a:pt x="223159" y="269845"/>
                      <a:pt x="223159" y="190479"/>
                    </a:cubicBezTo>
                    <a:cubicBezTo>
                      <a:pt x="223159" y="111113"/>
                      <a:pt x="153628" y="281"/>
                      <a:pt x="111579" y="1"/>
                    </a:cubicBezTo>
                    <a:cubicBezTo>
                      <a:pt x="69531" y="-280"/>
                      <a:pt x="0" y="111144"/>
                      <a:pt x="0" y="190479"/>
                    </a:cubicBezTo>
                    <a:close/>
                  </a:path>
                </a:pathLst>
              </a:custGeom>
              <a:solidFill>
                <a:schemeClr val="accent6">
                  <a:lumMod val="40000"/>
                  <a:lumOff val="6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48" name="Freeform: Shape 547">
                <a:extLst>
                  <a:ext uri="{FF2B5EF4-FFF2-40B4-BE49-F238E27FC236}">
                    <a16:creationId xmlns:a16="http://schemas.microsoft.com/office/drawing/2014/main" id="{DC6BD3A3-255D-76C7-D0C1-ED73F5F0B3D5}"/>
                  </a:ext>
                </a:extLst>
              </p:cNvPr>
              <p:cNvSpPr/>
              <p:nvPr/>
            </p:nvSpPr>
            <p:spPr>
              <a:xfrm>
                <a:off x="764432" y="1522581"/>
                <a:ext cx="20666" cy="132930"/>
              </a:xfrm>
              <a:custGeom>
                <a:avLst/>
                <a:gdLst>
                  <a:gd name="connsiteX0" fmla="*/ 0 w 20666"/>
                  <a:gd name="connsiteY0" fmla="*/ 0 h 132930"/>
                  <a:gd name="connsiteX1" fmla="*/ 20666 w 20666"/>
                  <a:gd name="connsiteY1" fmla="*/ 0 h 132930"/>
                  <a:gd name="connsiteX2" fmla="*/ 20666 w 20666"/>
                  <a:gd name="connsiteY2" fmla="*/ 122597 h 132930"/>
                  <a:gd name="connsiteX3" fmla="*/ 10333 w 20666"/>
                  <a:gd name="connsiteY3" fmla="*/ 132930 h 132930"/>
                  <a:gd name="connsiteX4" fmla="*/ 10333 w 20666"/>
                  <a:gd name="connsiteY4" fmla="*/ 132930 h 132930"/>
                  <a:gd name="connsiteX5" fmla="*/ 0 w 20666"/>
                  <a:gd name="connsiteY5" fmla="*/ 122597 h 132930"/>
                  <a:gd name="connsiteX6" fmla="*/ 0 w 20666"/>
                  <a:gd name="connsiteY6" fmla="*/ 0 h 132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66" h="132930">
                    <a:moveTo>
                      <a:pt x="0" y="0"/>
                    </a:moveTo>
                    <a:lnTo>
                      <a:pt x="20666" y="0"/>
                    </a:lnTo>
                    <a:lnTo>
                      <a:pt x="20666" y="122597"/>
                    </a:lnTo>
                    <a:cubicBezTo>
                      <a:pt x="20666" y="128293"/>
                      <a:pt x="16029" y="132930"/>
                      <a:pt x="10333" y="132930"/>
                    </a:cubicBezTo>
                    <a:lnTo>
                      <a:pt x="10333" y="132930"/>
                    </a:lnTo>
                    <a:cubicBezTo>
                      <a:pt x="4637" y="132930"/>
                      <a:pt x="0" y="128293"/>
                      <a:pt x="0" y="122597"/>
                    </a:cubicBezTo>
                    <a:lnTo>
                      <a:pt x="0" y="0"/>
                    </a:ln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49" name="Freeform: Shape 548">
                <a:extLst>
                  <a:ext uri="{FF2B5EF4-FFF2-40B4-BE49-F238E27FC236}">
                    <a16:creationId xmlns:a16="http://schemas.microsoft.com/office/drawing/2014/main" id="{698BAF17-1107-A3E2-4662-4CB931321B83}"/>
                  </a:ext>
                </a:extLst>
              </p:cNvPr>
              <p:cNvSpPr/>
              <p:nvPr/>
            </p:nvSpPr>
            <p:spPr>
              <a:xfrm>
                <a:off x="666267" y="1302660"/>
                <a:ext cx="220046" cy="271182"/>
              </a:xfrm>
              <a:custGeom>
                <a:avLst/>
                <a:gdLst>
                  <a:gd name="connsiteX0" fmla="*/ 66979 w 220046"/>
                  <a:gd name="connsiteY0" fmla="*/ 217867 h 271182"/>
                  <a:gd name="connsiteX1" fmla="*/ 178558 w 220046"/>
                  <a:gd name="connsiteY1" fmla="*/ 121010 h 271182"/>
                  <a:gd name="connsiteX2" fmla="*/ 140836 w 220046"/>
                  <a:gd name="connsiteY2" fmla="*/ 0 h 271182"/>
                  <a:gd name="connsiteX3" fmla="*/ 220046 w 220046"/>
                  <a:gd name="connsiteY3" fmla="*/ 174325 h 271182"/>
                  <a:gd name="connsiteX4" fmla="*/ 108467 w 220046"/>
                  <a:gd name="connsiteY4" fmla="*/ 271183 h 271182"/>
                  <a:gd name="connsiteX5" fmla="*/ 0 w 220046"/>
                  <a:gd name="connsiteY5" fmla="*/ 200220 h 271182"/>
                  <a:gd name="connsiteX6" fmla="*/ 66948 w 220046"/>
                  <a:gd name="connsiteY6" fmla="*/ 217836 h 27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046" h="271182">
                    <a:moveTo>
                      <a:pt x="66979" y="217867"/>
                    </a:moveTo>
                    <a:cubicBezTo>
                      <a:pt x="101495" y="217867"/>
                      <a:pt x="178558" y="200376"/>
                      <a:pt x="178558" y="121010"/>
                    </a:cubicBezTo>
                    <a:cubicBezTo>
                      <a:pt x="178558" y="82696"/>
                      <a:pt x="162342" y="37037"/>
                      <a:pt x="140836" y="0"/>
                    </a:cubicBezTo>
                    <a:cubicBezTo>
                      <a:pt x="178963" y="33676"/>
                      <a:pt x="220046" y="113322"/>
                      <a:pt x="220046" y="174325"/>
                    </a:cubicBezTo>
                    <a:cubicBezTo>
                      <a:pt x="220046" y="253660"/>
                      <a:pt x="142983" y="271183"/>
                      <a:pt x="108467" y="271183"/>
                    </a:cubicBezTo>
                    <a:cubicBezTo>
                      <a:pt x="78090" y="271183"/>
                      <a:pt x="14722" y="257613"/>
                      <a:pt x="0" y="200220"/>
                    </a:cubicBezTo>
                    <a:cubicBezTo>
                      <a:pt x="23187" y="213666"/>
                      <a:pt x="50141" y="217836"/>
                      <a:pt x="66948" y="217836"/>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543" name="Graphic 466">
              <a:extLst>
                <a:ext uri="{FF2B5EF4-FFF2-40B4-BE49-F238E27FC236}">
                  <a16:creationId xmlns:a16="http://schemas.microsoft.com/office/drawing/2014/main" id="{63CCA2E6-018A-3DC7-5138-514C0482DE09}"/>
                </a:ext>
              </a:extLst>
            </p:cNvPr>
            <p:cNvGrpSpPr/>
            <p:nvPr/>
          </p:nvGrpSpPr>
          <p:grpSpPr>
            <a:xfrm>
              <a:off x="586933" y="1445114"/>
              <a:ext cx="163338" cy="269377"/>
              <a:chOff x="586933" y="1445114"/>
              <a:chExt cx="163338" cy="269377"/>
            </a:xfrm>
          </p:grpSpPr>
          <p:sp>
            <p:nvSpPr>
              <p:cNvPr id="544" name="Freeform: Shape 543">
                <a:extLst>
                  <a:ext uri="{FF2B5EF4-FFF2-40B4-BE49-F238E27FC236}">
                    <a16:creationId xmlns:a16="http://schemas.microsoft.com/office/drawing/2014/main" id="{E24C479F-AD2F-84C1-EC2B-2C315B6C84FB}"/>
                  </a:ext>
                </a:extLst>
              </p:cNvPr>
              <p:cNvSpPr/>
              <p:nvPr/>
            </p:nvSpPr>
            <p:spPr>
              <a:xfrm>
                <a:off x="586933" y="1445114"/>
                <a:ext cx="163338" cy="208312"/>
              </a:xfrm>
              <a:custGeom>
                <a:avLst/>
                <a:gdLst>
                  <a:gd name="connsiteX0" fmla="*/ 0 w 163338"/>
                  <a:gd name="connsiteY0" fmla="*/ 138097 h 208312"/>
                  <a:gd name="connsiteX1" fmla="*/ 81669 w 163338"/>
                  <a:gd name="connsiteY1" fmla="*/ 208313 h 208312"/>
                  <a:gd name="connsiteX2" fmla="*/ 163338 w 163338"/>
                  <a:gd name="connsiteY2" fmla="*/ 138097 h 208312"/>
                  <a:gd name="connsiteX3" fmla="*/ 81669 w 163338"/>
                  <a:gd name="connsiteY3" fmla="*/ 0 h 208312"/>
                  <a:gd name="connsiteX4" fmla="*/ 0 w 163338"/>
                  <a:gd name="connsiteY4" fmla="*/ 138097 h 208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38" h="208312">
                    <a:moveTo>
                      <a:pt x="0" y="138097"/>
                    </a:moveTo>
                    <a:cubicBezTo>
                      <a:pt x="0" y="195614"/>
                      <a:pt x="56397" y="208313"/>
                      <a:pt x="81669" y="208313"/>
                    </a:cubicBezTo>
                    <a:cubicBezTo>
                      <a:pt x="106942" y="208313"/>
                      <a:pt x="163338" y="195614"/>
                      <a:pt x="163338" y="138097"/>
                    </a:cubicBezTo>
                    <a:cubicBezTo>
                      <a:pt x="163338" y="80580"/>
                      <a:pt x="112451" y="187"/>
                      <a:pt x="81669" y="0"/>
                    </a:cubicBezTo>
                    <a:cubicBezTo>
                      <a:pt x="50888" y="-186"/>
                      <a:pt x="0" y="80580"/>
                      <a:pt x="0" y="138097"/>
                    </a:cubicBezTo>
                    <a:close/>
                  </a:path>
                </a:pathLst>
              </a:custGeom>
              <a:solidFill>
                <a:schemeClr val="accent6">
                  <a:lumMod val="60000"/>
                  <a:lumOff val="40000"/>
                </a:schemeClr>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45" name="Freeform: Shape 544">
                <a:extLst>
                  <a:ext uri="{FF2B5EF4-FFF2-40B4-BE49-F238E27FC236}">
                    <a16:creationId xmlns:a16="http://schemas.microsoft.com/office/drawing/2014/main" id="{5EAFFA2B-9E01-8614-60A3-4C3221B554D2}"/>
                  </a:ext>
                </a:extLst>
              </p:cNvPr>
              <p:cNvSpPr/>
              <p:nvPr/>
            </p:nvSpPr>
            <p:spPr>
              <a:xfrm rot="10800000">
                <a:off x="660945" y="1615922"/>
                <a:ext cx="15312" cy="98569"/>
              </a:xfrm>
              <a:custGeom>
                <a:avLst/>
                <a:gdLst>
                  <a:gd name="connsiteX0" fmla="*/ 7656 w 15312"/>
                  <a:gd name="connsiteY0" fmla="*/ 0 h 98569"/>
                  <a:gd name="connsiteX1" fmla="*/ 7656 w 15312"/>
                  <a:gd name="connsiteY1" fmla="*/ 0 h 98569"/>
                  <a:gd name="connsiteX2" fmla="*/ 15313 w 15312"/>
                  <a:gd name="connsiteY2" fmla="*/ 7656 h 98569"/>
                  <a:gd name="connsiteX3" fmla="*/ 15313 w 15312"/>
                  <a:gd name="connsiteY3" fmla="*/ 98569 h 98569"/>
                  <a:gd name="connsiteX4" fmla="*/ 0 w 15312"/>
                  <a:gd name="connsiteY4" fmla="*/ 98569 h 98569"/>
                  <a:gd name="connsiteX5" fmla="*/ 0 w 15312"/>
                  <a:gd name="connsiteY5" fmla="*/ 7656 h 98569"/>
                  <a:gd name="connsiteX6" fmla="*/ 7656 w 15312"/>
                  <a:gd name="connsiteY6" fmla="*/ 0 h 98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2" h="98569">
                    <a:moveTo>
                      <a:pt x="7656" y="0"/>
                    </a:moveTo>
                    <a:lnTo>
                      <a:pt x="7656" y="0"/>
                    </a:lnTo>
                    <a:cubicBezTo>
                      <a:pt x="11889" y="0"/>
                      <a:pt x="15313" y="3424"/>
                      <a:pt x="15313" y="7656"/>
                    </a:cubicBezTo>
                    <a:lnTo>
                      <a:pt x="15313" y="98569"/>
                    </a:lnTo>
                    <a:lnTo>
                      <a:pt x="0" y="98569"/>
                    </a:lnTo>
                    <a:lnTo>
                      <a:pt x="0" y="7656"/>
                    </a:lnTo>
                    <a:cubicBezTo>
                      <a:pt x="0" y="3424"/>
                      <a:pt x="3424" y="0"/>
                      <a:pt x="7656" y="0"/>
                    </a:cubicBezTo>
                    <a:close/>
                  </a:path>
                </a:pathLst>
              </a:custGeom>
              <a:solidFill>
                <a:srgbClr val="966233"/>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sp>
            <p:nvSpPr>
              <p:cNvPr id="546" name="Freeform: Shape 545">
                <a:extLst>
                  <a:ext uri="{FF2B5EF4-FFF2-40B4-BE49-F238E27FC236}">
                    <a16:creationId xmlns:a16="http://schemas.microsoft.com/office/drawing/2014/main" id="{18BEC93C-84FF-A924-9FDD-3D70402465A3}"/>
                  </a:ext>
                </a:extLst>
              </p:cNvPr>
              <p:cNvSpPr/>
              <p:nvPr/>
            </p:nvSpPr>
            <p:spPr>
              <a:xfrm>
                <a:off x="589205" y="1456848"/>
                <a:ext cx="161066" cy="196578"/>
              </a:xfrm>
              <a:custGeom>
                <a:avLst/>
                <a:gdLst>
                  <a:gd name="connsiteX0" fmla="*/ 49020 w 161066"/>
                  <a:gd name="connsiteY0" fmla="*/ 157923 h 196578"/>
                  <a:gd name="connsiteX1" fmla="*/ 130689 w 161066"/>
                  <a:gd name="connsiteY1" fmla="*/ 87707 h 196578"/>
                  <a:gd name="connsiteX2" fmla="*/ 103082 w 161066"/>
                  <a:gd name="connsiteY2" fmla="*/ 0 h 196578"/>
                  <a:gd name="connsiteX3" fmla="*/ 161066 w 161066"/>
                  <a:gd name="connsiteY3" fmla="*/ 126363 h 196578"/>
                  <a:gd name="connsiteX4" fmla="*/ 79397 w 161066"/>
                  <a:gd name="connsiteY4" fmla="*/ 196579 h 196578"/>
                  <a:gd name="connsiteX5" fmla="*/ 0 w 161066"/>
                  <a:gd name="connsiteY5" fmla="*/ 145131 h 196578"/>
                  <a:gd name="connsiteX6" fmla="*/ 49020 w 161066"/>
                  <a:gd name="connsiteY6" fmla="*/ 157892 h 196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066" h="196578">
                    <a:moveTo>
                      <a:pt x="49020" y="157923"/>
                    </a:moveTo>
                    <a:cubicBezTo>
                      <a:pt x="74293" y="157923"/>
                      <a:pt x="130689" y="145224"/>
                      <a:pt x="130689" y="87707"/>
                    </a:cubicBezTo>
                    <a:cubicBezTo>
                      <a:pt x="130689" y="59945"/>
                      <a:pt x="118831" y="26829"/>
                      <a:pt x="103082" y="0"/>
                    </a:cubicBezTo>
                    <a:cubicBezTo>
                      <a:pt x="130969" y="24401"/>
                      <a:pt x="161066" y="82136"/>
                      <a:pt x="161066" y="126363"/>
                    </a:cubicBezTo>
                    <a:cubicBezTo>
                      <a:pt x="161066" y="183880"/>
                      <a:pt x="104670" y="196579"/>
                      <a:pt x="79397" y="196579"/>
                    </a:cubicBezTo>
                    <a:cubicBezTo>
                      <a:pt x="57144" y="196579"/>
                      <a:pt x="10769" y="186743"/>
                      <a:pt x="0" y="145131"/>
                    </a:cubicBezTo>
                    <a:cubicBezTo>
                      <a:pt x="16963" y="154873"/>
                      <a:pt x="36695" y="157892"/>
                      <a:pt x="49020" y="157892"/>
                    </a:cubicBezTo>
                    <a:close/>
                  </a:path>
                </a:pathLst>
              </a:custGeom>
              <a:solidFill>
                <a:srgbClr val="97C777"/>
              </a:solidFill>
              <a:ln w="308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Helvetica"/>
                  <a:ea typeface="+mn-ea"/>
                  <a:cs typeface="+mn-cs"/>
                </a:endParaRPr>
              </a:p>
            </p:txBody>
          </p:sp>
        </p:grpSp>
      </p:grpSp>
      <p:grpSp>
        <p:nvGrpSpPr>
          <p:cNvPr id="378" name="Group 377">
            <a:extLst>
              <a:ext uri="{FF2B5EF4-FFF2-40B4-BE49-F238E27FC236}">
                <a16:creationId xmlns:a16="http://schemas.microsoft.com/office/drawing/2014/main" id="{3901D035-721B-D17E-2BC2-1E1E703755F3}"/>
              </a:ext>
            </a:extLst>
          </p:cNvPr>
          <p:cNvGrpSpPr/>
          <p:nvPr/>
        </p:nvGrpSpPr>
        <p:grpSpPr>
          <a:xfrm>
            <a:off x="9054840" y="1133441"/>
            <a:ext cx="2195601" cy="983213"/>
            <a:chOff x="2279285" y="1133441"/>
            <a:chExt cx="2195601" cy="983213"/>
          </a:xfrm>
        </p:grpSpPr>
        <p:grpSp>
          <p:nvGrpSpPr>
            <p:cNvPr id="379" name="Group 378">
              <a:extLst>
                <a:ext uri="{FF2B5EF4-FFF2-40B4-BE49-F238E27FC236}">
                  <a16:creationId xmlns:a16="http://schemas.microsoft.com/office/drawing/2014/main" id="{9CE8D18E-5820-C189-A5FA-B6B34E314880}"/>
                </a:ext>
              </a:extLst>
            </p:cNvPr>
            <p:cNvGrpSpPr/>
            <p:nvPr/>
          </p:nvGrpSpPr>
          <p:grpSpPr>
            <a:xfrm>
              <a:off x="2533824" y="1679484"/>
              <a:ext cx="218066" cy="437170"/>
              <a:chOff x="1552051" y="1542346"/>
              <a:chExt cx="218066" cy="437170"/>
            </a:xfrm>
          </p:grpSpPr>
          <p:sp>
            <p:nvSpPr>
              <p:cNvPr id="414" name="Freeform: Shape 413">
                <a:extLst>
                  <a:ext uri="{FF2B5EF4-FFF2-40B4-BE49-F238E27FC236}">
                    <a16:creationId xmlns:a16="http://schemas.microsoft.com/office/drawing/2014/main" id="{32C661EC-6CB4-D18D-78B2-AA805ABF09FE}"/>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5" name="Freeform: Shape 414">
                <a:extLst>
                  <a:ext uri="{FF2B5EF4-FFF2-40B4-BE49-F238E27FC236}">
                    <a16:creationId xmlns:a16="http://schemas.microsoft.com/office/drawing/2014/main" id="{C4D52BBE-49F0-68F4-50A1-7A8860834550}"/>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6" name="Freeform: Shape 415">
                <a:extLst>
                  <a:ext uri="{FF2B5EF4-FFF2-40B4-BE49-F238E27FC236}">
                    <a16:creationId xmlns:a16="http://schemas.microsoft.com/office/drawing/2014/main" id="{EF2477F6-32F3-9F71-173E-4EC6404DBE45}"/>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7" name="Freeform: Shape 416">
                <a:extLst>
                  <a:ext uri="{FF2B5EF4-FFF2-40B4-BE49-F238E27FC236}">
                    <a16:creationId xmlns:a16="http://schemas.microsoft.com/office/drawing/2014/main" id="{B490A858-7315-5BEA-D3DE-198946CBC786}"/>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8" name="Freeform: Shape 417">
                <a:extLst>
                  <a:ext uri="{FF2B5EF4-FFF2-40B4-BE49-F238E27FC236}">
                    <a16:creationId xmlns:a16="http://schemas.microsoft.com/office/drawing/2014/main" id="{0B380246-ED93-44CD-247B-E1C24539266A}"/>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419" name="Graphic 140">
                <a:extLst>
                  <a:ext uri="{FF2B5EF4-FFF2-40B4-BE49-F238E27FC236}">
                    <a16:creationId xmlns:a16="http://schemas.microsoft.com/office/drawing/2014/main" id="{BEDB9F8C-241E-91E9-ED8D-864BDA715223}"/>
                  </a:ext>
                </a:extLst>
              </p:cNvPr>
              <p:cNvGrpSpPr/>
              <p:nvPr/>
            </p:nvGrpSpPr>
            <p:grpSpPr>
              <a:xfrm>
                <a:off x="1574304" y="1844762"/>
                <a:ext cx="195813" cy="119346"/>
                <a:chOff x="1741580" y="1851234"/>
                <a:chExt cx="331409" cy="201991"/>
              </a:xfrm>
            </p:grpSpPr>
            <p:sp>
              <p:nvSpPr>
                <p:cNvPr id="421" name="Freeform: Shape 420">
                  <a:extLst>
                    <a:ext uri="{FF2B5EF4-FFF2-40B4-BE49-F238E27FC236}">
                      <a16:creationId xmlns:a16="http://schemas.microsoft.com/office/drawing/2014/main" id="{A396F4B1-21C1-DE08-1A1F-C6F55B6FA7ED}"/>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2" name="Freeform: Shape 421">
                  <a:extLst>
                    <a:ext uri="{FF2B5EF4-FFF2-40B4-BE49-F238E27FC236}">
                      <a16:creationId xmlns:a16="http://schemas.microsoft.com/office/drawing/2014/main" id="{6D6E0094-E02B-9C6E-DCD4-4260A58C1AB2}"/>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3" name="Freeform: Shape 422">
                  <a:extLst>
                    <a:ext uri="{FF2B5EF4-FFF2-40B4-BE49-F238E27FC236}">
                      <a16:creationId xmlns:a16="http://schemas.microsoft.com/office/drawing/2014/main" id="{CC8A9582-9161-DBB9-FE09-8667D7CC756E}"/>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4" name="Freeform: Shape 423">
                  <a:extLst>
                    <a:ext uri="{FF2B5EF4-FFF2-40B4-BE49-F238E27FC236}">
                      <a16:creationId xmlns:a16="http://schemas.microsoft.com/office/drawing/2014/main" id="{76C86FBA-1A2D-46DC-1502-48702CCD3882}"/>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5" name="Freeform: Shape 424">
                  <a:extLst>
                    <a:ext uri="{FF2B5EF4-FFF2-40B4-BE49-F238E27FC236}">
                      <a16:creationId xmlns:a16="http://schemas.microsoft.com/office/drawing/2014/main" id="{4EFC9EE7-83F4-CEC9-5D82-8E4C3FE572E1}"/>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6" name="Freeform: Shape 425">
                  <a:extLst>
                    <a:ext uri="{FF2B5EF4-FFF2-40B4-BE49-F238E27FC236}">
                      <a16:creationId xmlns:a16="http://schemas.microsoft.com/office/drawing/2014/main" id="{931FEBDD-11C1-4CD7-B77F-1EE0DE96366A}"/>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7" name="Freeform: Shape 426">
                  <a:extLst>
                    <a:ext uri="{FF2B5EF4-FFF2-40B4-BE49-F238E27FC236}">
                      <a16:creationId xmlns:a16="http://schemas.microsoft.com/office/drawing/2014/main" id="{C63A25B7-507F-18B4-74D8-EF175D620BC8}"/>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8" name="Freeform: Shape 427">
                  <a:extLst>
                    <a:ext uri="{FF2B5EF4-FFF2-40B4-BE49-F238E27FC236}">
                      <a16:creationId xmlns:a16="http://schemas.microsoft.com/office/drawing/2014/main" id="{963805B4-4087-2BA3-15C5-82F39789ECF8}"/>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29" name="Freeform: Shape 428">
                  <a:extLst>
                    <a:ext uri="{FF2B5EF4-FFF2-40B4-BE49-F238E27FC236}">
                      <a16:creationId xmlns:a16="http://schemas.microsoft.com/office/drawing/2014/main" id="{41A77FC0-E50C-CCEA-30C9-D972D2AE0E09}"/>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0" name="Freeform: Shape 429">
                  <a:extLst>
                    <a:ext uri="{FF2B5EF4-FFF2-40B4-BE49-F238E27FC236}">
                      <a16:creationId xmlns:a16="http://schemas.microsoft.com/office/drawing/2014/main" id="{457DEB6F-F891-A57D-61EB-7484E9000EA0}"/>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1" name="Freeform: Shape 430">
                  <a:extLst>
                    <a:ext uri="{FF2B5EF4-FFF2-40B4-BE49-F238E27FC236}">
                      <a16:creationId xmlns:a16="http://schemas.microsoft.com/office/drawing/2014/main" id="{742F497A-485E-F7B7-4176-D17C4DC5E670}"/>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2" name="Freeform: Shape 431">
                  <a:extLst>
                    <a:ext uri="{FF2B5EF4-FFF2-40B4-BE49-F238E27FC236}">
                      <a16:creationId xmlns:a16="http://schemas.microsoft.com/office/drawing/2014/main" id="{A5A3F1EF-CB48-840A-431C-7ACE58749713}"/>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3" name="Freeform: Shape 432">
                  <a:extLst>
                    <a:ext uri="{FF2B5EF4-FFF2-40B4-BE49-F238E27FC236}">
                      <a16:creationId xmlns:a16="http://schemas.microsoft.com/office/drawing/2014/main" id="{7FA9DCE9-BE1A-7F93-45D6-A6DE00F54828}"/>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4" name="Freeform: Shape 433">
                  <a:extLst>
                    <a:ext uri="{FF2B5EF4-FFF2-40B4-BE49-F238E27FC236}">
                      <a16:creationId xmlns:a16="http://schemas.microsoft.com/office/drawing/2014/main" id="{ED4B33E8-C9D1-B97C-7EC4-89AABE13CCEC}"/>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5" name="Freeform: Shape 434">
                  <a:extLst>
                    <a:ext uri="{FF2B5EF4-FFF2-40B4-BE49-F238E27FC236}">
                      <a16:creationId xmlns:a16="http://schemas.microsoft.com/office/drawing/2014/main" id="{AAEBF2F5-12AD-5448-3E21-22E6D3151087}"/>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6" name="Freeform: Shape 435">
                  <a:extLst>
                    <a:ext uri="{FF2B5EF4-FFF2-40B4-BE49-F238E27FC236}">
                      <a16:creationId xmlns:a16="http://schemas.microsoft.com/office/drawing/2014/main" id="{DD325F80-5113-3ADA-EB4C-A394B7B519EB}"/>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7" name="Freeform: Shape 436">
                  <a:extLst>
                    <a:ext uri="{FF2B5EF4-FFF2-40B4-BE49-F238E27FC236}">
                      <a16:creationId xmlns:a16="http://schemas.microsoft.com/office/drawing/2014/main" id="{2ADE6D50-4C3C-417C-583D-457F5EB6B6E5}"/>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8" name="Freeform: Shape 437">
                  <a:extLst>
                    <a:ext uri="{FF2B5EF4-FFF2-40B4-BE49-F238E27FC236}">
                      <a16:creationId xmlns:a16="http://schemas.microsoft.com/office/drawing/2014/main" id="{E95039CF-18E8-9548-D19C-3B3875C54CD2}"/>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39" name="Freeform: Shape 438">
                  <a:extLst>
                    <a:ext uri="{FF2B5EF4-FFF2-40B4-BE49-F238E27FC236}">
                      <a16:creationId xmlns:a16="http://schemas.microsoft.com/office/drawing/2014/main" id="{C89432D6-2CA5-9E4D-5783-C5BFB3DC02B5}"/>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40" name="Freeform: Shape 439">
                  <a:extLst>
                    <a:ext uri="{FF2B5EF4-FFF2-40B4-BE49-F238E27FC236}">
                      <a16:creationId xmlns:a16="http://schemas.microsoft.com/office/drawing/2014/main" id="{5D75DE3F-F56D-D96D-C6E2-E9766757F2E8}"/>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41" name="Freeform: Shape 440">
                  <a:extLst>
                    <a:ext uri="{FF2B5EF4-FFF2-40B4-BE49-F238E27FC236}">
                      <a16:creationId xmlns:a16="http://schemas.microsoft.com/office/drawing/2014/main" id="{AF652242-309C-2758-BBDD-25914246A768}"/>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42" name="Freeform: Shape 441">
                  <a:extLst>
                    <a:ext uri="{FF2B5EF4-FFF2-40B4-BE49-F238E27FC236}">
                      <a16:creationId xmlns:a16="http://schemas.microsoft.com/office/drawing/2014/main" id="{5C2BEC93-35C9-F5FA-E961-DCBDEC1904A7}"/>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420" name="Freeform: Shape 419">
                <a:extLst>
                  <a:ext uri="{FF2B5EF4-FFF2-40B4-BE49-F238E27FC236}">
                    <a16:creationId xmlns:a16="http://schemas.microsoft.com/office/drawing/2014/main" id="{377D20B7-1671-6642-5079-34BBF0337149}"/>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380" name="Group 379">
              <a:extLst>
                <a:ext uri="{FF2B5EF4-FFF2-40B4-BE49-F238E27FC236}">
                  <a16:creationId xmlns:a16="http://schemas.microsoft.com/office/drawing/2014/main" id="{74818DBE-42D8-9F3E-58F6-88B8B4D8F952}"/>
                </a:ext>
              </a:extLst>
            </p:cNvPr>
            <p:cNvGrpSpPr/>
            <p:nvPr/>
          </p:nvGrpSpPr>
          <p:grpSpPr>
            <a:xfrm>
              <a:off x="4194967" y="1427408"/>
              <a:ext cx="218066" cy="437170"/>
              <a:chOff x="1552051" y="1542346"/>
              <a:chExt cx="218066" cy="437170"/>
            </a:xfrm>
          </p:grpSpPr>
          <p:sp>
            <p:nvSpPr>
              <p:cNvPr id="385" name="Freeform: Shape 384">
                <a:extLst>
                  <a:ext uri="{FF2B5EF4-FFF2-40B4-BE49-F238E27FC236}">
                    <a16:creationId xmlns:a16="http://schemas.microsoft.com/office/drawing/2014/main" id="{45AA4656-A908-F655-C5C8-18E35A325A70}"/>
                  </a:ext>
                </a:extLst>
              </p:cNvPr>
              <p:cNvSpPr/>
              <p:nvPr/>
            </p:nvSpPr>
            <p:spPr>
              <a:xfrm>
                <a:off x="1552051" y="1945862"/>
                <a:ext cx="62244" cy="33654"/>
              </a:xfrm>
              <a:custGeom>
                <a:avLst/>
                <a:gdLst>
                  <a:gd name="connsiteX0" fmla="*/ 105347 w 105346"/>
                  <a:gd name="connsiteY0" fmla="*/ 28480 h 56959"/>
                  <a:gd name="connsiteX1" fmla="*/ 52673 w 105346"/>
                  <a:gd name="connsiteY1" fmla="*/ 56960 h 56959"/>
                  <a:gd name="connsiteX2" fmla="*/ 0 w 105346"/>
                  <a:gd name="connsiteY2" fmla="*/ 28480 h 56959"/>
                  <a:gd name="connsiteX3" fmla="*/ 52673 w 105346"/>
                  <a:gd name="connsiteY3" fmla="*/ 0 h 56959"/>
                  <a:gd name="connsiteX4" fmla="*/ 105347 w 105346"/>
                  <a:gd name="connsiteY4" fmla="*/ 28480 h 5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6" h="56959">
                    <a:moveTo>
                      <a:pt x="105347" y="28480"/>
                    </a:moveTo>
                    <a:cubicBezTo>
                      <a:pt x="105347" y="44196"/>
                      <a:pt x="81725" y="56960"/>
                      <a:pt x="52673" y="56960"/>
                    </a:cubicBezTo>
                    <a:cubicBezTo>
                      <a:pt x="23622" y="56960"/>
                      <a:pt x="0" y="44196"/>
                      <a:pt x="0" y="28480"/>
                    </a:cubicBezTo>
                    <a:cubicBezTo>
                      <a:pt x="0" y="12764"/>
                      <a:pt x="23622" y="0"/>
                      <a:pt x="52673" y="0"/>
                    </a:cubicBezTo>
                    <a:cubicBezTo>
                      <a:pt x="81725" y="0"/>
                      <a:pt x="105347" y="12764"/>
                      <a:pt x="105347" y="28480"/>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86" name="Freeform: Shape 385">
                <a:extLst>
                  <a:ext uri="{FF2B5EF4-FFF2-40B4-BE49-F238E27FC236}">
                    <a16:creationId xmlns:a16="http://schemas.microsoft.com/office/drawing/2014/main" id="{62ED7C29-E33E-0FDC-5744-730FDBC7F4E4}"/>
                  </a:ext>
                </a:extLst>
              </p:cNvPr>
              <p:cNvSpPr/>
              <p:nvPr/>
            </p:nvSpPr>
            <p:spPr>
              <a:xfrm>
                <a:off x="1556103" y="1958581"/>
                <a:ext cx="44122" cy="18910"/>
              </a:xfrm>
              <a:custGeom>
                <a:avLst/>
                <a:gdLst>
                  <a:gd name="connsiteX0" fmla="*/ 74676 w 74675"/>
                  <a:gd name="connsiteY0" fmla="*/ 0 h 32004"/>
                  <a:gd name="connsiteX1" fmla="*/ 0 w 74675"/>
                  <a:gd name="connsiteY1" fmla="*/ 0 h 32004"/>
                  <a:gd name="connsiteX2" fmla="*/ 0 w 74675"/>
                  <a:gd name="connsiteY2" fmla="*/ 10287 h 32004"/>
                  <a:gd name="connsiteX3" fmla="*/ 37338 w 74675"/>
                  <a:gd name="connsiteY3" fmla="*/ 32004 h 32004"/>
                  <a:gd name="connsiteX4" fmla="*/ 74676 w 74675"/>
                  <a:gd name="connsiteY4" fmla="*/ 10287 h 32004"/>
                  <a:gd name="connsiteX5" fmla="*/ 74676 w 74675"/>
                  <a:gd name="connsiteY5" fmla="*/ 0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75" h="32004">
                    <a:moveTo>
                      <a:pt x="74676" y="0"/>
                    </a:moveTo>
                    <a:lnTo>
                      <a:pt x="0" y="0"/>
                    </a:lnTo>
                    <a:lnTo>
                      <a:pt x="0" y="10287"/>
                    </a:lnTo>
                    <a:cubicBezTo>
                      <a:pt x="0" y="22288"/>
                      <a:pt x="16669" y="32004"/>
                      <a:pt x="37338" y="32004"/>
                    </a:cubicBezTo>
                    <a:cubicBezTo>
                      <a:pt x="58007" y="32004"/>
                      <a:pt x="74676" y="22288"/>
                      <a:pt x="74676" y="10287"/>
                    </a:cubicBezTo>
                    <a:lnTo>
                      <a:pt x="74676"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87" name="Freeform: Shape 386">
                <a:extLst>
                  <a:ext uri="{FF2B5EF4-FFF2-40B4-BE49-F238E27FC236}">
                    <a16:creationId xmlns:a16="http://schemas.microsoft.com/office/drawing/2014/main" id="{0B21A418-F6BB-FEFA-77D4-E859B9962E2C}"/>
                  </a:ext>
                </a:extLst>
              </p:cNvPr>
              <p:cNvSpPr/>
              <p:nvPr/>
            </p:nvSpPr>
            <p:spPr>
              <a:xfrm>
                <a:off x="1556103" y="1945862"/>
                <a:ext cx="44122" cy="25662"/>
              </a:xfrm>
              <a:custGeom>
                <a:avLst/>
                <a:gdLst>
                  <a:gd name="connsiteX0" fmla="*/ 0 w 74675"/>
                  <a:gd name="connsiteY0" fmla="*/ 21717 h 43433"/>
                  <a:gd name="connsiteX1" fmla="*/ 37338 w 74675"/>
                  <a:gd name="connsiteY1" fmla="*/ 43434 h 43433"/>
                  <a:gd name="connsiteX2" fmla="*/ 74676 w 74675"/>
                  <a:gd name="connsiteY2" fmla="*/ 21717 h 43433"/>
                  <a:gd name="connsiteX3" fmla="*/ 37338 w 74675"/>
                  <a:gd name="connsiteY3" fmla="*/ 0 h 43433"/>
                  <a:gd name="connsiteX4" fmla="*/ 0 w 74675"/>
                  <a:gd name="connsiteY4" fmla="*/ 21717 h 4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75" h="43433">
                    <a:moveTo>
                      <a:pt x="0" y="21717"/>
                    </a:moveTo>
                    <a:cubicBezTo>
                      <a:pt x="0" y="33719"/>
                      <a:pt x="16669" y="43434"/>
                      <a:pt x="37338" y="43434"/>
                    </a:cubicBezTo>
                    <a:cubicBezTo>
                      <a:pt x="58007" y="43434"/>
                      <a:pt x="74676" y="33719"/>
                      <a:pt x="74676" y="21717"/>
                    </a:cubicBezTo>
                    <a:cubicBezTo>
                      <a:pt x="74676" y="9716"/>
                      <a:pt x="58007" y="0"/>
                      <a:pt x="37338" y="0"/>
                    </a:cubicBezTo>
                    <a:cubicBezTo>
                      <a:pt x="16669" y="0"/>
                      <a:pt x="0" y="9716"/>
                      <a:pt x="0" y="21717"/>
                    </a:cubicBezTo>
                    <a:close/>
                  </a:path>
                </a:pathLst>
              </a:custGeom>
              <a:gradFill>
                <a:gsLst>
                  <a:gs pos="0">
                    <a:srgbClr val="AFB6E5"/>
                  </a:gs>
                  <a:gs pos="14000">
                    <a:srgbClr val="B5BCE8"/>
                  </a:gs>
                  <a:gs pos="35000">
                    <a:srgbClr val="C7CDF0"/>
                  </a:gs>
                  <a:gs pos="58000">
                    <a:srgbClr val="E5E9FF"/>
                  </a:gs>
                  <a:gs pos="95000">
                    <a:srgbClr val="F4F4FB"/>
                  </a:gs>
                  <a:gs pos="100000">
                    <a:srgbClr val="F7F6FB"/>
                  </a:gs>
                </a:gsLst>
                <a:lin ang="7979848"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88" name="Freeform: Shape 387">
                <a:extLst>
                  <a:ext uri="{FF2B5EF4-FFF2-40B4-BE49-F238E27FC236}">
                    <a16:creationId xmlns:a16="http://schemas.microsoft.com/office/drawing/2014/main" id="{5A6DE4E6-4C86-D315-722B-1D92BE7F1BFE}"/>
                  </a:ext>
                </a:extLst>
              </p:cNvPr>
              <p:cNvSpPr/>
              <p:nvPr/>
            </p:nvSpPr>
            <p:spPr>
              <a:xfrm>
                <a:off x="1556103" y="1958863"/>
                <a:ext cx="44122" cy="13056"/>
              </a:xfrm>
              <a:custGeom>
                <a:avLst/>
                <a:gdLst>
                  <a:gd name="connsiteX0" fmla="*/ 37338 w 74675"/>
                  <a:gd name="connsiteY0" fmla="*/ 21336 h 22097"/>
                  <a:gd name="connsiteX1" fmla="*/ 0 w 74675"/>
                  <a:gd name="connsiteY1" fmla="*/ 0 h 22097"/>
                  <a:gd name="connsiteX2" fmla="*/ 0 w 74675"/>
                  <a:gd name="connsiteY2" fmla="*/ 381 h 22097"/>
                  <a:gd name="connsiteX3" fmla="*/ 37338 w 74675"/>
                  <a:gd name="connsiteY3" fmla="*/ 22098 h 22097"/>
                  <a:gd name="connsiteX4" fmla="*/ 74676 w 74675"/>
                  <a:gd name="connsiteY4" fmla="*/ 381 h 22097"/>
                  <a:gd name="connsiteX5" fmla="*/ 74676 w 74675"/>
                  <a:gd name="connsiteY5" fmla="*/ 0 h 22097"/>
                  <a:gd name="connsiteX6" fmla="*/ 37338 w 74675"/>
                  <a:gd name="connsiteY6" fmla="*/ 21336 h 2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675" h="22097">
                    <a:moveTo>
                      <a:pt x="37338" y="21336"/>
                    </a:moveTo>
                    <a:cubicBezTo>
                      <a:pt x="16955" y="21336"/>
                      <a:pt x="381" y="11811"/>
                      <a:pt x="0" y="0"/>
                    </a:cubicBezTo>
                    <a:cubicBezTo>
                      <a:pt x="0" y="95"/>
                      <a:pt x="0" y="286"/>
                      <a:pt x="0" y="381"/>
                    </a:cubicBezTo>
                    <a:cubicBezTo>
                      <a:pt x="0" y="12383"/>
                      <a:pt x="16669" y="22098"/>
                      <a:pt x="37338" y="22098"/>
                    </a:cubicBezTo>
                    <a:cubicBezTo>
                      <a:pt x="58007" y="22098"/>
                      <a:pt x="74676" y="12383"/>
                      <a:pt x="74676" y="381"/>
                    </a:cubicBezTo>
                    <a:cubicBezTo>
                      <a:pt x="74676" y="286"/>
                      <a:pt x="74676" y="95"/>
                      <a:pt x="74676" y="0"/>
                    </a:cubicBezTo>
                    <a:cubicBezTo>
                      <a:pt x="74295" y="11811"/>
                      <a:pt x="57722" y="21336"/>
                      <a:pt x="37338" y="21336"/>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89" name="Freeform: Shape 388">
                <a:extLst>
                  <a:ext uri="{FF2B5EF4-FFF2-40B4-BE49-F238E27FC236}">
                    <a16:creationId xmlns:a16="http://schemas.microsoft.com/office/drawing/2014/main" id="{63591AE4-B4C0-89BA-A622-8E1E63DB2304}"/>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gradFill>
                <a:gsLst>
                  <a:gs pos="0">
                    <a:srgbClr val="B9BFEA"/>
                  </a:gs>
                  <a:gs pos="25000">
                    <a:srgbClr val="E5E9FF"/>
                  </a:gs>
                  <a:gs pos="70000">
                    <a:srgbClr val="AFB6E5"/>
                  </a:gs>
                  <a:gs pos="95000">
                    <a:srgbClr val="B9C0EA"/>
                  </a:gs>
                  <a:gs pos="100000">
                    <a:srgbClr val="BDC3EC"/>
                  </a:gs>
                </a:gsLst>
                <a:lin ang="0" scaled="1"/>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nvGrpSpPr>
              <p:cNvPr id="390" name="Graphic 140">
                <a:extLst>
                  <a:ext uri="{FF2B5EF4-FFF2-40B4-BE49-F238E27FC236}">
                    <a16:creationId xmlns:a16="http://schemas.microsoft.com/office/drawing/2014/main" id="{9740F7AD-E85D-EA81-01B8-EC404F38DA46}"/>
                  </a:ext>
                </a:extLst>
              </p:cNvPr>
              <p:cNvGrpSpPr/>
              <p:nvPr/>
            </p:nvGrpSpPr>
            <p:grpSpPr>
              <a:xfrm>
                <a:off x="1574304" y="1844762"/>
                <a:ext cx="195813" cy="119346"/>
                <a:chOff x="1741580" y="1851234"/>
                <a:chExt cx="331409" cy="201991"/>
              </a:xfrm>
            </p:grpSpPr>
            <p:sp>
              <p:nvSpPr>
                <p:cNvPr id="392" name="Freeform: Shape 391">
                  <a:extLst>
                    <a:ext uri="{FF2B5EF4-FFF2-40B4-BE49-F238E27FC236}">
                      <a16:creationId xmlns:a16="http://schemas.microsoft.com/office/drawing/2014/main" id="{28F5B48E-2446-41C2-8CBF-041E50408779}"/>
                    </a:ext>
                  </a:extLst>
                </p:cNvPr>
                <p:cNvSpPr/>
                <p:nvPr/>
              </p:nvSpPr>
              <p:spPr>
                <a:xfrm>
                  <a:off x="1741580" y="1851234"/>
                  <a:ext cx="331409" cy="201991"/>
                </a:xfrm>
                <a:custGeom>
                  <a:avLst/>
                  <a:gdLst>
                    <a:gd name="connsiteX0" fmla="*/ 13677 w 331409"/>
                    <a:gd name="connsiteY0" fmla="*/ 200067 h 201991"/>
                    <a:gd name="connsiteX1" fmla="*/ 3295 w 331409"/>
                    <a:gd name="connsiteY1" fmla="*/ 193685 h 201991"/>
                    <a:gd name="connsiteX2" fmla="*/ 4628 w 331409"/>
                    <a:gd name="connsiteY2" fmla="*/ 182731 h 201991"/>
                    <a:gd name="connsiteX3" fmla="*/ 305237 w 331409"/>
                    <a:gd name="connsiteY3" fmla="*/ 2137 h 201991"/>
                    <a:gd name="connsiteX4" fmla="*/ 320477 w 331409"/>
                    <a:gd name="connsiteY4" fmla="*/ 1470 h 201991"/>
                    <a:gd name="connsiteX5" fmla="*/ 328764 w 331409"/>
                    <a:gd name="connsiteY5" fmla="*/ 6614 h 201991"/>
                    <a:gd name="connsiteX6" fmla="*/ 327716 w 331409"/>
                    <a:gd name="connsiteY6" fmla="*/ 15377 h 201991"/>
                    <a:gd name="connsiteX7" fmla="*/ 32727 w 331409"/>
                    <a:gd name="connsiteY7" fmla="*/ 199305 h 201991"/>
                    <a:gd name="connsiteX8" fmla="*/ 13677 w 331409"/>
                    <a:gd name="connsiteY8" fmla="*/ 200067 h 201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409" h="201991">
                      <a:moveTo>
                        <a:pt x="13677" y="200067"/>
                      </a:moveTo>
                      <a:lnTo>
                        <a:pt x="3295" y="193685"/>
                      </a:lnTo>
                      <a:cubicBezTo>
                        <a:pt x="-1563" y="190923"/>
                        <a:pt x="-992" y="185970"/>
                        <a:pt x="4628" y="182731"/>
                      </a:cubicBezTo>
                      <a:lnTo>
                        <a:pt x="305237" y="2137"/>
                      </a:lnTo>
                      <a:cubicBezTo>
                        <a:pt x="309714" y="-435"/>
                        <a:pt x="316572" y="-720"/>
                        <a:pt x="320477" y="1470"/>
                      </a:cubicBezTo>
                      <a:lnTo>
                        <a:pt x="328764" y="6614"/>
                      </a:lnTo>
                      <a:cubicBezTo>
                        <a:pt x="332669" y="8900"/>
                        <a:pt x="332193" y="12805"/>
                        <a:pt x="327716" y="15377"/>
                      </a:cubicBezTo>
                      <a:lnTo>
                        <a:pt x="32727" y="199305"/>
                      </a:lnTo>
                      <a:cubicBezTo>
                        <a:pt x="27107" y="202543"/>
                        <a:pt x="18535" y="202924"/>
                        <a:pt x="13677" y="200067"/>
                      </a:cubicBezTo>
                      <a:close/>
                    </a:path>
                  </a:pathLst>
                </a:custGeom>
                <a:solidFill>
                  <a:srgbClr val="AFB6E5">
                    <a:alpha val="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3" name="Freeform: Shape 392">
                  <a:extLst>
                    <a:ext uri="{FF2B5EF4-FFF2-40B4-BE49-F238E27FC236}">
                      <a16:creationId xmlns:a16="http://schemas.microsoft.com/office/drawing/2014/main" id="{826420C2-09C5-6BF0-27B5-8DB9C4BCF13C}"/>
                    </a:ext>
                  </a:extLst>
                </p:cNvPr>
                <p:cNvSpPr/>
                <p:nvPr/>
              </p:nvSpPr>
              <p:spPr>
                <a:xfrm>
                  <a:off x="1742031" y="1859500"/>
                  <a:ext cx="317067" cy="193273"/>
                </a:xfrm>
                <a:custGeom>
                  <a:avLst/>
                  <a:gdLst>
                    <a:gd name="connsiteX0" fmla="*/ 13225 w 317067"/>
                    <a:gd name="connsiteY0" fmla="*/ 191514 h 193273"/>
                    <a:gd name="connsiteX1" fmla="*/ 3224 w 317067"/>
                    <a:gd name="connsiteY1" fmla="*/ 185323 h 193273"/>
                    <a:gd name="connsiteX2" fmla="*/ 4557 w 317067"/>
                    <a:gd name="connsiteY2" fmla="*/ 174465 h 193273"/>
                    <a:gd name="connsiteX3" fmla="*/ 290974 w 317067"/>
                    <a:gd name="connsiteY3" fmla="*/ 2348 h 193273"/>
                    <a:gd name="connsiteX4" fmla="*/ 306690 w 317067"/>
                    <a:gd name="connsiteY4" fmla="*/ 1395 h 193273"/>
                    <a:gd name="connsiteX5" fmla="*/ 314691 w 317067"/>
                    <a:gd name="connsiteY5" fmla="*/ 6348 h 193273"/>
                    <a:gd name="connsiteX6" fmla="*/ 312977 w 317067"/>
                    <a:gd name="connsiteY6" fmla="*/ 15397 h 193273"/>
                    <a:gd name="connsiteX7" fmla="*/ 31894 w 317067"/>
                    <a:gd name="connsiteY7" fmla="*/ 190657 h 193273"/>
                    <a:gd name="connsiteX8" fmla="*/ 13130 w 317067"/>
                    <a:gd name="connsiteY8" fmla="*/ 191419 h 1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067" h="193273">
                      <a:moveTo>
                        <a:pt x="13225" y="191514"/>
                      </a:moveTo>
                      <a:lnTo>
                        <a:pt x="3224" y="185323"/>
                      </a:lnTo>
                      <a:cubicBezTo>
                        <a:pt x="-1539" y="182561"/>
                        <a:pt x="-967" y="177703"/>
                        <a:pt x="4557" y="174465"/>
                      </a:cubicBezTo>
                      <a:lnTo>
                        <a:pt x="290974" y="2348"/>
                      </a:lnTo>
                      <a:cubicBezTo>
                        <a:pt x="295451" y="-224"/>
                        <a:pt x="302880" y="-891"/>
                        <a:pt x="306690" y="1395"/>
                      </a:cubicBezTo>
                      <a:lnTo>
                        <a:pt x="314691" y="6348"/>
                      </a:lnTo>
                      <a:cubicBezTo>
                        <a:pt x="318597" y="8539"/>
                        <a:pt x="317454" y="12825"/>
                        <a:pt x="312977" y="15397"/>
                      </a:cubicBezTo>
                      <a:lnTo>
                        <a:pt x="31894" y="190657"/>
                      </a:lnTo>
                      <a:cubicBezTo>
                        <a:pt x="26370" y="193800"/>
                        <a:pt x="17892" y="194181"/>
                        <a:pt x="13130" y="191419"/>
                      </a:cubicBezTo>
                      <a:close/>
                    </a:path>
                  </a:pathLst>
                </a:custGeom>
                <a:solidFill>
                  <a:srgbClr val="AFB6E5">
                    <a:alpha val="1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4" name="Freeform: Shape 393">
                  <a:extLst>
                    <a:ext uri="{FF2B5EF4-FFF2-40B4-BE49-F238E27FC236}">
                      <a16:creationId xmlns:a16="http://schemas.microsoft.com/office/drawing/2014/main" id="{BBFB261E-A21C-C465-55A2-3B26A700A617}"/>
                    </a:ext>
                  </a:extLst>
                </p:cNvPr>
                <p:cNvSpPr/>
                <p:nvPr/>
              </p:nvSpPr>
              <p:spPr>
                <a:xfrm>
                  <a:off x="1742578" y="1867868"/>
                  <a:ext cx="302821" cy="184715"/>
                </a:xfrm>
                <a:custGeom>
                  <a:avLst/>
                  <a:gdLst>
                    <a:gd name="connsiteX0" fmla="*/ 12773 w 302821"/>
                    <a:gd name="connsiteY0" fmla="*/ 182861 h 184715"/>
                    <a:gd name="connsiteX1" fmla="*/ 3153 w 302821"/>
                    <a:gd name="connsiteY1" fmla="*/ 176861 h 184715"/>
                    <a:gd name="connsiteX2" fmla="*/ 4487 w 302821"/>
                    <a:gd name="connsiteY2" fmla="*/ 166193 h 184715"/>
                    <a:gd name="connsiteX3" fmla="*/ 276711 w 302821"/>
                    <a:gd name="connsiteY3" fmla="*/ 2553 h 184715"/>
                    <a:gd name="connsiteX4" fmla="*/ 292904 w 302821"/>
                    <a:gd name="connsiteY4" fmla="*/ 1220 h 184715"/>
                    <a:gd name="connsiteX5" fmla="*/ 300714 w 302821"/>
                    <a:gd name="connsiteY5" fmla="*/ 6077 h 184715"/>
                    <a:gd name="connsiteX6" fmla="*/ 298428 w 302821"/>
                    <a:gd name="connsiteY6" fmla="*/ 15412 h 184715"/>
                    <a:gd name="connsiteX7" fmla="*/ 31252 w 302821"/>
                    <a:gd name="connsiteY7" fmla="*/ 182099 h 184715"/>
                    <a:gd name="connsiteX8" fmla="*/ 12773 w 302821"/>
                    <a:gd name="connsiteY8" fmla="*/ 182861 h 184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2821" h="184715">
                      <a:moveTo>
                        <a:pt x="12773" y="182861"/>
                      </a:moveTo>
                      <a:lnTo>
                        <a:pt x="3153" y="176861"/>
                      </a:lnTo>
                      <a:cubicBezTo>
                        <a:pt x="-1514" y="174098"/>
                        <a:pt x="-943" y="169336"/>
                        <a:pt x="4487" y="166193"/>
                      </a:cubicBezTo>
                      <a:lnTo>
                        <a:pt x="276711" y="2553"/>
                      </a:lnTo>
                      <a:cubicBezTo>
                        <a:pt x="281093" y="-19"/>
                        <a:pt x="289094" y="-971"/>
                        <a:pt x="292904" y="1220"/>
                      </a:cubicBezTo>
                      <a:lnTo>
                        <a:pt x="300714" y="6077"/>
                      </a:lnTo>
                      <a:cubicBezTo>
                        <a:pt x="304524" y="8268"/>
                        <a:pt x="302810" y="12840"/>
                        <a:pt x="298428" y="15412"/>
                      </a:cubicBezTo>
                      <a:lnTo>
                        <a:pt x="31252" y="182099"/>
                      </a:lnTo>
                      <a:cubicBezTo>
                        <a:pt x="25823" y="185243"/>
                        <a:pt x="17536" y="185624"/>
                        <a:pt x="12773" y="182861"/>
                      </a:cubicBezTo>
                      <a:close/>
                    </a:path>
                  </a:pathLst>
                </a:custGeom>
                <a:solidFill>
                  <a:srgbClr val="AFB6E5">
                    <a:alpha val="1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5" name="Freeform: Shape 394">
                  <a:extLst>
                    <a:ext uri="{FF2B5EF4-FFF2-40B4-BE49-F238E27FC236}">
                      <a16:creationId xmlns:a16="http://schemas.microsoft.com/office/drawing/2014/main" id="{D49FBFB4-0713-45AF-F31B-3BD228CEA327}"/>
                    </a:ext>
                  </a:extLst>
                </p:cNvPr>
                <p:cNvSpPr/>
                <p:nvPr/>
              </p:nvSpPr>
              <p:spPr>
                <a:xfrm>
                  <a:off x="1742959" y="1876201"/>
                  <a:ext cx="288834" cy="176025"/>
                </a:xfrm>
                <a:custGeom>
                  <a:avLst/>
                  <a:gdLst>
                    <a:gd name="connsiteX0" fmla="*/ 12392 w 288834"/>
                    <a:gd name="connsiteY0" fmla="*/ 174242 h 176025"/>
                    <a:gd name="connsiteX1" fmla="*/ 3153 w 288834"/>
                    <a:gd name="connsiteY1" fmla="*/ 168432 h 176025"/>
                    <a:gd name="connsiteX2" fmla="*/ 4487 w 288834"/>
                    <a:gd name="connsiteY2" fmla="*/ 157954 h 176025"/>
                    <a:gd name="connsiteX3" fmla="*/ 262614 w 288834"/>
                    <a:gd name="connsiteY3" fmla="*/ 2792 h 176025"/>
                    <a:gd name="connsiteX4" fmla="*/ 279378 w 288834"/>
                    <a:gd name="connsiteY4" fmla="*/ 1173 h 176025"/>
                    <a:gd name="connsiteX5" fmla="*/ 286903 w 288834"/>
                    <a:gd name="connsiteY5" fmla="*/ 5840 h 176025"/>
                    <a:gd name="connsiteX6" fmla="*/ 284045 w 288834"/>
                    <a:gd name="connsiteY6" fmla="*/ 15460 h 176025"/>
                    <a:gd name="connsiteX7" fmla="*/ 30776 w 288834"/>
                    <a:gd name="connsiteY7" fmla="*/ 173480 h 176025"/>
                    <a:gd name="connsiteX8" fmla="*/ 12583 w 288834"/>
                    <a:gd name="connsiteY8" fmla="*/ 174242 h 17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8834" h="176025">
                      <a:moveTo>
                        <a:pt x="12392" y="174242"/>
                      </a:moveTo>
                      <a:lnTo>
                        <a:pt x="3153" y="168432"/>
                      </a:lnTo>
                      <a:cubicBezTo>
                        <a:pt x="-1514" y="165765"/>
                        <a:pt x="-943" y="161002"/>
                        <a:pt x="4487" y="157954"/>
                      </a:cubicBezTo>
                      <a:lnTo>
                        <a:pt x="262614" y="2792"/>
                      </a:lnTo>
                      <a:cubicBezTo>
                        <a:pt x="266996" y="220"/>
                        <a:pt x="275568" y="-1113"/>
                        <a:pt x="279378" y="1173"/>
                      </a:cubicBezTo>
                      <a:lnTo>
                        <a:pt x="286903" y="5840"/>
                      </a:lnTo>
                      <a:cubicBezTo>
                        <a:pt x="290713" y="8031"/>
                        <a:pt x="288427" y="12984"/>
                        <a:pt x="284045" y="15460"/>
                      </a:cubicBezTo>
                      <a:lnTo>
                        <a:pt x="30776" y="173480"/>
                      </a:lnTo>
                      <a:cubicBezTo>
                        <a:pt x="25442" y="176528"/>
                        <a:pt x="17250" y="176909"/>
                        <a:pt x="12583" y="174242"/>
                      </a:cubicBezTo>
                      <a:close/>
                    </a:path>
                  </a:pathLst>
                </a:custGeom>
                <a:solidFill>
                  <a:srgbClr val="AFB6E5">
                    <a:alpha val="1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6" name="Freeform: Shape 395">
                  <a:extLst>
                    <a:ext uri="{FF2B5EF4-FFF2-40B4-BE49-F238E27FC236}">
                      <a16:creationId xmlns:a16="http://schemas.microsoft.com/office/drawing/2014/main" id="{F0FC8906-6E7D-8BF3-2BD2-EE8BDF35F9FE}"/>
                    </a:ext>
                  </a:extLst>
                </p:cNvPr>
                <p:cNvSpPr/>
                <p:nvPr/>
              </p:nvSpPr>
              <p:spPr>
                <a:xfrm>
                  <a:off x="1743307" y="1884654"/>
                  <a:ext cx="274498" cy="167247"/>
                </a:xfrm>
                <a:custGeom>
                  <a:avLst/>
                  <a:gdLst>
                    <a:gd name="connsiteX0" fmla="*/ 12045 w 274498"/>
                    <a:gd name="connsiteY0" fmla="*/ 165503 h 167247"/>
                    <a:gd name="connsiteX1" fmla="*/ 3091 w 274498"/>
                    <a:gd name="connsiteY1" fmla="*/ 159979 h 167247"/>
                    <a:gd name="connsiteX2" fmla="*/ 4329 w 274498"/>
                    <a:gd name="connsiteY2" fmla="*/ 149692 h 167247"/>
                    <a:gd name="connsiteX3" fmla="*/ 248265 w 274498"/>
                    <a:gd name="connsiteY3" fmla="*/ 3007 h 167247"/>
                    <a:gd name="connsiteX4" fmla="*/ 265505 w 274498"/>
                    <a:gd name="connsiteY4" fmla="*/ 1006 h 167247"/>
                    <a:gd name="connsiteX5" fmla="*/ 272744 w 274498"/>
                    <a:gd name="connsiteY5" fmla="*/ 5483 h 167247"/>
                    <a:gd name="connsiteX6" fmla="*/ 269220 w 274498"/>
                    <a:gd name="connsiteY6" fmla="*/ 15389 h 167247"/>
                    <a:gd name="connsiteX7" fmla="*/ 29761 w 274498"/>
                    <a:gd name="connsiteY7" fmla="*/ 164741 h 167247"/>
                    <a:gd name="connsiteX8" fmla="*/ 11854 w 274498"/>
                    <a:gd name="connsiteY8" fmla="*/ 165503 h 16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98" h="167247">
                      <a:moveTo>
                        <a:pt x="12045" y="165503"/>
                      </a:moveTo>
                      <a:lnTo>
                        <a:pt x="3091" y="159979"/>
                      </a:lnTo>
                      <a:cubicBezTo>
                        <a:pt x="-1481" y="157312"/>
                        <a:pt x="-909" y="152740"/>
                        <a:pt x="4329" y="149692"/>
                      </a:cubicBezTo>
                      <a:lnTo>
                        <a:pt x="248265" y="3007"/>
                      </a:lnTo>
                      <a:cubicBezTo>
                        <a:pt x="252646" y="530"/>
                        <a:pt x="261695" y="-1184"/>
                        <a:pt x="265505" y="1006"/>
                      </a:cubicBezTo>
                      <a:lnTo>
                        <a:pt x="272744" y="5483"/>
                      </a:lnTo>
                      <a:cubicBezTo>
                        <a:pt x="276554" y="7674"/>
                        <a:pt x="273601" y="12913"/>
                        <a:pt x="269220" y="15389"/>
                      </a:cubicBezTo>
                      <a:lnTo>
                        <a:pt x="29761" y="164741"/>
                      </a:lnTo>
                      <a:cubicBezTo>
                        <a:pt x="24522" y="167789"/>
                        <a:pt x="16426" y="168075"/>
                        <a:pt x="11854" y="165503"/>
                      </a:cubicBezTo>
                      <a:close/>
                    </a:path>
                  </a:pathLst>
                </a:custGeom>
                <a:solidFill>
                  <a:srgbClr val="AFB6E5">
                    <a:alpha val="2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7" name="Freeform: Shape 396">
                  <a:extLst>
                    <a:ext uri="{FF2B5EF4-FFF2-40B4-BE49-F238E27FC236}">
                      <a16:creationId xmlns:a16="http://schemas.microsoft.com/office/drawing/2014/main" id="{91C9879E-B813-ED05-B013-4DFF1A8E101A}"/>
                    </a:ext>
                  </a:extLst>
                </p:cNvPr>
                <p:cNvSpPr/>
                <p:nvPr/>
              </p:nvSpPr>
              <p:spPr>
                <a:xfrm>
                  <a:off x="1743854" y="1892974"/>
                  <a:ext cx="260443" cy="158610"/>
                </a:xfrm>
                <a:custGeom>
                  <a:avLst/>
                  <a:gdLst>
                    <a:gd name="connsiteX0" fmla="*/ 11593 w 260443"/>
                    <a:gd name="connsiteY0" fmla="*/ 156898 h 158610"/>
                    <a:gd name="connsiteX1" fmla="*/ 3020 w 260443"/>
                    <a:gd name="connsiteY1" fmla="*/ 151564 h 158610"/>
                    <a:gd name="connsiteX2" fmla="*/ 4259 w 260443"/>
                    <a:gd name="connsiteY2" fmla="*/ 141372 h 158610"/>
                    <a:gd name="connsiteX3" fmla="*/ 234097 w 260443"/>
                    <a:gd name="connsiteY3" fmla="*/ 3259 h 158610"/>
                    <a:gd name="connsiteX4" fmla="*/ 251813 w 260443"/>
                    <a:gd name="connsiteY4" fmla="*/ 878 h 158610"/>
                    <a:gd name="connsiteX5" fmla="*/ 258862 w 260443"/>
                    <a:gd name="connsiteY5" fmla="*/ 5260 h 158610"/>
                    <a:gd name="connsiteX6" fmla="*/ 254766 w 260443"/>
                    <a:gd name="connsiteY6" fmla="*/ 15451 h 158610"/>
                    <a:gd name="connsiteX7" fmla="*/ 29214 w 260443"/>
                    <a:gd name="connsiteY7" fmla="*/ 156136 h 158610"/>
                    <a:gd name="connsiteX8" fmla="*/ 11593 w 260443"/>
                    <a:gd name="connsiteY8" fmla="*/ 156898 h 15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43" h="158610">
                      <a:moveTo>
                        <a:pt x="11593" y="156898"/>
                      </a:moveTo>
                      <a:lnTo>
                        <a:pt x="3020" y="151564"/>
                      </a:lnTo>
                      <a:cubicBezTo>
                        <a:pt x="-1456" y="148992"/>
                        <a:pt x="-885" y="144420"/>
                        <a:pt x="4259" y="141372"/>
                      </a:cubicBezTo>
                      <a:lnTo>
                        <a:pt x="234097" y="3259"/>
                      </a:lnTo>
                      <a:cubicBezTo>
                        <a:pt x="238478" y="783"/>
                        <a:pt x="248099" y="-1217"/>
                        <a:pt x="251813" y="878"/>
                      </a:cubicBezTo>
                      <a:lnTo>
                        <a:pt x="258862" y="5260"/>
                      </a:lnTo>
                      <a:cubicBezTo>
                        <a:pt x="262577" y="7450"/>
                        <a:pt x="259148" y="12975"/>
                        <a:pt x="254766" y="15451"/>
                      </a:cubicBezTo>
                      <a:lnTo>
                        <a:pt x="29214" y="156136"/>
                      </a:lnTo>
                      <a:cubicBezTo>
                        <a:pt x="24071" y="159088"/>
                        <a:pt x="16070" y="159469"/>
                        <a:pt x="11593" y="156898"/>
                      </a:cubicBezTo>
                      <a:close/>
                    </a:path>
                  </a:pathLst>
                </a:custGeom>
                <a:solidFill>
                  <a:srgbClr val="AFB6E5">
                    <a:alpha val="2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8" name="Freeform: Shape 397">
                  <a:extLst>
                    <a:ext uri="{FF2B5EF4-FFF2-40B4-BE49-F238E27FC236}">
                      <a16:creationId xmlns:a16="http://schemas.microsoft.com/office/drawing/2014/main" id="{B18C797A-B5FD-598A-280C-16494E9A464D}"/>
                    </a:ext>
                  </a:extLst>
                </p:cNvPr>
                <p:cNvSpPr/>
                <p:nvPr/>
              </p:nvSpPr>
              <p:spPr>
                <a:xfrm>
                  <a:off x="1744274" y="1901371"/>
                  <a:ext cx="246272" cy="149984"/>
                </a:xfrm>
                <a:custGeom>
                  <a:avLst/>
                  <a:gdLst>
                    <a:gd name="connsiteX0" fmla="*/ 11173 w 246272"/>
                    <a:gd name="connsiteY0" fmla="*/ 148310 h 149984"/>
                    <a:gd name="connsiteX1" fmla="*/ 2982 w 246272"/>
                    <a:gd name="connsiteY1" fmla="*/ 143167 h 149984"/>
                    <a:gd name="connsiteX2" fmla="*/ 4220 w 246272"/>
                    <a:gd name="connsiteY2" fmla="*/ 133165 h 149984"/>
                    <a:gd name="connsiteX3" fmla="*/ 219866 w 246272"/>
                    <a:gd name="connsiteY3" fmla="*/ 3530 h 149984"/>
                    <a:gd name="connsiteX4" fmla="*/ 238059 w 246272"/>
                    <a:gd name="connsiteY4" fmla="*/ 863 h 149984"/>
                    <a:gd name="connsiteX5" fmla="*/ 244821 w 246272"/>
                    <a:gd name="connsiteY5" fmla="*/ 5054 h 149984"/>
                    <a:gd name="connsiteX6" fmla="*/ 240154 w 246272"/>
                    <a:gd name="connsiteY6" fmla="*/ 15532 h 149984"/>
                    <a:gd name="connsiteX7" fmla="*/ 28509 w 246272"/>
                    <a:gd name="connsiteY7" fmla="*/ 147548 h 149984"/>
                    <a:gd name="connsiteX8" fmla="*/ 11173 w 246272"/>
                    <a:gd name="connsiteY8" fmla="*/ 148310 h 149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72" h="149984">
                      <a:moveTo>
                        <a:pt x="11173" y="148310"/>
                      </a:moveTo>
                      <a:lnTo>
                        <a:pt x="2982" y="143167"/>
                      </a:lnTo>
                      <a:cubicBezTo>
                        <a:pt x="-1400" y="140595"/>
                        <a:pt x="-924" y="136118"/>
                        <a:pt x="4220" y="133165"/>
                      </a:cubicBezTo>
                      <a:lnTo>
                        <a:pt x="219866" y="3530"/>
                      </a:lnTo>
                      <a:cubicBezTo>
                        <a:pt x="224152" y="1054"/>
                        <a:pt x="234344" y="-1328"/>
                        <a:pt x="238059" y="863"/>
                      </a:cubicBezTo>
                      <a:lnTo>
                        <a:pt x="244821" y="5054"/>
                      </a:lnTo>
                      <a:cubicBezTo>
                        <a:pt x="248536" y="7245"/>
                        <a:pt x="244440" y="13055"/>
                        <a:pt x="240154" y="15532"/>
                      </a:cubicBezTo>
                      <a:lnTo>
                        <a:pt x="28509" y="147548"/>
                      </a:lnTo>
                      <a:cubicBezTo>
                        <a:pt x="23365" y="150501"/>
                        <a:pt x="15650" y="150787"/>
                        <a:pt x="11173" y="148310"/>
                      </a:cubicBezTo>
                      <a:close/>
                    </a:path>
                  </a:pathLst>
                </a:custGeom>
                <a:solidFill>
                  <a:srgbClr val="AFB6E5">
                    <a:alpha val="3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399" name="Freeform: Shape 398">
                  <a:extLst>
                    <a:ext uri="{FF2B5EF4-FFF2-40B4-BE49-F238E27FC236}">
                      <a16:creationId xmlns:a16="http://schemas.microsoft.com/office/drawing/2014/main" id="{858EA48D-DBC1-BB97-2B40-9ECEE46534D2}"/>
                    </a:ext>
                  </a:extLst>
                </p:cNvPr>
                <p:cNvSpPr/>
                <p:nvPr/>
              </p:nvSpPr>
              <p:spPr>
                <a:xfrm>
                  <a:off x="1744592" y="1909670"/>
                  <a:ext cx="232234" cy="141447"/>
                </a:xfrm>
                <a:custGeom>
                  <a:avLst/>
                  <a:gdLst>
                    <a:gd name="connsiteX0" fmla="*/ 10855 w 232234"/>
                    <a:gd name="connsiteY0" fmla="*/ 139726 h 141447"/>
                    <a:gd name="connsiteX1" fmla="*/ 2950 w 232234"/>
                    <a:gd name="connsiteY1" fmla="*/ 134773 h 141447"/>
                    <a:gd name="connsiteX2" fmla="*/ 4188 w 232234"/>
                    <a:gd name="connsiteY2" fmla="*/ 124962 h 141447"/>
                    <a:gd name="connsiteX3" fmla="*/ 205642 w 232234"/>
                    <a:gd name="connsiteY3" fmla="*/ 3804 h 141447"/>
                    <a:gd name="connsiteX4" fmla="*/ 224406 w 232234"/>
                    <a:gd name="connsiteY4" fmla="*/ 756 h 141447"/>
                    <a:gd name="connsiteX5" fmla="*/ 230883 w 232234"/>
                    <a:gd name="connsiteY5" fmla="*/ 4852 h 141447"/>
                    <a:gd name="connsiteX6" fmla="*/ 225644 w 232234"/>
                    <a:gd name="connsiteY6" fmla="*/ 15710 h 141447"/>
                    <a:gd name="connsiteX7" fmla="*/ 27905 w 232234"/>
                    <a:gd name="connsiteY7" fmla="*/ 139059 h 141447"/>
                    <a:gd name="connsiteX8" fmla="*/ 10855 w 232234"/>
                    <a:gd name="connsiteY8" fmla="*/ 139726 h 141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34" h="141447">
                      <a:moveTo>
                        <a:pt x="10855" y="139726"/>
                      </a:moveTo>
                      <a:lnTo>
                        <a:pt x="2950" y="134773"/>
                      </a:lnTo>
                      <a:cubicBezTo>
                        <a:pt x="-1432" y="132296"/>
                        <a:pt x="-860" y="127820"/>
                        <a:pt x="4188" y="124962"/>
                      </a:cubicBezTo>
                      <a:lnTo>
                        <a:pt x="205642" y="3804"/>
                      </a:lnTo>
                      <a:cubicBezTo>
                        <a:pt x="209928" y="1328"/>
                        <a:pt x="220691" y="-1339"/>
                        <a:pt x="224406" y="756"/>
                      </a:cubicBezTo>
                      <a:lnTo>
                        <a:pt x="230883" y="4852"/>
                      </a:lnTo>
                      <a:cubicBezTo>
                        <a:pt x="234598" y="6947"/>
                        <a:pt x="229930" y="13234"/>
                        <a:pt x="225644" y="15710"/>
                      </a:cubicBezTo>
                      <a:lnTo>
                        <a:pt x="27905" y="139059"/>
                      </a:lnTo>
                      <a:cubicBezTo>
                        <a:pt x="22857" y="141917"/>
                        <a:pt x="15237" y="142298"/>
                        <a:pt x="10855" y="139726"/>
                      </a:cubicBezTo>
                      <a:close/>
                    </a:path>
                  </a:pathLst>
                </a:custGeom>
                <a:solidFill>
                  <a:srgbClr val="AFB6E5">
                    <a:alpha val="3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0" name="Freeform: Shape 399">
                  <a:extLst>
                    <a:ext uri="{FF2B5EF4-FFF2-40B4-BE49-F238E27FC236}">
                      <a16:creationId xmlns:a16="http://schemas.microsoft.com/office/drawing/2014/main" id="{C8687E5B-0D41-CAB1-7035-BF5F2E4BCAB9}"/>
                    </a:ext>
                  </a:extLst>
                </p:cNvPr>
                <p:cNvSpPr/>
                <p:nvPr/>
              </p:nvSpPr>
              <p:spPr>
                <a:xfrm>
                  <a:off x="1745139" y="1917918"/>
                  <a:ext cx="218251" cy="132874"/>
                </a:xfrm>
                <a:custGeom>
                  <a:avLst/>
                  <a:gdLst>
                    <a:gd name="connsiteX0" fmla="*/ 10404 w 218251"/>
                    <a:gd name="connsiteY0" fmla="*/ 131192 h 132874"/>
                    <a:gd name="connsiteX1" fmla="*/ 2879 w 218251"/>
                    <a:gd name="connsiteY1" fmla="*/ 126525 h 132874"/>
                    <a:gd name="connsiteX2" fmla="*/ 4117 w 218251"/>
                    <a:gd name="connsiteY2" fmla="*/ 116809 h 132874"/>
                    <a:gd name="connsiteX3" fmla="*/ 191474 w 218251"/>
                    <a:gd name="connsiteY3" fmla="*/ 4128 h 132874"/>
                    <a:gd name="connsiteX4" fmla="*/ 210714 w 218251"/>
                    <a:gd name="connsiteY4" fmla="*/ 699 h 132874"/>
                    <a:gd name="connsiteX5" fmla="*/ 217001 w 218251"/>
                    <a:gd name="connsiteY5" fmla="*/ 4605 h 132874"/>
                    <a:gd name="connsiteX6" fmla="*/ 211095 w 218251"/>
                    <a:gd name="connsiteY6" fmla="*/ 15749 h 132874"/>
                    <a:gd name="connsiteX7" fmla="*/ 27263 w 218251"/>
                    <a:gd name="connsiteY7" fmla="*/ 130525 h 132874"/>
                    <a:gd name="connsiteX8" fmla="*/ 10499 w 218251"/>
                    <a:gd name="connsiteY8" fmla="*/ 131192 h 13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251" h="132874">
                      <a:moveTo>
                        <a:pt x="10404" y="131192"/>
                      </a:moveTo>
                      <a:lnTo>
                        <a:pt x="2879" y="126525"/>
                      </a:lnTo>
                      <a:cubicBezTo>
                        <a:pt x="-1407" y="124048"/>
                        <a:pt x="-836" y="119667"/>
                        <a:pt x="4117" y="116809"/>
                      </a:cubicBezTo>
                      <a:lnTo>
                        <a:pt x="191474" y="4128"/>
                      </a:lnTo>
                      <a:cubicBezTo>
                        <a:pt x="195760" y="1652"/>
                        <a:pt x="207000" y="-1396"/>
                        <a:pt x="210714" y="699"/>
                      </a:cubicBezTo>
                      <a:lnTo>
                        <a:pt x="217001" y="4605"/>
                      </a:lnTo>
                      <a:cubicBezTo>
                        <a:pt x="220716" y="6700"/>
                        <a:pt x="215382" y="13272"/>
                        <a:pt x="211095" y="15749"/>
                      </a:cubicBezTo>
                      <a:lnTo>
                        <a:pt x="27263" y="130525"/>
                      </a:lnTo>
                      <a:cubicBezTo>
                        <a:pt x="22310" y="133383"/>
                        <a:pt x="14785" y="133668"/>
                        <a:pt x="10499" y="131192"/>
                      </a:cubicBezTo>
                      <a:close/>
                    </a:path>
                  </a:pathLst>
                </a:custGeom>
                <a:solidFill>
                  <a:srgbClr val="AFB6E5">
                    <a:alpha val="4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1" name="Freeform: Shape 400">
                  <a:extLst>
                    <a:ext uri="{FF2B5EF4-FFF2-40B4-BE49-F238E27FC236}">
                      <a16:creationId xmlns:a16="http://schemas.microsoft.com/office/drawing/2014/main" id="{D0945338-E41E-A4A8-B32F-27391DF92E44}"/>
                    </a:ext>
                  </a:extLst>
                </p:cNvPr>
                <p:cNvSpPr/>
                <p:nvPr/>
              </p:nvSpPr>
              <p:spPr>
                <a:xfrm>
                  <a:off x="1745550" y="1926242"/>
                  <a:ext cx="203999" cy="124232"/>
                </a:xfrm>
                <a:custGeom>
                  <a:avLst/>
                  <a:gdLst>
                    <a:gd name="connsiteX0" fmla="*/ 9993 w 203999"/>
                    <a:gd name="connsiteY0" fmla="*/ 122582 h 124232"/>
                    <a:gd name="connsiteX1" fmla="*/ 2849 w 203999"/>
                    <a:gd name="connsiteY1" fmla="*/ 118105 h 124232"/>
                    <a:gd name="connsiteX2" fmla="*/ 3992 w 203999"/>
                    <a:gd name="connsiteY2" fmla="*/ 108580 h 124232"/>
                    <a:gd name="connsiteX3" fmla="*/ 177156 w 203999"/>
                    <a:gd name="connsiteY3" fmla="*/ 4376 h 124232"/>
                    <a:gd name="connsiteX4" fmla="*/ 196873 w 203999"/>
                    <a:gd name="connsiteY4" fmla="*/ 662 h 124232"/>
                    <a:gd name="connsiteX5" fmla="*/ 202874 w 203999"/>
                    <a:gd name="connsiteY5" fmla="*/ 4376 h 124232"/>
                    <a:gd name="connsiteX6" fmla="*/ 196397 w 203999"/>
                    <a:gd name="connsiteY6" fmla="*/ 15806 h 124232"/>
                    <a:gd name="connsiteX7" fmla="*/ 26376 w 203999"/>
                    <a:gd name="connsiteY7" fmla="*/ 121915 h 124232"/>
                    <a:gd name="connsiteX8" fmla="*/ 9897 w 203999"/>
                    <a:gd name="connsiteY8" fmla="*/ 122582 h 12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99" h="124232">
                      <a:moveTo>
                        <a:pt x="9993" y="122582"/>
                      </a:moveTo>
                      <a:lnTo>
                        <a:pt x="2849" y="118105"/>
                      </a:lnTo>
                      <a:cubicBezTo>
                        <a:pt x="-1342" y="115628"/>
                        <a:pt x="-866" y="111437"/>
                        <a:pt x="3992" y="108580"/>
                      </a:cubicBezTo>
                      <a:lnTo>
                        <a:pt x="177156" y="4376"/>
                      </a:lnTo>
                      <a:cubicBezTo>
                        <a:pt x="181347" y="1900"/>
                        <a:pt x="193254" y="-1434"/>
                        <a:pt x="196873" y="662"/>
                      </a:cubicBezTo>
                      <a:lnTo>
                        <a:pt x="202874" y="4376"/>
                      </a:lnTo>
                      <a:cubicBezTo>
                        <a:pt x="206493" y="6472"/>
                        <a:pt x="200588" y="13330"/>
                        <a:pt x="196397" y="15806"/>
                      </a:cubicBezTo>
                      <a:lnTo>
                        <a:pt x="26376" y="121915"/>
                      </a:lnTo>
                      <a:cubicBezTo>
                        <a:pt x="21518" y="124677"/>
                        <a:pt x="14088" y="125058"/>
                        <a:pt x="9897" y="122582"/>
                      </a:cubicBezTo>
                      <a:close/>
                    </a:path>
                  </a:pathLst>
                </a:custGeom>
                <a:solidFill>
                  <a:srgbClr val="AFB6E5">
                    <a:alpha val="4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2" name="Freeform: Shape 401">
                  <a:extLst>
                    <a:ext uri="{FF2B5EF4-FFF2-40B4-BE49-F238E27FC236}">
                      <a16:creationId xmlns:a16="http://schemas.microsoft.com/office/drawing/2014/main" id="{FD229FC7-9454-4BC4-D58E-47DBB54F57D7}"/>
                    </a:ext>
                  </a:extLst>
                </p:cNvPr>
                <p:cNvSpPr/>
                <p:nvPr/>
              </p:nvSpPr>
              <p:spPr>
                <a:xfrm>
                  <a:off x="1745906" y="1934488"/>
                  <a:ext cx="190051" cy="115662"/>
                </a:xfrm>
                <a:custGeom>
                  <a:avLst/>
                  <a:gdLst>
                    <a:gd name="connsiteX0" fmla="*/ 9636 w 190051"/>
                    <a:gd name="connsiteY0" fmla="*/ 114050 h 115662"/>
                    <a:gd name="connsiteX1" fmla="*/ 2778 w 190051"/>
                    <a:gd name="connsiteY1" fmla="*/ 109764 h 115662"/>
                    <a:gd name="connsiteX2" fmla="*/ 3921 w 190051"/>
                    <a:gd name="connsiteY2" fmla="*/ 100429 h 115662"/>
                    <a:gd name="connsiteX3" fmla="*/ 162989 w 190051"/>
                    <a:gd name="connsiteY3" fmla="*/ 4703 h 115662"/>
                    <a:gd name="connsiteX4" fmla="*/ 183277 w 190051"/>
                    <a:gd name="connsiteY4" fmla="*/ 607 h 115662"/>
                    <a:gd name="connsiteX5" fmla="*/ 188992 w 190051"/>
                    <a:gd name="connsiteY5" fmla="*/ 4227 h 115662"/>
                    <a:gd name="connsiteX6" fmla="*/ 181943 w 190051"/>
                    <a:gd name="connsiteY6" fmla="*/ 15943 h 115662"/>
                    <a:gd name="connsiteX7" fmla="*/ 25829 w 190051"/>
                    <a:gd name="connsiteY7" fmla="*/ 113383 h 115662"/>
                    <a:gd name="connsiteX8" fmla="*/ 9636 w 190051"/>
                    <a:gd name="connsiteY8" fmla="*/ 114050 h 115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051" h="115662">
                      <a:moveTo>
                        <a:pt x="9636" y="114050"/>
                      </a:moveTo>
                      <a:lnTo>
                        <a:pt x="2778" y="109764"/>
                      </a:lnTo>
                      <a:cubicBezTo>
                        <a:pt x="-1318" y="107383"/>
                        <a:pt x="-841" y="103192"/>
                        <a:pt x="3921" y="100429"/>
                      </a:cubicBezTo>
                      <a:lnTo>
                        <a:pt x="162989" y="4703"/>
                      </a:lnTo>
                      <a:cubicBezTo>
                        <a:pt x="167180" y="2322"/>
                        <a:pt x="179562" y="-1488"/>
                        <a:pt x="183277" y="607"/>
                      </a:cubicBezTo>
                      <a:lnTo>
                        <a:pt x="188992" y="4227"/>
                      </a:lnTo>
                      <a:cubicBezTo>
                        <a:pt x="192611" y="6322"/>
                        <a:pt x="186134" y="13466"/>
                        <a:pt x="181943" y="15943"/>
                      </a:cubicBezTo>
                      <a:lnTo>
                        <a:pt x="25829" y="113383"/>
                      </a:lnTo>
                      <a:cubicBezTo>
                        <a:pt x="21066" y="116146"/>
                        <a:pt x="13732" y="116431"/>
                        <a:pt x="9636" y="114050"/>
                      </a:cubicBezTo>
                      <a:close/>
                    </a:path>
                  </a:pathLst>
                </a:custGeom>
                <a:solidFill>
                  <a:srgbClr val="AFB6E5">
                    <a:alpha val="50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3" name="Freeform: Shape 402">
                  <a:extLst>
                    <a:ext uri="{FF2B5EF4-FFF2-40B4-BE49-F238E27FC236}">
                      <a16:creationId xmlns:a16="http://schemas.microsoft.com/office/drawing/2014/main" id="{87BA4E65-ABEE-C7F9-E352-5A668D3E7461}"/>
                    </a:ext>
                  </a:extLst>
                </p:cNvPr>
                <p:cNvSpPr/>
                <p:nvPr/>
              </p:nvSpPr>
              <p:spPr>
                <a:xfrm>
                  <a:off x="1746414" y="1942899"/>
                  <a:ext cx="176045" cy="107028"/>
                </a:xfrm>
                <a:custGeom>
                  <a:avLst/>
                  <a:gdLst>
                    <a:gd name="connsiteX0" fmla="*/ 9223 w 176045"/>
                    <a:gd name="connsiteY0" fmla="*/ 105353 h 107028"/>
                    <a:gd name="connsiteX1" fmla="*/ 2746 w 176045"/>
                    <a:gd name="connsiteY1" fmla="*/ 101258 h 107028"/>
                    <a:gd name="connsiteX2" fmla="*/ 3889 w 176045"/>
                    <a:gd name="connsiteY2" fmla="*/ 92114 h 107028"/>
                    <a:gd name="connsiteX3" fmla="*/ 148764 w 176045"/>
                    <a:gd name="connsiteY3" fmla="*/ 4960 h 107028"/>
                    <a:gd name="connsiteX4" fmla="*/ 169529 w 176045"/>
                    <a:gd name="connsiteY4" fmla="*/ 578 h 107028"/>
                    <a:gd name="connsiteX5" fmla="*/ 175053 w 176045"/>
                    <a:gd name="connsiteY5" fmla="*/ 4007 h 107028"/>
                    <a:gd name="connsiteX6" fmla="*/ 167433 w 176045"/>
                    <a:gd name="connsiteY6" fmla="*/ 16009 h 107028"/>
                    <a:gd name="connsiteX7" fmla="*/ 25225 w 176045"/>
                    <a:gd name="connsiteY7" fmla="*/ 104782 h 107028"/>
                    <a:gd name="connsiteX8" fmla="*/ 9318 w 176045"/>
                    <a:gd name="connsiteY8" fmla="*/ 105449 h 107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45" h="107028">
                      <a:moveTo>
                        <a:pt x="9223" y="105353"/>
                      </a:moveTo>
                      <a:lnTo>
                        <a:pt x="2746" y="101258"/>
                      </a:lnTo>
                      <a:cubicBezTo>
                        <a:pt x="-1350" y="98876"/>
                        <a:pt x="-778" y="94781"/>
                        <a:pt x="3889" y="92114"/>
                      </a:cubicBezTo>
                      <a:lnTo>
                        <a:pt x="148764" y="4960"/>
                      </a:lnTo>
                      <a:cubicBezTo>
                        <a:pt x="152955" y="2579"/>
                        <a:pt x="165909" y="-1517"/>
                        <a:pt x="169529" y="578"/>
                      </a:cubicBezTo>
                      <a:lnTo>
                        <a:pt x="175053" y="4007"/>
                      </a:lnTo>
                      <a:cubicBezTo>
                        <a:pt x="178673" y="6103"/>
                        <a:pt x="171529" y="13628"/>
                        <a:pt x="167433" y="16009"/>
                      </a:cubicBezTo>
                      <a:lnTo>
                        <a:pt x="25225" y="104782"/>
                      </a:lnTo>
                      <a:cubicBezTo>
                        <a:pt x="20558" y="107449"/>
                        <a:pt x="13414" y="107830"/>
                        <a:pt x="9318" y="105449"/>
                      </a:cubicBezTo>
                      <a:close/>
                    </a:path>
                  </a:pathLst>
                </a:custGeom>
                <a:solidFill>
                  <a:srgbClr val="AFB6E5">
                    <a:alpha val="5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4" name="Freeform: Shape 403">
                  <a:extLst>
                    <a:ext uri="{FF2B5EF4-FFF2-40B4-BE49-F238E27FC236}">
                      <a16:creationId xmlns:a16="http://schemas.microsoft.com/office/drawing/2014/main" id="{11FEF73D-8A07-D527-A761-30A54EDF2BBD}"/>
                    </a:ext>
                  </a:extLst>
                </p:cNvPr>
                <p:cNvSpPr/>
                <p:nvPr/>
              </p:nvSpPr>
              <p:spPr>
                <a:xfrm>
                  <a:off x="1746834" y="1951126"/>
                  <a:ext cx="161952" cy="98477"/>
                </a:xfrm>
                <a:custGeom>
                  <a:avLst/>
                  <a:gdLst>
                    <a:gd name="connsiteX0" fmla="*/ 8803 w 161952"/>
                    <a:gd name="connsiteY0" fmla="*/ 96841 h 98477"/>
                    <a:gd name="connsiteX1" fmla="*/ 2707 w 161952"/>
                    <a:gd name="connsiteY1" fmla="*/ 93031 h 98477"/>
                    <a:gd name="connsiteX2" fmla="*/ 3850 w 161952"/>
                    <a:gd name="connsiteY2" fmla="*/ 83982 h 98477"/>
                    <a:gd name="connsiteX3" fmla="*/ 134533 w 161952"/>
                    <a:gd name="connsiteY3" fmla="*/ 5306 h 98477"/>
                    <a:gd name="connsiteX4" fmla="*/ 155774 w 161952"/>
                    <a:gd name="connsiteY4" fmla="*/ 543 h 98477"/>
                    <a:gd name="connsiteX5" fmla="*/ 161013 w 161952"/>
                    <a:gd name="connsiteY5" fmla="*/ 3877 h 98477"/>
                    <a:gd name="connsiteX6" fmla="*/ 152726 w 161952"/>
                    <a:gd name="connsiteY6" fmla="*/ 16164 h 98477"/>
                    <a:gd name="connsiteX7" fmla="*/ 24424 w 161952"/>
                    <a:gd name="connsiteY7" fmla="*/ 96270 h 98477"/>
                    <a:gd name="connsiteX8" fmla="*/ 8803 w 161952"/>
                    <a:gd name="connsiteY8" fmla="*/ 96936 h 9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2" h="98477">
                      <a:moveTo>
                        <a:pt x="8803" y="96841"/>
                      </a:moveTo>
                      <a:lnTo>
                        <a:pt x="2707" y="93031"/>
                      </a:lnTo>
                      <a:cubicBezTo>
                        <a:pt x="-1293" y="90745"/>
                        <a:pt x="-817" y="86649"/>
                        <a:pt x="3850" y="83982"/>
                      </a:cubicBezTo>
                      <a:lnTo>
                        <a:pt x="134533" y="5306"/>
                      </a:lnTo>
                      <a:cubicBezTo>
                        <a:pt x="138629" y="2925"/>
                        <a:pt x="152250" y="-1552"/>
                        <a:pt x="155774" y="543"/>
                      </a:cubicBezTo>
                      <a:lnTo>
                        <a:pt x="161013" y="3877"/>
                      </a:lnTo>
                      <a:cubicBezTo>
                        <a:pt x="164632" y="5973"/>
                        <a:pt x="156917" y="13783"/>
                        <a:pt x="152726" y="16164"/>
                      </a:cubicBezTo>
                      <a:lnTo>
                        <a:pt x="24424" y="96270"/>
                      </a:lnTo>
                      <a:cubicBezTo>
                        <a:pt x="19852" y="98937"/>
                        <a:pt x="12804" y="99222"/>
                        <a:pt x="8803" y="96936"/>
                      </a:cubicBezTo>
                      <a:close/>
                    </a:path>
                  </a:pathLst>
                </a:custGeom>
                <a:solidFill>
                  <a:srgbClr val="AFB6E5">
                    <a:alpha val="59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5" name="Freeform: Shape 404">
                  <a:extLst>
                    <a:ext uri="{FF2B5EF4-FFF2-40B4-BE49-F238E27FC236}">
                      <a16:creationId xmlns:a16="http://schemas.microsoft.com/office/drawing/2014/main" id="{B9D288C9-227A-133B-2575-81CF74A84639}"/>
                    </a:ext>
                  </a:extLst>
                </p:cNvPr>
                <p:cNvSpPr/>
                <p:nvPr/>
              </p:nvSpPr>
              <p:spPr>
                <a:xfrm>
                  <a:off x="1747191" y="1959477"/>
                  <a:ext cx="147887" cy="89769"/>
                </a:xfrm>
                <a:custGeom>
                  <a:avLst/>
                  <a:gdLst>
                    <a:gd name="connsiteX0" fmla="*/ 8447 w 147887"/>
                    <a:gd name="connsiteY0" fmla="*/ 88299 h 89769"/>
                    <a:gd name="connsiteX1" fmla="*/ 2636 w 147887"/>
                    <a:gd name="connsiteY1" fmla="*/ 84680 h 89769"/>
                    <a:gd name="connsiteX2" fmla="*/ 3779 w 147887"/>
                    <a:gd name="connsiteY2" fmla="*/ 75822 h 89769"/>
                    <a:gd name="connsiteX3" fmla="*/ 120365 w 147887"/>
                    <a:gd name="connsiteY3" fmla="*/ 5622 h 89769"/>
                    <a:gd name="connsiteX4" fmla="*/ 142082 w 147887"/>
                    <a:gd name="connsiteY4" fmla="*/ 479 h 89769"/>
                    <a:gd name="connsiteX5" fmla="*/ 147035 w 147887"/>
                    <a:gd name="connsiteY5" fmla="*/ 3622 h 89769"/>
                    <a:gd name="connsiteX6" fmla="*/ 138177 w 147887"/>
                    <a:gd name="connsiteY6" fmla="*/ 16195 h 89769"/>
                    <a:gd name="connsiteX7" fmla="*/ 23782 w 147887"/>
                    <a:gd name="connsiteY7" fmla="*/ 87633 h 89769"/>
                    <a:gd name="connsiteX8" fmla="*/ 8447 w 147887"/>
                    <a:gd name="connsiteY8" fmla="*/ 88299 h 8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887" h="89769">
                      <a:moveTo>
                        <a:pt x="8447" y="88299"/>
                      </a:moveTo>
                      <a:lnTo>
                        <a:pt x="2636" y="84680"/>
                      </a:lnTo>
                      <a:cubicBezTo>
                        <a:pt x="-1269" y="82394"/>
                        <a:pt x="-793" y="78393"/>
                        <a:pt x="3779" y="75822"/>
                      </a:cubicBezTo>
                      <a:lnTo>
                        <a:pt x="120365" y="5622"/>
                      </a:lnTo>
                      <a:cubicBezTo>
                        <a:pt x="124461" y="3241"/>
                        <a:pt x="138558" y="-1521"/>
                        <a:pt x="142082" y="479"/>
                      </a:cubicBezTo>
                      <a:lnTo>
                        <a:pt x="147035" y="3622"/>
                      </a:lnTo>
                      <a:cubicBezTo>
                        <a:pt x="150560" y="5718"/>
                        <a:pt x="142273" y="13814"/>
                        <a:pt x="138177" y="16195"/>
                      </a:cubicBezTo>
                      <a:lnTo>
                        <a:pt x="23782" y="87633"/>
                      </a:lnTo>
                      <a:cubicBezTo>
                        <a:pt x="19210" y="90204"/>
                        <a:pt x="12352" y="90490"/>
                        <a:pt x="8447" y="88299"/>
                      </a:cubicBezTo>
                      <a:close/>
                    </a:path>
                  </a:pathLst>
                </a:custGeom>
                <a:solidFill>
                  <a:srgbClr val="AFB6E5">
                    <a:alpha val="64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6" name="Freeform: Shape 405">
                  <a:extLst>
                    <a:ext uri="{FF2B5EF4-FFF2-40B4-BE49-F238E27FC236}">
                      <a16:creationId xmlns:a16="http://schemas.microsoft.com/office/drawing/2014/main" id="{D227E859-4E6A-F00E-F6AF-9DBB4C5E0941}"/>
                    </a:ext>
                  </a:extLst>
                </p:cNvPr>
                <p:cNvSpPr/>
                <p:nvPr/>
              </p:nvSpPr>
              <p:spPr>
                <a:xfrm>
                  <a:off x="1747729" y="1967751"/>
                  <a:ext cx="133877" cy="81304"/>
                </a:xfrm>
                <a:custGeom>
                  <a:avLst/>
                  <a:gdLst>
                    <a:gd name="connsiteX0" fmla="*/ 8004 w 133877"/>
                    <a:gd name="connsiteY0" fmla="*/ 79739 h 81304"/>
                    <a:gd name="connsiteX1" fmla="*/ 2574 w 133877"/>
                    <a:gd name="connsiteY1" fmla="*/ 76310 h 81304"/>
                    <a:gd name="connsiteX2" fmla="*/ 3622 w 133877"/>
                    <a:gd name="connsiteY2" fmla="*/ 67642 h 81304"/>
                    <a:gd name="connsiteX3" fmla="*/ 106016 w 133877"/>
                    <a:gd name="connsiteY3" fmla="*/ 5920 h 81304"/>
                    <a:gd name="connsiteX4" fmla="*/ 128304 w 133877"/>
                    <a:gd name="connsiteY4" fmla="*/ 491 h 81304"/>
                    <a:gd name="connsiteX5" fmla="*/ 133067 w 133877"/>
                    <a:gd name="connsiteY5" fmla="*/ 3444 h 81304"/>
                    <a:gd name="connsiteX6" fmla="*/ 123637 w 133877"/>
                    <a:gd name="connsiteY6" fmla="*/ 16303 h 81304"/>
                    <a:gd name="connsiteX7" fmla="*/ 23053 w 133877"/>
                    <a:gd name="connsiteY7" fmla="*/ 79168 h 81304"/>
                    <a:gd name="connsiteX8" fmla="*/ 8004 w 133877"/>
                    <a:gd name="connsiteY8" fmla="*/ 79834 h 8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877" h="81304">
                      <a:moveTo>
                        <a:pt x="8004" y="79739"/>
                      </a:moveTo>
                      <a:lnTo>
                        <a:pt x="2574" y="76310"/>
                      </a:lnTo>
                      <a:cubicBezTo>
                        <a:pt x="-1236" y="74119"/>
                        <a:pt x="-759" y="70214"/>
                        <a:pt x="3622" y="67642"/>
                      </a:cubicBezTo>
                      <a:lnTo>
                        <a:pt x="106016" y="5920"/>
                      </a:lnTo>
                      <a:cubicBezTo>
                        <a:pt x="110112" y="3539"/>
                        <a:pt x="124780" y="-1604"/>
                        <a:pt x="128304" y="491"/>
                      </a:cubicBezTo>
                      <a:lnTo>
                        <a:pt x="133067" y="3444"/>
                      </a:lnTo>
                      <a:cubicBezTo>
                        <a:pt x="136591" y="5444"/>
                        <a:pt x="127733" y="13921"/>
                        <a:pt x="123637" y="16303"/>
                      </a:cubicBezTo>
                      <a:lnTo>
                        <a:pt x="23053" y="79168"/>
                      </a:lnTo>
                      <a:cubicBezTo>
                        <a:pt x="18576" y="81739"/>
                        <a:pt x="11814" y="82025"/>
                        <a:pt x="8004" y="79834"/>
                      </a:cubicBezTo>
                      <a:close/>
                    </a:path>
                  </a:pathLst>
                </a:custGeom>
                <a:solidFill>
                  <a:srgbClr val="AFB6E5">
                    <a:alpha val="68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7" name="Freeform: Shape 406">
                  <a:extLst>
                    <a:ext uri="{FF2B5EF4-FFF2-40B4-BE49-F238E27FC236}">
                      <a16:creationId xmlns:a16="http://schemas.microsoft.com/office/drawing/2014/main" id="{CDBE7557-B06F-E58D-FD64-9AB4A88E5B14}"/>
                    </a:ext>
                  </a:extLst>
                </p:cNvPr>
                <p:cNvSpPr/>
                <p:nvPr/>
              </p:nvSpPr>
              <p:spPr>
                <a:xfrm>
                  <a:off x="1748110" y="1975910"/>
                  <a:ext cx="119928" cy="72678"/>
                </a:xfrm>
                <a:custGeom>
                  <a:avLst/>
                  <a:gdLst>
                    <a:gd name="connsiteX0" fmla="*/ 7623 w 119928"/>
                    <a:gd name="connsiteY0" fmla="*/ 71295 h 72678"/>
                    <a:gd name="connsiteX1" fmla="*/ 2574 w 119928"/>
                    <a:gd name="connsiteY1" fmla="*/ 68056 h 72678"/>
                    <a:gd name="connsiteX2" fmla="*/ 3622 w 119928"/>
                    <a:gd name="connsiteY2" fmla="*/ 59484 h 72678"/>
                    <a:gd name="connsiteX3" fmla="*/ 91919 w 119928"/>
                    <a:gd name="connsiteY3" fmla="*/ 6239 h 72678"/>
                    <a:gd name="connsiteX4" fmla="*/ 114684 w 119928"/>
                    <a:gd name="connsiteY4" fmla="*/ 429 h 72678"/>
                    <a:gd name="connsiteX5" fmla="*/ 119160 w 119928"/>
                    <a:gd name="connsiteY5" fmla="*/ 3286 h 72678"/>
                    <a:gd name="connsiteX6" fmla="*/ 109159 w 119928"/>
                    <a:gd name="connsiteY6" fmla="*/ 16431 h 72678"/>
                    <a:gd name="connsiteX7" fmla="*/ 22482 w 119928"/>
                    <a:gd name="connsiteY7" fmla="*/ 70628 h 72678"/>
                    <a:gd name="connsiteX8" fmla="*/ 7718 w 119928"/>
                    <a:gd name="connsiteY8" fmla="*/ 71199 h 7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28" h="72678">
                      <a:moveTo>
                        <a:pt x="7623" y="71295"/>
                      </a:moveTo>
                      <a:lnTo>
                        <a:pt x="2574" y="68056"/>
                      </a:lnTo>
                      <a:cubicBezTo>
                        <a:pt x="-1236" y="65865"/>
                        <a:pt x="-759" y="62055"/>
                        <a:pt x="3622" y="59484"/>
                      </a:cubicBezTo>
                      <a:lnTo>
                        <a:pt x="91919" y="6239"/>
                      </a:lnTo>
                      <a:cubicBezTo>
                        <a:pt x="95919" y="3953"/>
                        <a:pt x="111159" y="-1572"/>
                        <a:pt x="114684" y="429"/>
                      </a:cubicBezTo>
                      <a:lnTo>
                        <a:pt x="119160" y="3286"/>
                      </a:lnTo>
                      <a:cubicBezTo>
                        <a:pt x="122685" y="5286"/>
                        <a:pt x="113160" y="14049"/>
                        <a:pt x="109159" y="16431"/>
                      </a:cubicBezTo>
                      <a:lnTo>
                        <a:pt x="22482" y="70628"/>
                      </a:lnTo>
                      <a:cubicBezTo>
                        <a:pt x="18100" y="73104"/>
                        <a:pt x="11433" y="73390"/>
                        <a:pt x="7718" y="71199"/>
                      </a:cubicBezTo>
                      <a:close/>
                    </a:path>
                  </a:pathLst>
                </a:custGeom>
                <a:solidFill>
                  <a:srgbClr val="AFB6E5">
                    <a:alpha val="73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8" name="Freeform: Shape 407">
                  <a:extLst>
                    <a:ext uri="{FF2B5EF4-FFF2-40B4-BE49-F238E27FC236}">
                      <a16:creationId xmlns:a16="http://schemas.microsoft.com/office/drawing/2014/main" id="{69753D56-17D3-EE23-8763-6099E23EBC2D}"/>
                    </a:ext>
                  </a:extLst>
                </p:cNvPr>
                <p:cNvSpPr/>
                <p:nvPr/>
              </p:nvSpPr>
              <p:spPr>
                <a:xfrm>
                  <a:off x="1748562" y="1984309"/>
                  <a:ext cx="105786" cy="64089"/>
                </a:xfrm>
                <a:custGeom>
                  <a:avLst/>
                  <a:gdLst>
                    <a:gd name="connsiteX0" fmla="*/ 7171 w 105786"/>
                    <a:gd name="connsiteY0" fmla="*/ 62610 h 64089"/>
                    <a:gd name="connsiteX1" fmla="*/ 2504 w 105786"/>
                    <a:gd name="connsiteY1" fmla="*/ 59658 h 64089"/>
                    <a:gd name="connsiteX2" fmla="*/ 3551 w 105786"/>
                    <a:gd name="connsiteY2" fmla="*/ 51276 h 64089"/>
                    <a:gd name="connsiteX3" fmla="*/ 77656 w 105786"/>
                    <a:gd name="connsiteY3" fmla="*/ 6508 h 64089"/>
                    <a:gd name="connsiteX4" fmla="*/ 100897 w 105786"/>
                    <a:gd name="connsiteY4" fmla="*/ 412 h 64089"/>
                    <a:gd name="connsiteX5" fmla="*/ 105088 w 105786"/>
                    <a:gd name="connsiteY5" fmla="*/ 3079 h 64089"/>
                    <a:gd name="connsiteX6" fmla="*/ 94420 w 105786"/>
                    <a:gd name="connsiteY6" fmla="*/ 16509 h 64089"/>
                    <a:gd name="connsiteX7" fmla="*/ 21649 w 105786"/>
                    <a:gd name="connsiteY7" fmla="*/ 62039 h 64089"/>
                    <a:gd name="connsiteX8" fmla="*/ 7171 w 105786"/>
                    <a:gd name="connsiteY8" fmla="*/ 62610 h 6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86" h="64089">
                      <a:moveTo>
                        <a:pt x="7171" y="62610"/>
                      </a:moveTo>
                      <a:lnTo>
                        <a:pt x="2504" y="59658"/>
                      </a:lnTo>
                      <a:cubicBezTo>
                        <a:pt x="-1211" y="57562"/>
                        <a:pt x="-735" y="53752"/>
                        <a:pt x="3551" y="51276"/>
                      </a:cubicBezTo>
                      <a:lnTo>
                        <a:pt x="77656" y="6508"/>
                      </a:lnTo>
                      <a:cubicBezTo>
                        <a:pt x="81656" y="4222"/>
                        <a:pt x="97468" y="-1588"/>
                        <a:pt x="100897" y="412"/>
                      </a:cubicBezTo>
                      <a:lnTo>
                        <a:pt x="105088" y="3079"/>
                      </a:lnTo>
                      <a:cubicBezTo>
                        <a:pt x="108517" y="5079"/>
                        <a:pt x="98420" y="14223"/>
                        <a:pt x="94420" y="16509"/>
                      </a:cubicBezTo>
                      <a:lnTo>
                        <a:pt x="21649" y="62039"/>
                      </a:lnTo>
                      <a:cubicBezTo>
                        <a:pt x="17363" y="64515"/>
                        <a:pt x="10886" y="64801"/>
                        <a:pt x="7171" y="62610"/>
                      </a:cubicBezTo>
                      <a:close/>
                    </a:path>
                  </a:pathLst>
                </a:custGeom>
                <a:solidFill>
                  <a:srgbClr val="AFB6E5">
                    <a:alpha val="77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09" name="Freeform: Shape 408">
                  <a:extLst>
                    <a:ext uri="{FF2B5EF4-FFF2-40B4-BE49-F238E27FC236}">
                      <a16:creationId xmlns:a16="http://schemas.microsoft.com/office/drawing/2014/main" id="{854E0957-C734-BFE7-4EE8-4EDFC4B4E284}"/>
                    </a:ext>
                  </a:extLst>
                </p:cNvPr>
                <p:cNvSpPr/>
                <p:nvPr/>
              </p:nvSpPr>
              <p:spPr>
                <a:xfrm>
                  <a:off x="1749014" y="1992615"/>
                  <a:ext cx="91779" cy="55521"/>
                </a:xfrm>
                <a:custGeom>
                  <a:avLst/>
                  <a:gdLst>
                    <a:gd name="connsiteX0" fmla="*/ 6814 w 91779"/>
                    <a:gd name="connsiteY0" fmla="*/ 54018 h 55521"/>
                    <a:gd name="connsiteX1" fmla="*/ 2433 w 91779"/>
                    <a:gd name="connsiteY1" fmla="*/ 51256 h 55521"/>
                    <a:gd name="connsiteX2" fmla="*/ 3481 w 91779"/>
                    <a:gd name="connsiteY2" fmla="*/ 43064 h 55521"/>
                    <a:gd name="connsiteX3" fmla="*/ 63393 w 91779"/>
                    <a:gd name="connsiteY3" fmla="*/ 6869 h 55521"/>
                    <a:gd name="connsiteX4" fmla="*/ 87110 w 91779"/>
                    <a:gd name="connsiteY4" fmla="*/ 392 h 55521"/>
                    <a:gd name="connsiteX5" fmla="*/ 91111 w 91779"/>
                    <a:gd name="connsiteY5" fmla="*/ 2964 h 55521"/>
                    <a:gd name="connsiteX6" fmla="*/ 79871 w 91779"/>
                    <a:gd name="connsiteY6" fmla="*/ 16680 h 55521"/>
                    <a:gd name="connsiteX7" fmla="*/ 21007 w 91779"/>
                    <a:gd name="connsiteY7" fmla="*/ 53542 h 55521"/>
                    <a:gd name="connsiteX8" fmla="*/ 6814 w 91779"/>
                    <a:gd name="connsiteY8" fmla="*/ 54113 h 5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79" h="55521">
                      <a:moveTo>
                        <a:pt x="6814" y="54018"/>
                      </a:moveTo>
                      <a:lnTo>
                        <a:pt x="2433" y="51256"/>
                      </a:lnTo>
                      <a:cubicBezTo>
                        <a:pt x="-1187" y="49160"/>
                        <a:pt x="-710" y="45445"/>
                        <a:pt x="3481" y="43064"/>
                      </a:cubicBezTo>
                      <a:lnTo>
                        <a:pt x="63393" y="6869"/>
                      </a:lnTo>
                      <a:cubicBezTo>
                        <a:pt x="67393" y="4583"/>
                        <a:pt x="83681" y="-1608"/>
                        <a:pt x="87110" y="392"/>
                      </a:cubicBezTo>
                      <a:lnTo>
                        <a:pt x="91111" y="2964"/>
                      </a:lnTo>
                      <a:cubicBezTo>
                        <a:pt x="94540" y="4964"/>
                        <a:pt x="83872" y="14394"/>
                        <a:pt x="79871" y="16680"/>
                      </a:cubicBezTo>
                      <a:lnTo>
                        <a:pt x="21007" y="53542"/>
                      </a:lnTo>
                      <a:cubicBezTo>
                        <a:pt x="16816" y="55923"/>
                        <a:pt x="10434" y="56209"/>
                        <a:pt x="6814" y="54113"/>
                      </a:cubicBezTo>
                      <a:close/>
                    </a:path>
                  </a:pathLst>
                </a:custGeom>
                <a:solidFill>
                  <a:srgbClr val="AFB6E5">
                    <a:alpha val="82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0" name="Freeform: Shape 409">
                  <a:extLst>
                    <a:ext uri="{FF2B5EF4-FFF2-40B4-BE49-F238E27FC236}">
                      <a16:creationId xmlns:a16="http://schemas.microsoft.com/office/drawing/2014/main" id="{7A47FF34-4C35-B864-2509-9A85014589A6}"/>
                    </a:ext>
                  </a:extLst>
                </p:cNvPr>
                <p:cNvSpPr/>
                <p:nvPr/>
              </p:nvSpPr>
              <p:spPr>
                <a:xfrm>
                  <a:off x="1749433" y="2000758"/>
                  <a:ext cx="77898" cy="46902"/>
                </a:xfrm>
                <a:custGeom>
                  <a:avLst/>
                  <a:gdLst>
                    <a:gd name="connsiteX0" fmla="*/ 6395 w 77898"/>
                    <a:gd name="connsiteY0" fmla="*/ 45590 h 46902"/>
                    <a:gd name="connsiteX1" fmla="*/ 2394 w 77898"/>
                    <a:gd name="connsiteY1" fmla="*/ 43018 h 46902"/>
                    <a:gd name="connsiteX2" fmla="*/ 3442 w 77898"/>
                    <a:gd name="connsiteY2" fmla="*/ 34922 h 46902"/>
                    <a:gd name="connsiteX3" fmla="*/ 49257 w 77898"/>
                    <a:gd name="connsiteY3" fmla="*/ 7204 h 46902"/>
                    <a:gd name="connsiteX4" fmla="*/ 73546 w 77898"/>
                    <a:gd name="connsiteY4" fmla="*/ 346 h 46902"/>
                    <a:gd name="connsiteX5" fmla="*/ 77261 w 77898"/>
                    <a:gd name="connsiteY5" fmla="*/ 2727 h 46902"/>
                    <a:gd name="connsiteX6" fmla="*/ 65450 w 77898"/>
                    <a:gd name="connsiteY6" fmla="*/ 16729 h 46902"/>
                    <a:gd name="connsiteX7" fmla="*/ 20492 w 77898"/>
                    <a:gd name="connsiteY7" fmla="*/ 44923 h 46902"/>
                    <a:gd name="connsiteX8" fmla="*/ 6585 w 77898"/>
                    <a:gd name="connsiteY8" fmla="*/ 45495 h 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898" h="46902">
                      <a:moveTo>
                        <a:pt x="6395" y="45590"/>
                      </a:moveTo>
                      <a:lnTo>
                        <a:pt x="2394" y="43018"/>
                      </a:lnTo>
                      <a:cubicBezTo>
                        <a:pt x="-1130" y="40922"/>
                        <a:pt x="-749" y="37303"/>
                        <a:pt x="3442" y="34922"/>
                      </a:cubicBezTo>
                      <a:lnTo>
                        <a:pt x="49257" y="7204"/>
                      </a:lnTo>
                      <a:cubicBezTo>
                        <a:pt x="53162" y="4918"/>
                        <a:pt x="70117" y="-1559"/>
                        <a:pt x="73546" y="346"/>
                      </a:cubicBezTo>
                      <a:lnTo>
                        <a:pt x="77261" y="2727"/>
                      </a:lnTo>
                      <a:cubicBezTo>
                        <a:pt x="80690" y="4728"/>
                        <a:pt x="69355" y="14443"/>
                        <a:pt x="65450" y="16729"/>
                      </a:cubicBezTo>
                      <a:lnTo>
                        <a:pt x="20492" y="44923"/>
                      </a:lnTo>
                      <a:cubicBezTo>
                        <a:pt x="16396" y="47304"/>
                        <a:pt x="10109" y="47590"/>
                        <a:pt x="6585" y="45495"/>
                      </a:cubicBezTo>
                      <a:close/>
                    </a:path>
                  </a:pathLst>
                </a:custGeom>
                <a:solidFill>
                  <a:srgbClr val="AFB6E5">
                    <a:alpha val="86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1" name="Freeform: Shape 410">
                  <a:extLst>
                    <a:ext uri="{FF2B5EF4-FFF2-40B4-BE49-F238E27FC236}">
                      <a16:creationId xmlns:a16="http://schemas.microsoft.com/office/drawing/2014/main" id="{9CE8AD6E-832E-EB9F-E4C4-D1D71F52F948}"/>
                    </a:ext>
                  </a:extLst>
                </p:cNvPr>
                <p:cNvSpPr/>
                <p:nvPr/>
              </p:nvSpPr>
              <p:spPr>
                <a:xfrm>
                  <a:off x="1749838" y="2009029"/>
                  <a:ext cx="63753" cy="38274"/>
                </a:xfrm>
                <a:custGeom>
                  <a:avLst/>
                  <a:gdLst>
                    <a:gd name="connsiteX0" fmla="*/ 5990 w 63753"/>
                    <a:gd name="connsiteY0" fmla="*/ 37032 h 38274"/>
                    <a:gd name="connsiteX1" fmla="*/ 2371 w 63753"/>
                    <a:gd name="connsiteY1" fmla="*/ 34651 h 38274"/>
                    <a:gd name="connsiteX2" fmla="*/ 3323 w 63753"/>
                    <a:gd name="connsiteY2" fmla="*/ 26745 h 38274"/>
                    <a:gd name="connsiteX3" fmla="*/ 34946 w 63753"/>
                    <a:gd name="connsiteY3" fmla="*/ 7505 h 38274"/>
                    <a:gd name="connsiteX4" fmla="*/ 59711 w 63753"/>
                    <a:gd name="connsiteY4" fmla="*/ 361 h 38274"/>
                    <a:gd name="connsiteX5" fmla="*/ 63140 w 63753"/>
                    <a:gd name="connsiteY5" fmla="*/ 2552 h 38274"/>
                    <a:gd name="connsiteX6" fmla="*/ 50758 w 63753"/>
                    <a:gd name="connsiteY6" fmla="*/ 16839 h 38274"/>
                    <a:gd name="connsiteX7" fmla="*/ 19611 w 63753"/>
                    <a:gd name="connsiteY7" fmla="*/ 36366 h 38274"/>
                    <a:gd name="connsiteX8" fmla="*/ 5990 w 63753"/>
                    <a:gd name="connsiteY8" fmla="*/ 36937 h 3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753" h="38274">
                      <a:moveTo>
                        <a:pt x="5990" y="37032"/>
                      </a:moveTo>
                      <a:lnTo>
                        <a:pt x="2371" y="34651"/>
                      </a:lnTo>
                      <a:cubicBezTo>
                        <a:pt x="-1153" y="32651"/>
                        <a:pt x="-677" y="29127"/>
                        <a:pt x="3323" y="26745"/>
                      </a:cubicBezTo>
                      <a:lnTo>
                        <a:pt x="34946" y="7505"/>
                      </a:lnTo>
                      <a:cubicBezTo>
                        <a:pt x="38852" y="5219"/>
                        <a:pt x="56282" y="-1639"/>
                        <a:pt x="59711" y="361"/>
                      </a:cubicBezTo>
                      <a:lnTo>
                        <a:pt x="63140" y="2552"/>
                      </a:lnTo>
                      <a:cubicBezTo>
                        <a:pt x="66569" y="4552"/>
                        <a:pt x="54663" y="14553"/>
                        <a:pt x="50758" y="16839"/>
                      </a:cubicBezTo>
                      <a:lnTo>
                        <a:pt x="19611" y="36366"/>
                      </a:lnTo>
                      <a:cubicBezTo>
                        <a:pt x="15611" y="38652"/>
                        <a:pt x="9419" y="38937"/>
                        <a:pt x="5990" y="36937"/>
                      </a:cubicBezTo>
                      <a:close/>
                    </a:path>
                  </a:pathLst>
                </a:custGeom>
                <a:solidFill>
                  <a:srgbClr val="AFB6E5">
                    <a:alpha val="91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2" name="Freeform: Shape 411">
                  <a:extLst>
                    <a:ext uri="{FF2B5EF4-FFF2-40B4-BE49-F238E27FC236}">
                      <a16:creationId xmlns:a16="http://schemas.microsoft.com/office/drawing/2014/main" id="{D6081E1E-591E-3BD8-3F0A-D93FF613C82C}"/>
                    </a:ext>
                  </a:extLst>
                </p:cNvPr>
                <p:cNvSpPr/>
                <p:nvPr/>
              </p:nvSpPr>
              <p:spPr>
                <a:xfrm>
                  <a:off x="1750289" y="2017358"/>
                  <a:ext cx="49723" cy="29851"/>
                </a:xfrm>
                <a:custGeom>
                  <a:avLst/>
                  <a:gdLst>
                    <a:gd name="connsiteX0" fmla="*/ 5634 w 49723"/>
                    <a:gd name="connsiteY0" fmla="*/ 28418 h 29851"/>
                    <a:gd name="connsiteX1" fmla="*/ 2300 w 49723"/>
                    <a:gd name="connsiteY1" fmla="*/ 26323 h 29851"/>
                    <a:gd name="connsiteX2" fmla="*/ 3253 w 49723"/>
                    <a:gd name="connsiteY2" fmla="*/ 18607 h 29851"/>
                    <a:gd name="connsiteX3" fmla="*/ 20683 w 49723"/>
                    <a:gd name="connsiteY3" fmla="*/ 7844 h 29851"/>
                    <a:gd name="connsiteX4" fmla="*/ 45925 w 49723"/>
                    <a:gd name="connsiteY4" fmla="*/ 319 h 29851"/>
                    <a:gd name="connsiteX5" fmla="*/ 49163 w 49723"/>
                    <a:gd name="connsiteY5" fmla="*/ 2415 h 29851"/>
                    <a:gd name="connsiteX6" fmla="*/ 36114 w 49723"/>
                    <a:gd name="connsiteY6" fmla="*/ 16988 h 29851"/>
                    <a:gd name="connsiteX7" fmla="*/ 18874 w 49723"/>
                    <a:gd name="connsiteY7" fmla="*/ 27942 h 29851"/>
                    <a:gd name="connsiteX8" fmla="*/ 5539 w 49723"/>
                    <a:gd name="connsiteY8" fmla="*/ 28513 h 2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723" h="29851">
                      <a:moveTo>
                        <a:pt x="5634" y="28418"/>
                      </a:moveTo>
                      <a:lnTo>
                        <a:pt x="2300" y="26323"/>
                      </a:lnTo>
                      <a:cubicBezTo>
                        <a:pt x="-1129" y="24322"/>
                        <a:pt x="-653" y="20893"/>
                        <a:pt x="3253" y="18607"/>
                      </a:cubicBezTo>
                      <a:lnTo>
                        <a:pt x="20683" y="7844"/>
                      </a:lnTo>
                      <a:cubicBezTo>
                        <a:pt x="24589" y="5558"/>
                        <a:pt x="42591" y="-1586"/>
                        <a:pt x="45925" y="319"/>
                      </a:cubicBezTo>
                      <a:lnTo>
                        <a:pt x="49163" y="2415"/>
                      </a:lnTo>
                      <a:cubicBezTo>
                        <a:pt x="52497" y="4320"/>
                        <a:pt x="40019" y="14797"/>
                        <a:pt x="36114" y="16988"/>
                      </a:cubicBezTo>
                      <a:lnTo>
                        <a:pt x="18874" y="27942"/>
                      </a:lnTo>
                      <a:cubicBezTo>
                        <a:pt x="14968" y="30228"/>
                        <a:pt x="8872" y="30514"/>
                        <a:pt x="5539" y="28513"/>
                      </a:cubicBezTo>
                      <a:close/>
                    </a:path>
                  </a:pathLst>
                </a:custGeom>
                <a:solidFill>
                  <a:srgbClr val="AFB6E5">
                    <a:alpha val="95000"/>
                  </a:srgb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sp>
              <p:nvSpPr>
                <p:cNvPr id="413" name="Freeform: Shape 412">
                  <a:extLst>
                    <a:ext uri="{FF2B5EF4-FFF2-40B4-BE49-F238E27FC236}">
                      <a16:creationId xmlns:a16="http://schemas.microsoft.com/office/drawing/2014/main" id="{960EB281-2007-BEF9-9616-35ADC7A00D53}"/>
                    </a:ext>
                  </a:extLst>
                </p:cNvPr>
                <p:cNvSpPr/>
                <p:nvPr/>
              </p:nvSpPr>
              <p:spPr>
                <a:xfrm>
                  <a:off x="1750709" y="2025728"/>
                  <a:ext cx="35852" cy="21219"/>
                </a:xfrm>
                <a:custGeom>
                  <a:avLst/>
                  <a:gdLst>
                    <a:gd name="connsiteX0" fmla="*/ 5214 w 35852"/>
                    <a:gd name="connsiteY0" fmla="*/ 19858 h 21219"/>
                    <a:gd name="connsiteX1" fmla="*/ 2261 w 35852"/>
                    <a:gd name="connsiteY1" fmla="*/ 17953 h 21219"/>
                    <a:gd name="connsiteX2" fmla="*/ 3214 w 35852"/>
                    <a:gd name="connsiteY2" fmla="*/ 10428 h 21219"/>
                    <a:gd name="connsiteX3" fmla="*/ 6548 w 35852"/>
                    <a:gd name="connsiteY3" fmla="*/ 8142 h 21219"/>
                    <a:gd name="connsiteX4" fmla="*/ 32360 w 35852"/>
                    <a:gd name="connsiteY4" fmla="*/ 331 h 21219"/>
                    <a:gd name="connsiteX5" fmla="*/ 35313 w 35852"/>
                    <a:gd name="connsiteY5" fmla="*/ 2236 h 21219"/>
                    <a:gd name="connsiteX6" fmla="*/ 21692 w 35852"/>
                    <a:gd name="connsiteY6" fmla="*/ 17095 h 21219"/>
                    <a:gd name="connsiteX7" fmla="*/ 18359 w 35852"/>
                    <a:gd name="connsiteY7" fmla="*/ 19381 h 21219"/>
                    <a:gd name="connsiteX8" fmla="*/ 5309 w 35852"/>
                    <a:gd name="connsiteY8" fmla="*/ 19953 h 21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52" h="21219">
                      <a:moveTo>
                        <a:pt x="5214" y="19858"/>
                      </a:moveTo>
                      <a:lnTo>
                        <a:pt x="2261" y="17953"/>
                      </a:lnTo>
                      <a:cubicBezTo>
                        <a:pt x="-1072" y="16048"/>
                        <a:pt x="-691" y="12619"/>
                        <a:pt x="3214" y="10428"/>
                      </a:cubicBezTo>
                      <a:lnTo>
                        <a:pt x="6548" y="8142"/>
                      </a:lnTo>
                      <a:cubicBezTo>
                        <a:pt x="10453" y="5951"/>
                        <a:pt x="28931" y="-1669"/>
                        <a:pt x="32360" y="331"/>
                      </a:cubicBezTo>
                      <a:lnTo>
                        <a:pt x="35313" y="2236"/>
                      </a:lnTo>
                      <a:cubicBezTo>
                        <a:pt x="38647" y="4141"/>
                        <a:pt x="25598" y="14905"/>
                        <a:pt x="21692" y="17095"/>
                      </a:cubicBezTo>
                      <a:lnTo>
                        <a:pt x="18359" y="19381"/>
                      </a:lnTo>
                      <a:cubicBezTo>
                        <a:pt x="14453" y="21572"/>
                        <a:pt x="8643" y="21858"/>
                        <a:pt x="5309" y="19953"/>
                      </a:cubicBezTo>
                      <a:close/>
                    </a:path>
                  </a:pathLst>
                </a:custGeom>
                <a:solidFill>
                  <a:srgbClr val="AFB6E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sp>
            <p:nvSpPr>
              <p:cNvPr id="391" name="Freeform: Shape 390">
                <a:extLst>
                  <a:ext uri="{FF2B5EF4-FFF2-40B4-BE49-F238E27FC236}">
                    <a16:creationId xmlns:a16="http://schemas.microsoft.com/office/drawing/2014/main" id="{504D69CB-1099-CFE8-A91D-155A966BCC08}"/>
                  </a:ext>
                </a:extLst>
              </p:cNvPr>
              <p:cNvSpPr/>
              <p:nvPr/>
            </p:nvSpPr>
            <p:spPr>
              <a:xfrm>
                <a:off x="1569610" y="1542346"/>
                <a:ext cx="17446" cy="420850"/>
              </a:xfrm>
              <a:custGeom>
                <a:avLst/>
                <a:gdLst>
                  <a:gd name="connsiteX0" fmla="*/ 29528 w 29527"/>
                  <a:gd name="connsiteY0" fmla="*/ 0 h 712279"/>
                  <a:gd name="connsiteX1" fmla="*/ 0 w 29527"/>
                  <a:gd name="connsiteY1" fmla="*/ 0 h 712279"/>
                  <a:gd name="connsiteX2" fmla="*/ 0 w 29527"/>
                  <a:gd name="connsiteY2" fmla="*/ 703707 h 712279"/>
                  <a:gd name="connsiteX3" fmla="*/ 14764 w 29527"/>
                  <a:gd name="connsiteY3" fmla="*/ 712280 h 712279"/>
                  <a:gd name="connsiteX4" fmla="*/ 29528 w 29527"/>
                  <a:gd name="connsiteY4" fmla="*/ 703707 h 712279"/>
                  <a:gd name="connsiteX5" fmla="*/ 29528 w 29527"/>
                  <a:gd name="connsiteY5" fmla="*/ 0 h 712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 h="712279">
                    <a:moveTo>
                      <a:pt x="29528" y="0"/>
                    </a:moveTo>
                    <a:lnTo>
                      <a:pt x="0" y="0"/>
                    </a:lnTo>
                    <a:lnTo>
                      <a:pt x="0" y="703707"/>
                    </a:lnTo>
                    <a:cubicBezTo>
                      <a:pt x="0" y="708470"/>
                      <a:pt x="6572" y="712280"/>
                      <a:pt x="14764" y="712280"/>
                    </a:cubicBezTo>
                    <a:cubicBezTo>
                      <a:pt x="22955" y="712280"/>
                      <a:pt x="29528" y="708470"/>
                      <a:pt x="29528" y="703707"/>
                    </a:cubicBezTo>
                    <a:lnTo>
                      <a:pt x="29528" y="0"/>
                    </a:lnTo>
                    <a:close/>
                  </a:path>
                </a:pathLst>
              </a:custGeom>
              <a:solidFill>
                <a:srgbClr val="4D5A9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black"/>
                  </a:solidFill>
                  <a:effectLst/>
                  <a:uLnTx/>
                  <a:uFillTx/>
                  <a:latin typeface="Helvetica"/>
                  <a:ea typeface="+mn-ea"/>
                  <a:cs typeface="+mn-cs"/>
                </a:endParaRPr>
              </a:p>
            </p:txBody>
          </p:sp>
        </p:grpSp>
        <p:grpSp>
          <p:nvGrpSpPr>
            <p:cNvPr id="381" name="Group 380">
              <a:extLst>
                <a:ext uri="{FF2B5EF4-FFF2-40B4-BE49-F238E27FC236}">
                  <a16:creationId xmlns:a16="http://schemas.microsoft.com/office/drawing/2014/main" id="{D75A7E3C-939A-B4A4-217D-0E61CF56C2CC}"/>
                </a:ext>
              </a:extLst>
            </p:cNvPr>
            <p:cNvGrpSpPr/>
            <p:nvPr/>
          </p:nvGrpSpPr>
          <p:grpSpPr>
            <a:xfrm>
              <a:off x="2279285" y="1133441"/>
              <a:ext cx="2195601" cy="540512"/>
              <a:chOff x="2279285" y="1099573"/>
              <a:chExt cx="2195601" cy="540512"/>
            </a:xfrm>
            <a:effectLst>
              <a:outerShdw blurRad="152400" dist="241300" dir="5400000" sx="90000" sy="-19000" rotWithShape="0">
                <a:srgbClr val="43515C">
                  <a:alpha val="16000"/>
                </a:srgbClr>
              </a:outerShdw>
            </a:effectLst>
            <a:scene3d>
              <a:camera prst="isometricOffAxis1Right"/>
              <a:lightRig rig="threePt" dir="t"/>
            </a:scene3d>
          </p:grpSpPr>
          <p:sp>
            <p:nvSpPr>
              <p:cNvPr id="382" name="Rectangle: Rounded Corners 381">
                <a:extLst>
                  <a:ext uri="{FF2B5EF4-FFF2-40B4-BE49-F238E27FC236}">
                    <a16:creationId xmlns:a16="http://schemas.microsoft.com/office/drawing/2014/main" id="{F19DDA7B-E9A8-1EB5-2462-72A71DC82A2B}"/>
                  </a:ext>
                </a:extLst>
              </p:cNvPr>
              <p:cNvSpPr/>
              <p:nvPr/>
            </p:nvSpPr>
            <p:spPr>
              <a:xfrm>
                <a:off x="2343985" y="1132450"/>
                <a:ext cx="2066198" cy="507635"/>
              </a:xfrm>
              <a:prstGeom prst="roundRect">
                <a:avLst>
                  <a:gd name="adj" fmla="val 10794"/>
                </a:avLst>
              </a:prstGeom>
              <a:gradFill flip="none" rotWithShape="1">
                <a:gsLst>
                  <a:gs pos="0">
                    <a:srgbClr val="0049C0"/>
                  </a:gs>
                  <a:gs pos="55000">
                    <a:srgbClr val="5074CC"/>
                  </a:gs>
                  <a:gs pos="100000">
                    <a:srgbClr val="773F9E"/>
                  </a:gs>
                </a:gsLst>
                <a:lin ang="7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383" name="Rectangle: Rounded Corners 382">
                <a:extLst>
                  <a:ext uri="{FF2B5EF4-FFF2-40B4-BE49-F238E27FC236}">
                    <a16:creationId xmlns:a16="http://schemas.microsoft.com/office/drawing/2014/main" id="{6E9AC06C-D73A-B809-5FB9-00805F21A4DE}"/>
                  </a:ext>
                </a:extLst>
              </p:cNvPr>
              <p:cNvSpPr/>
              <p:nvPr/>
            </p:nvSpPr>
            <p:spPr>
              <a:xfrm>
                <a:off x="2315216" y="1099573"/>
                <a:ext cx="2123736" cy="507635"/>
              </a:xfrm>
              <a:prstGeom prst="roundRect">
                <a:avLst>
                  <a:gd name="adj" fmla="val 14572"/>
                </a:avLst>
              </a:prstGeom>
              <a:gradFill flip="none" rotWithShape="1">
                <a:gsLst>
                  <a:gs pos="0">
                    <a:srgbClr val="3E5ECA">
                      <a:alpha val="60000"/>
                    </a:srgbClr>
                  </a:gs>
                  <a:gs pos="26000">
                    <a:srgbClr val="5074CC">
                      <a:alpha val="49000"/>
                    </a:srgbClr>
                  </a:gs>
                  <a:gs pos="100000">
                    <a:srgbClr val="B38AD2">
                      <a:alpha val="43000"/>
                    </a:srgbClr>
                  </a:gs>
                </a:gsLst>
                <a:lin ang="7800000" scaled="0"/>
                <a:tileRect/>
              </a:gradFill>
              <a:ln w="6350">
                <a:gradFill>
                  <a:gsLst>
                    <a:gs pos="0">
                      <a:schemeClr val="accent1">
                        <a:lumMod val="5000"/>
                        <a:lumOff val="95000"/>
                      </a:schemeClr>
                    </a:gs>
                    <a:gs pos="74000">
                      <a:schemeClr val="bg1">
                        <a:alpha val="0"/>
                      </a:schemeClr>
                    </a:gs>
                    <a:gs pos="30000">
                      <a:schemeClr val="accent1">
                        <a:lumMod val="45000"/>
                        <a:lumOff val="55000"/>
                      </a:schemeClr>
                    </a:gs>
                    <a:gs pos="100000">
                      <a:schemeClr val="bg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700" b="0" i="0" u="none" strike="noStrike" kern="1200" cap="none" spc="0" normalizeH="0" baseline="0" noProof="0">
                  <a:ln>
                    <a:noFill/>
                  </a:ln>
                  <a:solidFill>
                    <a:prstClr val="white"/>
                  </a:solidFill>
                  <a:effectLst/>
                  <a:uLnTx/>
                  <a:uFillTx/>
                  <a:latin typeface="Helvetica"/>
                  <a:ea typeface="+mn-ea"/>
                  <a:cs typeface="+mn-cs"/>
                </a:endParaRPr>
              </a:p>
            </p:txBody>
          </p:sp>
          <p:sp>
            <p:nvSpPr>
              <p:cNvPr id="384" name="TextBox 383">
                <a:extLst>
                  <a:ext uri="{FF2B5EF4-FFF2-40B4-BE49-F238E27FC236}">
                    <a16:creationId xmlns:a16="http://schemas.microsoft.com/office/drawing/2014/main" id="{A63F99E5-B474-3E54-51D2-65B58A14383B}"/>
                  </a:ext>
                </a:extLst>
              </p:cNvPr>
              <p:cNvSpPr txBox="1"/>
              <p:nvPr/>
            </p:nvSpPr>
            <p:spPr>
              <a:xfrm>
                <a:off x="2279285" y="1180759"/>
                <a:ext cx="2195601"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Arial" panose="020B0604020202020204" pitchFamily="34" charset="0"/>
                    <a:ea typeface="+mn-ea"/>
                    <a:cs typeface="+mn-cs"/>
                  </a:rPr>
                  <a:t>PU/SC ONVALLISQU</a:t>
                </a:r>
              </a:p>
            </p:txBody>
          </p:sp>
        </p:grpSp>
      </p:grpSp>
      <p:grpSp>
        <p:nvGrpSpPr>
          <p:cNvPr id="17" name="Group 16">
            <a:extLst>
              <a:ext uri="{FF2B5EF4-FFF2-40B4-BE49-F238E27FC236}">
                <a16:creationId xmlns:a16="http://schemas.microsoft.com/office/drawing/2014/main" id="{4157714E-BA58-EA6E-319A-8295DF6F737F}"/>
              </a:ext>
            </a:extLst>
          </p:cNvPr>
          <p:cNvGrpSpPr/>
          <p:nvPr/>
        </p:nvGrpSpPr>
        <p:grpSpPr>
          <a:xfrm>
            <a:off x="284397" y="6534288"/>
            <a:ext cx="11907602" cy="392687"/>
            <a:chOff x="284397" y="6534288"/>
            <a:chExt cx="11907602" cy="392687"/>
          </a:xfrm>
        </p:grpSpPr>
        <p:sp>
          <p:nvSpPr>
            <p:cNvPr id="18" name="Rectangle 17">
              <a:extLst>
                <a:ext uri="{FF2B5EF4-FFF2-40B4-BE49-F238E27FC236}">
                  <a16:creationId xmlns:a16="http://schemas.microsoft.com/office/drawing/2014/main" id="{F642C93F-6A90-9223-63D3-C4425D7EED42}"/>
                </a:ext>
              </a:extLst>
            </p:cNvPr>
            <p:cNvSpPr/>
            <p:nvPr/>
          </p:nvSpPr>
          <p:spPr>
            <a:xfrm>
              <a:off x="284397" y="6643821"/>
              <a:ext cx="4356962" cy="104644"/>
            </a:xfrm>
            <a:prstGeom prst="rect">
              <a:avLst/>
            </a:prstGeom>
          </p:spPr>
          <p:txBody>
            <a:bodyPr wrap="non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80" b="0" i="0" u="none" strike="noStrike" kern="1200" cap="none" spc="0" normalizeH="0" baseline="0" noProof="0">
                  <a:ln>
                    <a:noFill/>
                  </a:ln>
                  <a:solidFill>
                    <a:prstClr val="black">
                      <a:lumMod val="65000"/>
                      <a:lumOff val="35000"/>
                    </a:prstClr>
                  </a:solidFill>
                  <a:effectLst/>
                  <a:uLnTx/>
                  <a:uFillTx/>
                  <a:latin typeface="Helvetica" panose="020B0604020202020204" pitchFamily="2" charset="0"/>
                  <a:ea typeface="+mn-ea"/>
                  <a:cs typeface="+mn-cs"/>
                </a:rPr>
                <a:t>Isaclec Tuspellente &amp; Squein Ipsum Idorcipor: Tadapib Usvivam Ussuscipitt Ortoreget Felispo Rttitorvolutp Atcrasu</a:t>
              </a:r>
            </a:p>
          </p:txBody>
        </p:sp>
        <p:sp>
          <p:nvSpPr>
            <p:cNvPr id="19" name="Slide Number Placeholder 3">
              <a:extLst>
                <a:ext uri="{FF2B5EF4-FFF2-40B4-BE49-F238E27FC236}">
                  <a16:creationId xmlns:a16="http://schemas.microsoft.com/office/drawing/2014/main" id="{4269F401-6DCB-E800-04D0-322A1F584862}"/>
                </a:ext>
              </a:extLst>
            </p:cNvPr>
            <p:cNvSpPr txBox="1">
              <a:spLocks/>
            </p:cNvSpPr>
            <p:nvPr/>
          </p:nvSpPr>
          <p:spPr>
            <a:xfrm>
              <a:off x="11823728" y="6534288"/>
              <a:ext cx="368271" cy="323711"/>
            </a:xfrm>
            <a:prstGeom prst="rect">
              <a:avLst/>
            </a:prstGeom>
            <a:noFill/>
          </p:spPr>
          <p:txBody>
            <a:bodyPr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rgbClr val="7F7F7F"/>
                  </a:solidFill>
                  <a:effectLst/>
                  <a:uLnTx/>
                  <a:uFillTx/>
                  <a:latin typeface="Helvetica" panose="020B0604020202020204" pitchFamily="34" charset="0"/>
                  <a:ea typeface="+mn-ea"/>
                  <a:cs typeface="Helvetica"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1" i="0" u="none" strike="noStrike" kern="1200" cap="none" spc="0" normalizeH="0" baseline="0" noProof="0">
                <a:ln>
                  <a:noFill/>
                </a:ln>
                <a:solidFill>
                  <a:srgbClr val="7F7F7F"/>
                </a:solidFill>
                <a:effectLst/>
                <a:uLnTx/>
                <a:uFillTx/>
                <a:latin typeface="Helvetica" panose="020B0604020202020204" pitchFamily="34" charset="0"/>
                <a:ea typeface="+mn-ea"/>
                <a:cs typeface="Helvetica" panose="020B0604020202020204" pitchFamily="34" charset="0"/>
              </a:endParaRPr>
            </a:p>
          </p:txBody>
        </p:sp>
        <p:sp>
          <p:nvSpPr>
            <p:cNvPr id="20" name="Rectangle 19">
              <a:extLst>
                <a:ext uri="{FF2B5EF4-FFF2-40B4-BE49-F238E27FC236}">
                  <a16:creationId xmlns:a16="http://schemas.microsoft.com/office/drawing/2014/main" id="{9C3E67C6-323F-1590-F414-B8C4388C015F}"/>
                </a:ext>
              </a:extLst>
            </p:cNvPr>
            <p:cNvSpPr/>
            <p:nvPr/>
          </p:nvSpPr>
          <p:spPr>
            <a:xfrm>
              <a:off x="9551952" y="6588421"/>
              <a:ext cx="2271776" cy="338554"/>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66737C"/>
                  </a:solidFill>
                  <a:effectLst/>
                  <a:uLnTx/>
                  <a:uFillTx/>
                  <a:latin typeface="Helvetica"/>
                  <a:ea typeface="+mn-ea"/>
                  <a:cs typeface="+mn-cs"/>
                </a:rPr>
                <a:t>Ltriciesl © 2024 IGU. Las edmagn adictump.</a:t>
              </a:r>
            </a:p>
          </p:txBody>
        </p:sp>
      </p:grpSp>
      <p:sp>
        <p:nvSpPr>
          <p:cNvPr id="2" name="TextBox 1">
            <a:extLst>
              <a:ext uri="{FF2B5EF4-FFF2-40B4-BE49-F238E27FC236}">
                <a16:creationId xmlns:a16="http://schemas.microsoft.com/office/drawing/2014/main" id="{9EBACD4E-4DCB-98B2-2D6C-73D5B84D69C7}"/>
              </a:ext>
            </a:extLst>
          </p:cNvPr>
          <p:cNvSpPr txBox="1"/>
          <p:nvPr/>
        </p:nvSpPr>
        <p:spPr>
          <a:xfrm>
            <a:off x="2799484" y="1721466"/>
            <a:ext cx="1178528" cy="307777"/>
          </a:xfrm>
          <a:prstGeom prst="rect">
            <a:avLst/>
          </a:prstGeom>
          <a:noFill/>
        </p:spPr>
        <p:txBody>
          <a:bodyPr wrap="none" rtlCol="0">
            <a:spAutoFit/>
            <a:scene3d>
              <a:camera prst="isometricOffAxis1Righ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3515C"/>
                </a:solidFill>
                <a:effectLst/>
                <a:uLnTx/>
                <a:uFillTx/>
                <a:latin typeface="Arial" panose="020B0604020202020204" pitchFamily="34" charset="0"/>
                <a:ea typeface="+mn-ea"/>
                <a:cs typeface="Arial"/>
              </a:rPr>
              <a:t>2000 – 2010</a:t>
            </a:r>
          </a:p>
        </p:txBody>
      </p:sp>
      <p:sp>
        <p:nvSpPr>
          <p:cNvPr id="3" name="TextBox 2">
            <a:extLst>
              <a:ext uri="{FF2B5EF4-FFF2-40B4-BE49-F238E27FC236}">
                <a16:creationId xmlns:a16="http://schemas.microsoft.com/office/drawing/2014/main" id="{CD3C1C06-CBB3-C20C-BA86-A9AB623C3D8B}"/>
              </a:ext>
            </a:extLst>
          </p:cNvPr>
          <p:cNvSpPr txBox="1"/>
          <p:nvPr/>
        </p:nvSpPr>
        <p:spPr>
          <a:xfrm>
            <a:off x="6198850" y="1725699"/>
            <a:ext cx="1178528" cy="307777"/>
          </a:xfrm>
          <a:prstGeom prst="rect">
            <a:avLst/>
          </a:prstGeom>
          <a:noFill/>
        </p:spPr>
        <p:txBody>
          <a:bodyPr wrap="none" rtlCol="0">
            <a:spAutoFit/>
            <a:scene3d>
              <a:camera prst="isometricOffAxis1Right"/>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3515C"/>
                </a:solidFill>
                <a:effectLst/>
                <a:uLnTx/>
                <a:uFillTx/>
                <a:latin typeface="Arial" panose="020B0604020202020204" pitchFamily="34" charset="0"/>
                <a:ea typeface="+mn-ea"/>
                <a:cs typeface="Arial"/>
              </a:rPr>
              <a:t>2010 – 2020</a:t>
            </a:r>
          </a:p>
        </p:txBody>
      </p:sp>
      <p:sp>
        <p:nvSpPr>
          <p:cNvPr id="22" name="TextBox 21">
            <a:extLst>
              <a:ext uri="{FF2B5EF4-FFF2-40B4-BE49-F238E27FC236}">
                <a16:creationId xmlns:a16="http://schemas.microsoft.com/office/drawing/2014/main" id="{E237D5CB-D8EE-2C61-DEA8-2F95C08D4042}"/>
              </a:ext>
            </a:extLst>
          </p:cNvPr>
          <p:cNvSpPr txBox="1"/>
          <p:nvPr/>
        </p:nvSpPr>
        <p:spPr>
          <a:xfrm>
            <a:off x="9598809" y="1737566"/>
            <a:ext cx="1178528" cy="286232"/>
          </a:xfrm>
          <a:prstGeom prst="rect">
            <a:avLst/>
          </a:prstGeom>
          <a:noFill/>
          <a:effectLst>
            <a:outerShdw blurRad="50800" dist="38100" dir="2700000" algn="tl" rotWithShape="0">
              <a:prstClr val="black">
                <a:alpha val="40000"/>
              </a:prstClr>
            </a:outerShdw>
          </a:effectLst>
        </p:spPr>
        <p:txBody>
          <a:bodyPr wrap="none" rtlCol="0">
            <a:spAutoFit/>
            <a:scene3d>
              <a:camera prst="isometricOffAxis1Right"/>
              <a:lightRig rig="threePt" dir="t"/>
            </a:scene3d>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3515C"/>
                </a:solidFill>
                <a:effectLst/>
                <a:uLnTx/>
                <a:uFillTx/>
                <a:latin typeface="Arial" panose="020B0604020202020204" pitchFamily="34" charset="0"/>
                <a:ea typeface="+mn-ea"/>
                <a:cs typeface="Arial"/>
              </a:rPr>
              <a:t>2020 – 2030</a:t>
            </a:r>
          </a:p>
        </p:txBody>
      </p:sp>
      <p:pic>
        <p:nvPicPr>
          <p:cNvPr id="4" name="Graphic 3">
            <a:extLst>
              <a:ext uri="{FF2B5EF4-FFF2-40B4-BE49-F238E27FC236}">
                <a16:creationId xmlns:a16="http://schemas.microsoft.com/office/drawing/2014/main" id="{AB670533-7B08-6FA9-EA28-C190C145456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75131" y="246278"/>
            <a:ext cx="1332472" cy="339483"/>
          </a:xfrm>
          <a:prstGeom prst="rect">
            <a:avLst/>
          </a:prstGeom>
        </p:spPr>
      </p:pic>
      <p:sp>
        <p:nvSpPr>
          <p:cNvPr id="15" name="Title 14">
            <a:extLst>
              <a:ext uri="{FF2B5EF4-FFF2-40B4-BE49-F238E27FC236}">
                <a16:creationId xmlns:a16="http://schemas.microsoft.com/office/drawing/2014/main" id="{2076026C-D687-A30E-9016-FF425F75B069}"/>
              </a:ext>
            </a:extLst>
          </p:cNvPr>
          <p:cNvSpPr>
            <a:spLocks noGrp="1"/>
          </p:cNvSpPr>
          <p:nvPr>
            <p:ph type="title"/>
          </p:nvPr>
        </p:nvSpPr>
        <p:spPr/>
        <p:txBody>
          <a:bodyPr/>
          <a:lstStyle/>
          <a:p>
            <a:r>
              <a:rPr kumimoji="0" lang="en-US" sz="2000" b="1" i="0" u="none" strike="noStrike" kern="1200" cap="none" spc="0" normalizeH="0" baseline="0" noProof="0">
                <a:ln>
                  <a:noFill/>
                </a:ln>
                <a:solidFill>
                  <a:prstClr val="black">
                    <a:lumMod val="85000"/>
                    <a:lumOff val="15000"/>
                  </a:prstClr>
                </a:solidFill>
                <a:effectLst/>
                <a:uLnTx/>
                <a:uFillTx/>
                <a:latin typeface="Arial" panose="020B0604020202020204" pitchFamily="34" charset="0"/>
                <a:ea typeface="+mj-ea"/>
                <a:cs typeface="+mj-cs"/>
              </a:rPr>
              <a:t>Ortaloremip’s umdolor sitametco ns ectetu ra dipiscin ge litse ddoeiu</a:t>
            </a:r>
            <a:endParaRPr lang="en-US"/>
          </a:p>
        </p:txBody>
      </p:sp>
    </p:spTree>
    <p:extLst>
      <p:ext uri="{BB962C8B-B14F-4D97-AF65-F5344CB8AC3E}">
        <p14:creationId xmlns:p14="http://schemas.microsoft.com/office/powerpoint/2010/main" val="3614140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A black and white road strip&#10;&#10;Description automatically generated with medium confidence">
            <a:extLst>
              <a:ext uri="{FF2B5EF4-FFF2-40B4-BE49-F238E27FC236}">
                <a16:creationId xmlns:a16="http://schemas.microsoft.com/office/drawing/2014/main" id="{448A257F-C221-0507-A856-518417BFF4A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0" y="304"/>
            <a:ext cx="12192000" cy="6857391"/>
          </a:xfrm>
          <a:prstGeom prst="rect">
            <a:avLst/>
          </a:prstGeom>
        </p:spPr>
      </p:pic>
      <p:sp>
        <p:nvSpPr>
          <p:cNvPr id="3" name="Title 2">
            <a:extLst>
              <a:ext uri="{FF2B5EF4-FFF2-40B4-BE49-F238E27FC236}">
                <a16:creationId xmlns:a16="http://schemas.microsoft.com/office/drawing/2014/main" id="{CAB582BD-4A97-400C-DFFE-627F42E27E29}"/>
              </a:ext>
            </a:extLst>
          </p:cNvPr>
          <p:cNvSpPr>
            <a:spLocks noGrp="1"/>
          </p:cNvSpPr>
          <p:nvPr>
            <p:ph type="title"/>
          </p:nvPr>
        </p:nvSpPr>
        <p:spPr/>
        <p:txBody>
          <a:bodyPr/>
          <a:lstStyle/>
          <a:p>
            <a:r>
              <a:rPr lang="en-US">
                <a:solidFill>
                  <a:schemeClr val="tx1">
                    <a:lumMod val="85000"/>
                    <a:lumOff val="15000"/>
                  </a:schemeClr>
                </a:solidFill>
              </a:rPr>
              <a:t>15+ Smodt em Porincid Iduntutlabo</a:t>
            </a:r>
            <a:endParaRPr lang="en-IN">
              <a:solidFill>
                <a:schemeClr val="tx1">
                  <a:lumMod val="85000"/>
                  <a:lumOff val="15000"/>
                </a:schemeClr>
              </a:solidFill>
            </a:endParaRPr>
          </a:p>
        </p:txBody>
      </p:sp>
      <p:sp>
        <p:nvSpPr>
          <p:cNvPr id="2" name="Rectangle 1" hidden="1">
            <a:extLst>
              <a:ext uri="{FF2B5EF4-FFF2-40B4-BE49-F238E27FC236}">
                <a16:creationId xmlns:a16="http://schemas.microsoft.com/office/drawing/2014/main" id="{F19B8D01-AC59-D5B5-B1B5-B75C4444BFA1}"/>
              </a:ext>
            </a:extLst>
          </p:cNvPr>
          <p:cNvSpPr/>
          <p:nvPr>
            <p:custDataLst>
              <p:tags r:id="rId2"/>
            </p:custDataLst>
          </p:nvPr>
        </p:nvSpPr>
        <p:spPr>
          <a:xfrm>
            <a:off x="11110364" y="197199"/>
            <a:ext cx="1011677" cy="58423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Arial" panose="020B0604020202020204" pitchFamily="34" charset="0"/>
                <a:ea typeface="+mn-ea"/>
                <a:cs typeface="+mn-cs"/>
              </a:rPr>
              <a:t>Reet</a:t>
            </a:r>
          </a:p>
        </p:txBody>
      </p:sp>
      <p:grpSp>
        <p:nvGrpSpPr>
          <p:cNvPr id="122" name="Group 121">
            <a:extLst>
              <a:ext uri="{FF2B5EF4-FFF2-40B4-BE49-F238E27FC236}">
                <a16:creationId xmlns:a16="http://schemas.microsoft.com/office/drawing/2014/main" id="{6BBDD541-00F6-E05F-0C12-9E15D1B2F3D3}"/>
              </a:ext>
            </a:extLst>
          </p:cNvPr>
          <p:cNvGrpSpPr/>
          <p:nvPr/>
        </p:nvGrpSpPr>
        <p:grpSpPr>
          <a:xfrm>
            <a:off x="3951371" y="4867295"/>
            <a:ext cx="9030598" cy="1764342"/>
            <a:chOff x="3951371" y="4867295"/>
            <a:chExt cx="9030598" cy="1764342"/>
          </a:xfrm>
        </p:grpSpPr>
        <p:sp>
          <p:nvSpPr>
            <p:cNvPr id="72" name="Rectangle 71">
              <a:extLst>
                <a:ext uri="{FF2B5EF4-FFF2-40B4-BE49-F238E27FC236}">
                  <a16:creationId xmlns:a16="http://schemas.microsoft.com/office/drawing/2014/main" id="{09A6A200-D202-91DF-0231-A32C5EB4817D}"/>
                </a:ext>
              </a:extLst>
            </p:cNvPr>
            <p:cNvSpPr/>
            <p:nvPr/>
          </p:nvSpPr>
          <p:spPr>
            <a:xfrm>
              <a:off x="7359704" y="4867295"/>
              <a:ext cx="5611953" cy="400110"/>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1" i="0" u="none" strike="noStrike" kern="0" cap="none" spc="0" normalizeH="0" baseline="0" noProof="0">
                  <a:ln>
                    <a:noFill/>
                  </a:ln>
                  <a:solidFill>
                    <a:srgbClr val="43515C"/>
                  </a:solidFill>
                  <a:effectLst/>
                  <a:uLnTx/>
                  <a:uFillTx/>
                  <a:latin typeface="Arial" panose="020B0604020202020204" pitchFamily="34" charset="0"/>
                  <a:ea typeface="+mn-ea"/>
                  <a:cs typeface="Arial"/>
                </a:rPr>
                <a:t>Dolorema Gnaa Liquaute</a:t>
              </a:r>
            </a:p>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0" i="0" u="none" strike="noStrike" kern="0" cap="none" spc="0" normalizeH="0" baseline="0" noProof="0">
                  <a:ln>
                    <a:noFill/>
                  </a:ln>
                  <a:solidFill>
                    <a:srgbClr val="43515C"/>
                  </a:solidFill>
                  <a:effectLst/>
                  <a:uLnTx/>
                  <a:uFillTx/>
                  <a:latin typeface="Arial" panose="020B0604020202020204" pitchFamily="34" charset="0"/>
                  <a:ea typeface="+mn-ea"/>
                  <a:cs typeface="Arial"/>
                </a:rPr>
                <a:t>95+ NIMA dmini, 90% mveniam quisnost ru 2 dexercit atio</a:t>
              </a:r>
            </a:p>
          </p:txBody>
        </p:sp>
        <p:grpSp>
          <p:nvGrpSpPr>
            <p:cNvPr id="88" name="Group 87">
              <a:extLst>
                <a:ext uri="{FF2B5EF4-FFF2-40B4-BE49-F238E27FC236}">
                  <a16:creationId xmlns:a16="http://schemas.microsoft.com/office/drawing/2014/main" id="{64CC4A88-555D-85DA-B840-D5AAD16D72D5}"/>
                </a:ext>
              </a:extLst>
            </p:cNvPr>
            <p:cNvGrpSpPr/>
            <p:nvPr/>
          </p:nvGrpSpPr>
          <p:grpSpPr>
            <a:xfrm>
              <a:off x="3951371" y="4938100"/>
              <a:ext cx="9030598" cy="1693537"/>
              <a:chOff x="3951371" y="4938100"/>
              <a:chExt cx="9030598" cy="1693537"/>
            </a:xfrm>
          </p:grpSpPr>
          <p:sp>
            <p:nvSpPr>
              <p:cNvPr id="73" name="Rectangle 72">
                <a:extLst>
                  <a:ext uri="{FF2B5EF4-FFF2-40B4-BE49-F238E27FC236}">
                    <a16:creationId xmlns:a16="http://schemas.microsoft.com/office/drawing/2014/main" id="{F5DB9405-A65F-302D-E94E-9F7D4C6F128B}"/>
                  </a:ext>
                </a:extLst>
              </p:cNvPr>
              <p:cNvSpPr/>
              <p:nvPr/>
            </p:nvSpPr>
            <p:spPr>
              <a:xfrm>
                <a:off x="7359704" y="5322039"/>
                <a:ext cx="5622265" cy="400110"/>
              </a:xfrm>
              <a:prstGeom prst="rect">
                <a:avLst/>
              </a:prstGeom>
            </p:spPr>
            <p:txBody>
              <a:bodyPr wrap="square" lIns="91440" tIns="45720" rIns="91440" bIns="45720" anchor="t">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1" i="0" u="none" strike="noStrike" kern="0" cap="none" spc="0" normalizeH="0" baseline="0" noProof="0">
                    <a:ln>
                      <a:noFill/>
                    </a:ln>
                    <a:solidFill>
                      <a:srgbClr val="43515C"/>
                    </a:solidFill>
                    <a:effectLst/>
                    <a:uLnTx/>
                    <a:uFillTx/>
                    <a:latin typeface="Arial" panose="020B0604020202020204" pitchFamily="34" charset="0"/>
                    <a:ea typeface="+mn-ea"/>
                    <a:cs typeface="Arial"/>
                  </a:rPr>
                  <a:t>Nulla Mcolabori</a:t>
                </a:r>
              </a:p>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0" i="0" u="none" strike="noStrike" kern="0" cap="none" spc="0" normalizeH="0" baseline="0" noProof="0">
                    <a:ln>
                      <a:noFill/>
                    </a:ln>
                    <a:solidFill>
                      <a:srgbClr val="43515C"/>
                    </a:solidFill>
                    <a:effectLst/>
                    <a:uLnTx/>
                    <a:uFillTx/>
                    <a:latin typeface="Arial" panose="020B0604020202020204" pitchFamily="34" charset="0"/>
                    <a:ea typeface="+mn-ea"/>
                    <a:cs typeface="Arial"/>
                  </a:rPr>
                  <a:t>Snisiuta 50% Liquipexea, Comm OD oconsequ atdu isauteiru re 99%</a:t>
                </a:r>
              </a:p>
            </p:txBody>
          </p:sp>
          <p:sp>
            <p:nvSpPr>
              <p:cNvPr id="74" name="Rectangle 73">
                <a:extLst>
                  <a:ext uri="{FF2B5EF4-FFF2-40B4-BE49-F238E27FC236}">
                    <a16:creationId xmlns:a16="http://schemas.microsoft.com/office/drawing/2014/main" id="{1D749013-1FEF-F1AA-5608-0CB455B47FAA}"/>
                  </a:ext>
                </a:extLst>
              </p:cNvPr>
              <p:cNvSpPr/>
              <p:nvPr/>
            </p:nvSpPr>
            <p:spPr>
              <a:xfrm>
                <a:off x="7359704" y="6231527"/>
                <a:ext cx="5520164" cy="400110"/>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lang="en-US" sz="1000" b="1" kern="0">
                    <a:solidFill>
                      <a:srgbClr val="43515C"/>
                    </a:solidFill>
                    <a:latin typeface="Arial" panose="020B0604020202020204" pitchFamily="34" charset="0"/>
                    <a:cs typeface="Arial"/>
                  </a:rPr>
                  <a:t>Dolorinrepr Ehender</a:t>
                </a:r>
                <a:endParaRPr kumimoji="0" lang="en-US" sz="1000" b="1" i="0" u="none" strike="noStrike" kern="0" cap="none" spc="0" normalizeH="0" baseline="0" noProof="0">
                  <a:ln>
                    <a:noFill/>
                  </a:ln>
                  <a:solidFill>
                    <a:srgbClr val="43515C"/>
                  </a:solidFill>
                  <a:effectLst/>
                  <a:uLnTx/>
                  <a:uFillTx/>
                  <a:latin typeface="Arial" panose="020B0604020202020204" pitchFamily="34" charset="0"/>
                  <a:ea typeface="+mn-ea"/>
                  <a:cs typeface="Arial"/>
                </a:endParaRPr>
              </a:p>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0" i="0" u="none" strike="noStrike" kern="0" cap="none" spc="0" normalizeH="0" baseline="0" noProof="0">
                    <a:ln>
                      <a:noFill/>
                    </a:ln>
                    <a:solidFill>
                      <a:srgbClr val="43515C"/>
                    </a:solidFill>
                    <a:effectLst/>
                    <a:uLnTx/>
                    <a:uFillTx/>
                    <a:latin typeface="Arial" panose="020B0604020202020204" pitchFamily="34" charset="0"/>
                    <a:ea typeface="+mn-ea"/>
                    <a:cs typeface="Arial"/>
                  </a:rPr>
                  <a:t>98% it invo luptatev, E2LI tesse cill umdolor ee 3 ufug</a:t>
                </a:r>
              </a:p>
            </p:txBody>
          </p:sp>
          <p:sp>
            <p:nvSpPr>
              <p:cNvPr id="75" name="Rectangle 74">
                <a:extLst>
                  <a:ext uri="{FF2B5EF4-FFF2-40B4-BE49-F238E27FC236}">
                    <a16:creationId xmlns:a16="http://schemas.microsoft.com/office/drawing/2014/main" id="{8D188D0E-6529-7042-CE2E-E211311CD4FB}"/>
                  </a:ext>
                </a:extLst>
              </p:cNvPr>
              <p:cNvSpPr/>
              <p:nvPr/>
            </p:nvSpPr>
            <p:spPr>
              <a:xfrm>
                <a:off x="7359704" y="5776783"/>
                <a:ext cx="5622265" cy="400110"/>
              </a:xfrm>
              <a:prstGeom prst="rect">
                <a:avLst/>
              </a:prstGeom>
            </p:spPr>
            <p:txBody>
              <a:bodyPr wrap="square">
                <a:spAutoFit/>
              </a:bodyPr>
              <a:lstStyle/>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1" i="0" u="none" strike="noStrike" kern="0" cap="none" spc="0" normalizeH="0" baseline="0" noProof="0">
                    <a:ln>
                      <a:noFill/>
                    </a:ln>
                    <a:solidFill>
                      <a:srgbClr val="43515C"/>
                    </a:solidFill>
                    <a:effectLst/>
                    <a:uLnTx/>
                    <a:uFillTx/>
                    <a:latin typeface="Arial" panose="020B0604020202020204" pitchFamily="34" charset="0"/>
                    <a:ea typeface="+mn-ea"/>
                    <a:cs typeface="Arial"/>
                  </a:rPr>
                  <a:t>Iatnullapariat Urexcep Teursin</a:t>
                </a:r>
              </a:p>
              <a:p>
                <a:pPr marL="0" marR="0" lvl="0" indent="0" algn="l" defTabSz="914400" rtl="0" eaLnBrk="1" fontAlgn="base" latinLnBrk="0" hangingPunct="1">
                  <a:lnSpc>
                    <a:spcPct val="100000"/>
                  </a:lnSpc>
                  <a:spcBef>
                    <a:spcPts val="0"/>
                  </a:spcBef>
                  <a:spcAft>
                    <a:spcPts val="0"/>
                  </a:spcAft>
                  <a:buClr>
                    <a:srgbClr val="23A0F8"/>
                  </a:buClr>
                  <a:buSzPct val="120000"/>
                  <a:buFontTx/>
                  <a:buNone/>
                  <a:tabLst/>
                  <a:defRPr/>
                </a:pPr>
                <a:r>
                  <a:rPr kumimoji="0" lang="en-US" sz="1000" b="0" i="0" u="none" strike="noStrike" kern="0" cap="none" spc="0" normalizeH="0" baseline="0" noProof="0">
                    <a:ln>
                      <a:noFill/>
                    </a:ln>
                    <a:solidFill>
                      <a:srgbClr val="43515C"/>
                    </a:solidFill>
                    <a:effectLst/>
                    <a:uLnTx/>
                    <a:uFillTx/>
                    <a:latin typeface="Arial" panose="020B0604020202020204" pitchFamily="34" charset="0"/>
                    <a:ea typeface="+mn-ea"/>
                    <a:cs typeface="Arial"/>
                  </a:rPr>
                  <a:t>$1to ccaecat cupidata </a:t>
                </a:r>
              </a:p>
            </p:txBody>
          </p:sp>
          <p:sp>
            <p:nvSpPr>
              <p:cNvPr id="76" name="Rectangle: Rounded Corners 75">
                <a:extLst>
                  <a:ext uri="{FF2B5EF4-FFF2-40B4-BE49-F238E27FC236}">
                    <a16:creationId xmlns:a16="http://schemas.microsoft.com/office/drawing/2014/main" id="{FDDCCC75-1068-1ACA-3483-753C9C042AF5}"/>
                  </a:ext>
                </a:extLst>
              </p:cNvPr>
              <p:cNvSpPr/>
              <p:nvPr/>
            </p:nvSpPr>
            <p:spPr bwMode="auto">
              <a:xfrm>
                <a:off x="3951371" y="6181334"/>
                <a:ext cx="1947862" cy="306878"/>
              </a:xfrm>
              <a:prstGeom prst="roundRect">
                <a:avLst>
                  <a:gd name="adj" fmla="val 2069226"/>
                </a:avLst>
              </a:prstGeom>
              <a:solidFill>
                <a:srgbClr val="66737C"/>
              </a:solidFill>
              <a:ln w="6350" cmpd="sng">
                <a:noFill/>
                <a:miter lim="800000"/>
                <a:headEnd/>
                <a:tailEnd/>
              </a:ln>
              <a:effectLst>
                <a:outerShdw blurRad="190500" dist="38100" dir="5400000" rotWithShape="0">
                  <a:srgbClr val="43515C">
                    <a:alpha val="20000"/>
                  </a:srgbClr>
                </a:outerShdw>
              </a:effectLst>
              <a:extLst>
                <a:ext uri="{91240B29-F687-4F45-9708-019B960494DF}">
                  <a14:hiddenLine xmlns:a14="http://schemas.microsoft.com/office/drawing/2010/main" w="6350" cmpd="sng">
                    <a:solidFill>
                      <a:schemeClr val="bg1"/>
                    </a:solidFill>
                    <a:miter lim="800000"/>
                    <a:headEnd/>
                    <a:tailEnd/>
                  </a14:hiddenLine>
                </a:ext>
              </a:ex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latin typeface="Arial" panose="020B0604020202020204" pitchFamily="34" charset="0"/>
                    <a:ea typeface="+mn-ea"/>
                    <a:cs typeface="Arial"/>
                  </a:rPr>
                  <a:t>Tno Nproiden Tsuntinc</a:t>
                </a:r>
              </a:p>
            </p:txBody>
          </p:sp>
          <p:grpSp>
            <p:nvGrpSpPr>
              <p:cNvPr id="77" name="Group 76">
                <a:extLst>
                  <a:ext uri="{FF2B5EF4-FFF2-40B4-BE49-F238E27FC236}">
                    <a16:creationId xmlns:a16="http://schemas.microsoft.com/office/drawing/2014/main" id="{815921BD-C67B-AE59-5FC9-BD5959DE1F91}"/>
                  </a:ext>
                </a:extLst>
              </p:cNvPr>
              <p:cNvGrpSpPr/>
              <p:nvPr/>
            </p:nvGrpSpPr>
            <p:grpSpPr>
              <a:xfrm>
                <a:off x="5895721" y="5056459"/>
                <a:ext cx="1165819" cy="1431753"/>
                <a:chOff x="4981575" y="5168900"/>
                <a:chExt cx="1165819" cy="1431753"/>
              </a:xfrm>
            </p:grpSpPr>
            <p:cxnSp>
              <p:nvCxnSpPr>
                <p:cNvPr id="82" name="Straight Connector 81">
                  <a:extLst>
                    <a:ext uri="{FF2B5EF4-FFF2-40B4-BE49-F238E27FC236}">
                      <a16:creationId xmlns:a16="http://schemas.microsoft.com/office/drawing/2014/main" id="{6A4581EF-0C2A-E887-FF8E-977379243B94}"/>
                    </a:ext>
                  </a:extLst>
                </p:cNvPr>
                <p:cNvCxnSpPr>
                  <a:cxnSpLocks/>
                </p:cNvCxnSpPr>
                <p:nvPr/>
              </p:nvCxnSpPr>
              <p:spPr bwMode="auto">
                <a:xfrm>
                  <a:off x="4981575" y="6460270"/>
                  <a:ext cx="315962" cy="0"/>
                </a:xfrm>
                <a:prstGeom prst="line">
                  <a:avLst/>
                </a:prstGeom>
                <a:noFill/>
                <a:ln w="12700" cap="flat" cmpd="sng" algn="ctr">
                  <a:solidFill>
                    <a:srgbClr val="43515C"/>
                  </a:solidFill>
                  <a:prstDash val="solid"/>
                  <a:round/>
                  <a:headEnd type="oval" w="sm" len="sm"/>
                  <a:tailEnd type="none" w="sm" len="sm"/>
                </a:ln>
                <a:effectLst/>
              </p:spPr>
            </p:cxnSp>
            <p:grpSp>
              <p:nvGrpSpPr>
                <p:cNvPr id="83" name="Group 82">
                  <a:extLst>
                    <a:ext uri="{FF2B5EF4-FFF2-40B4-BE49-F238E27FC236}">
                      <a16:creationId xmlns:a16="http://schemas.microsoft.com/office/drawing/2014/main" id="{DDAC5902-8B7B-78F0-F342-080929DE2BE8}"/>
                    </a:ext>
                  </a:extLst>
                </p:cNvPr>
                <p:cNvGrpSpPr/>
                <p:nvPr/>
              </p:nvGrpSpPr>
              <p:grpSpPr>
                <a:xfrm>
                  <a:off x="5283243" y="5168900"/>
                  <a:ext cx="864151" cy="1431753"/>
                  <a:chOff x="5283244" y="5168900"/>
                  <a:chExt cx="1162313" cy="1431753"/>
                </a:xfrm>
              </p:grpSpPr>
              <p:sp>
                <p:nvSpPr>
                  <p:cNvPr id="84" name="Freeform: Shape 83">
                    <a:extLst>
                      <a:ext uri="{FF2B5EF4-FFF2-40B4-BE49-F238E27FC236}">
                        <a16:creationId xmlns:a16="http://schemas.microsoft.com/office/drawing/2014/main" id="{AEF46039-254C-CE9C-38B5-9702632EDE0C}"/>
                      </a:ext>
                    </a:extLst>
                  </p:cNvPr>
                  <p:cNvSpPr/>
                  <p:nvPr/>
                </p:nvSpPr>
                <p:spPr bwMode="auto">
                  <a:xfrm flipH="1" flipV="1">
                    <a:off x="5283248" y="5168900"/>
                    <a:ext cx="1162309" cy="1291912"/>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rgbClr val="43515C"/>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5" name="Freeform: Shape 84">
                    <a:extLst>
                      <a:ext uri="{FF2B5EF4-FFF2-40B4-BE49-F238E27FC236}">
                        <a16:creationId xmlns:a16="http://schemas.microsoft.com/office/drawing/2014/main" id="{621BC5FC-9923-2626-C084-DC5B714A2164}"/>
                      </a:ext>
                    </a:extLst>
                  </p:cNvPr>
                  <p:cNvSpPr/>
                  <p:nvPr/>
                </p:nvSpPr>
                <p:spPr bwMode="auto">
                  <a:xfrm flipH="1" flipV="1">
                    <a:off x="5283246" y="5635624"/>
                    <a:ext cx="1162309" cy="8251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rgbClr val="43515C"/>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6" name="Freeform: Shape 85">
                    <a:extLst>
                      <a:ext uri="{FF2B5EF4-FFF2-40B4-BE49-F238E27FC236}">
                        <a16:creationId xmlns:a16="http://schemas.microsoft.com/office/drawing/2014/main" id="{79BC96FC-D324-CDC3-6F5B-8A7BFE1E4458}"/>
                      </a:ext>
                    </a:extLst>
                  </p:cNvPr>
                  <p:cNvSpPr/>
                  <p:nvPr/>
                </p:nvSpPr>
                <p:spPr bwMode="auto">
                  <a:xfrm flipH="1" flipV="1">
                    <a:off x="5283245" y="6076863"/>
                    <a:ext cx="1162309" cy="383947"/>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rgbClr val="43515C"/>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7" name="Freeform: Shape 86">
                    <a:extLst>
                      <a:ext uri="{FF2B5EF4-FFF2-40B4-BE49-F238E27FC236}">
                        <a16:creationId xmlns:a16="http://schemas.microsoft.com/office/drawing/2014/main" id="{CDED553C-9DDD-238E-465E-B172F54B2A3D}"/>
                      </a:ext>
                    </a:extLst>
                  </p:cNvPr>
                  <p:cNvSpPr/>
                  <p:nvPr/>
                </p:nvSpPr>
                <p:spPr bwMode="auto">
                  <a:xfrm flipH="1">
                    <a:off x="5283244" y="6460270"/>
                    <a:ext cx="1162308" cy="140383"/>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9525">
                    <a:solidFill>
                      <a:srgbClr val="43515C"/>
                    </a:solidFill>
                    <a:miter lim="800000"/>
                    <a:headEnd type="oval" w="sm" len="sm"/>
                    <a:tailEnd type="none"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sp>
            <p:nvSpPr>
              <p:cNvPr id="78" name="Freeform 141">
                <a:extLst>
                  <a:ext uri="{FF2B5EF4-FFF2-40B4-BE49-F238E27FC236}">
                    <a16:creationId xmlns:a16="http://schemas.microsoft.com/office/drawing/2014/main" id="{64A9C2CD-798A-0F99-D296-9396C863E042}"/>
                  </a:ext>
                </a:extLst>
              </p:cNvPr>
              <p:cNvSpPr>
                <a:spLocks noEditPoints="1"/>
              </p:cNvSpPr>
              <p:nvPr/>
            </p:nvSpPr>
            <p:spPr bwMode="auto">
              <a:xfrm>
                <a:off x="7147501" y="4938100"/>
                <a:ext cx="238169" cy="270017"/>
              </a:xfrm>
              <a:custGeom>
                <a:avLst/>
                <a:gdLst>
                  <a:gd name="T0" fmla="*/ 126 w 198"/>
                  <a:gd name="T1" fmla="*/ 124 h 226"/>
                  <a:gd name="T2" fmla="*/ 73 w 198"/>
                  <a:gd name="T3" fmla="*/ 102 h 226"/>
                  <a:gd name="T4" fmla="*/ 91 w 198"/>
                  <a:gd name="T5" fmla="*/ 93 h 226"/>
                  <a:gd name="T6" fmla="*/ 108 w 198"/>
                  <a:gd name="T7" fmla="*/ 133 h 226"/>
                  <a:gd name="T8" fmla="*/ 198 w 198"/>
                  <a:gd name="T9" fmla="*/ 113 h 226"/>
                  <a:gd name="T10" fmla="*/ 107 w 198"/>
                  <a:gd name="T11" fmla="*/ 225 h 226"/>
                  <a:gd name="T12" fmla="*/ 87 w 198"/>
                  <a:gd name="T13" fmla="*/ 206 h 226"/>
                  <a:gd name="T14" fmla="*/ 108 w 198"/>
                  <a:gd name="T15" fmla="*/ 194 h 226"/>
                  <a:gd name="T16" fmla="*/ 191 w 198"/>
                  <a:gd name="T17" fmla="*/ 113 h 226"/>
                  <a:gd name="T18" fmla="*/ 77 w 198"/>
                  <a:gd name="T19" fmla="*/ 178 h 226"/>
                  <a:gd name="T20" fmla="*/ 107 w 198"/>
                  <a:gd name="T21" fmla="*/ 168 h 226"/>
                  <a:gd name="T22" fmla="*/ 130 w 198"/>
                  <a:gd name="T23" fmla="*/ 175 h 226"/>
                  <a:gd name="T24" fmla="*/ 134 w 198"/>
                  <a:gd name="T25" fmla="*/ 157 h 226"/>
                  <a:gd name="T26" fmla="*/ 162 w 198"/>
                  <a:gd name="T27" fmla="*/ 144 h 226"/>
                  <a:gd name="T28" fmla="*/ 155 w 198"/>
                  <a:gd name="T29" fmla="*/ 121 h 226"/>
                  <a:gd name="T30" fmla="*/ 160 w 198"/>
                  <a:gd name="T31" fmla="*/ 103 h 226"/>
                  <a:gd name="T32" fmla="*/ 150 w 198"/>
                  <a:gd name="T33" fmla="*/ 77 h 226"/>
                  <a:gd name="T34" fmla="*/ 133 w 198"/>
                  <a:gd name="T35" fmla="*/ 68 h 226"/>
                  <a:gd name="T36" fmla="*/ 122 w 198"/>
                  <a:gd name="T37" fmla="*/ 47 h 226"/>
                  <a:gd name="T38" fmla="*/ 92 w 198"/>
                  <a:gd name="T39" fmla="*/ 57 h 226"/>
                  <a:gd name="T40" fmla="*/ 69 w 198"/>
                  <a:gd name="T41" fmla="*/ 51 h 226"/>
                  <a:gd name="T42" fmla="*/ 65 w 198"/>
                  <a:gd name="T43" fmla="*/ 68 h 226"/>
                  <a:gd name="T44" fmla="*/ 37 w 198"/>
                  <a:gd name="T45" fmla="*/ 82 h 226"/>
                  <a:gd name="T46" fmla="*/ 44 w 198"/>
                  <a:gd name="T47" fmla="*/ 105 h 226"/>
                  <a:gd name="T48" fmla="*/ 39 w 198"/>
                  <a:gd name="T49" fmla="*/ 123 h 226"/>
                  <a:gd name="T50" fmla="*/ 49 w 198"/>
                  <a:gd name="T51" fmla="*/ 149 h 226"/>
                  <a:gd name="T52" fmla="*/ 66 w 198"/>
                  <a:gd name="T53" fmla="*/ 158 h 226"/>
                  <a:gd name="T54" fmla="*/ 54 w 198"/>
                  <a:gd name="T55" fmla="*/ 138 h 226"/>
                  <a:gd name="T56" fmla="*/ 40 w 198"/>
                  <a:gd name="T57" fmla="*/ 130 h 226"/>
                  <a:gd name="T58" fmla="*/ 51 w 198"/>
                  <a:gd name="T59" fmla="*/ 103 h 226"/>
                  <a:gd name="T60" fmla="*/ 40 w 198"/>
                  <a:gd name="T61" fmla="*/ 93 h 226"/>
                  <a:gd name="T62" fmla="*/ 54 w 198"/>
                  <a:gd name="T63" fmla="*/ 87 h 226"/>
                  <a:gd name="T64" fmla="*/ 70 w 198"/>
                  <a:gd name="T65" fmla="*/ 60 h 226"/>
                  <a:gd name="T66" fmla="*/ 83 w 198"/>
                  <a:gd name="T67" fmla="*/ 55 h 226"/>
                  <a:gd name="T68" fmla="*/ 113 w 198"/>
                  <a:gd name="T69" fmla="*/ 63 h 226"/>
                  <a:gd name="T70" fmla="*/ 128 w 198"/>
                  <a:gd name="T71" fmla="*/ 57 h 226"/>
                  <a:gd name="T72" fmla="*/ 127 w 198"/>
                  <a:gd name="T73" fmla="*/ 72 h 226"/>
                  <a:gd name="T74" fmla="*/ 155 w 198"/>
                  <a:gd name="T75" fmla="*/ 85 h 226"/>
                  <a:gd name="T76" fmla="*/ 147 w 198"/>
                  <a:gd name="T77" fmla="*/ 103 h 226"/>
                  <a:gd name="T78" fmla="*/ 159 w 198"/>
                  <a:gd name="T79" fmla="*/ 131 h 226"/>
                  <a:gd name="T80" fmla="*/ 153 w 198"/>
                  <a:gd name="T81" fmla="*/ 142 h 226"/>
                  <a:gd name="T82" fmla="*/ 125 w 198"/>
                  <a:gd name="T83" fmla="*/ 158 h 226"/>
                  <a:gd name="T84" fmla="*/ 119 w 198"/>
                  <a:gd name="T85" fmla="*/ 172 h 226"/>
                  <a:gd name="T86" fmla="*/ 109 w 198"/>
                  <a:gd name="T87" fmla="*/ 161 h 226"/>
                  <a:gd name="T88" fmla="*/ 81 w 198"/>
                  <a:gd name="T89" fmla="*/ 172 h 226"/>
                  <a:gd name="T90" fmla="*/ 70 w 198"/>
                  <a:gd name="T91" fmla="*/ 166 h 226"/>
                  <a:gd name="T92" fmla="*/ 0 w 198"/>
                  <a:gd name="T93" fmla="*/ 113 h 226"/>
                  <a:gd name="T94" fmla="*/ 92 w 198"/>
                  <a:gd name="T95" fmla="*/ 1 h 226"/>
                  <a:gd name="T96" fmla="*/ 112 w 198"/>
                  <a:gd name="T97" fmla="*/ 20 h 226"/>
                  <a:gd name="T98" fmla="*/ 92 w 198"/>
                  <a:gd name="T99" fmla="*/ 29 h 226"/>
                  <a:gd name="T100" fmla="*/ 4 w 198"/>
                  <a:gd name="T101" fmla="*/ 116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98" h="226">
                    <a:moveTo>
                      <a:pt x="99" y="141"/>
                    </a:moveTo>
                    <a:cubicBezTo>
                      <a:pt x="103" y="141"/>
                      <a:pt x="107" y="141"/>
                      <a:pt x="110" y="139"/>
                    </a:cubicBezTo>
                    <a:cubicBezTo>
                      <a:pt x="110" y="139"/>
                      <a:pt x="110" y="139"/>
                      <a:pt x="110" y="139"/>
                    </a:cubicBezTo>
                    <a:cubicBezTo>
                      <a:pt x="117" y="136"/>
                      <a:pt x="123" y="131"/>
                      <a:pt x="126" y="124"/>
                    </a:cubicBezTo>
                    <a:cubicBezTo>
                      <a:pt x="129" y="117"/>
                      <a:pt x="129" y="109"/>
                      <a:pt x="126" y="102"/>
                    </a:cubicBezTo>
                    <a:cubicBezTo>
                      <a:pt x="121" y="91"/>
                      <a:pt x="111" y="84"/>
                      <a:pt x="99" y="84"/>
                    </a:cubicBezTo>
                    <a:cubicBezTo>
                      <a:pt x="96" y="84"/>
                      <a:pt x="92" y="85"/>
                      <a:pt x="89" y="86"/>
                    </a:cubicBezTo>
                    <a:cubicBezTo>
                      <a:pt x="81" y="89"/>
                      <a:pt x="76" y="95"/>
                      <a:pt x="73" y="102"/>
                    </a:cubicBezTo>
                    <a:cubicBezTo>
                      <a:pt x="70" y="109"/>
                      <a:pt x="70" y="117"/>
                      <a:pt x="73" y="124"/>
                    </a:cubicBezTo>
                    <a:cubicBezTo>
                      <a:pt x="78" y="134"/>
                      <a:pt x="88" y="141"/>
                      <a:pt x="99" y="141"/>
                    </a:cubicBezTo>
                    <a:close/>
                    <a:moveTo>
                      <a:pt x="80" y="105"/>
                    </a:moveTo>
                    <a:cubicBezTo>
                      <a:pt x="82" y="99"/>
                      <a:pt x="86" y="95"/>
                      <a:pt x="91" y="93"/>
                    </a:cubicBezTo>
                    <a:cubicBezTo>
                      <a:pt x="94" y="92"/>
                      <a:pt x="97" y="91"/>
                      <a:pt x="99" y="91"/>
                    </a:cubicBezTo>
                    <a:cubicBezTo>
                      <a:pt x="108" y="91"/>
                      <a:pt x="116" y="97"/>
                      <a:pt x="119" y="105"/>
                    </a:cubicBezTo>
                    <a:cubicBezTo>
                      <a:pt x="121" y="110"/>
                      <a:pt x="121" y="116"/>
                      <a:pt x="119" y="121"/>
                    </a:cubicBezTo>
                    <a:cubicBezTo>
                      <a:pt x="117" y="126"/>
                      <a:pt x="113" y="130"/>
                      <a:pt x="108" y="133"/>
                    </a:cubicBezTo>
                    <a:cubicBezTo>
                      <a:pt x="105" y="134"/>
                      <a:pt x="102" y="134"/>
                      <a:pt x="99" y="134"/>
                    </a:cubicBezTo>
                    <a:cubicBezTo>
                      <a:pt x="91" y="134"/>
                      <a:pt x="83" y="129"/>
                      <a:pt x="80" y="121"/>
                    </a:cubicBezTo>
                    <a:cubicBezTo>
                      <a:pt x="78" y="116"/>
                      <a:pt x="78" y="110"/>
                      <a:pt x="80" y="105"/>
                    </a:cubicBezTo>
                    <a:close/>
                    <a:moveTo>
                      <a:pt x="198" y="113"/>
                    </a:moveTo>
                    <a:cubicBezTo>
                      <a:pt x="198" y="167"/>
                      <a:pt x="155" y="211"/>
                      <a:pt x="101" y="212"/>
                    </a:cubicBezTo>
                    <a:cubicBezTo>
                      <a:pt x="99" y="212"/>
                      <a:pt x="99" y="212"/>
                      <a:pt x="99" y="212"/>
                    </a:cubicBezTo>
                    <a:cubicBezTo>
                      <a:pt x="107" y="220"/>
                      <a:pt x="107" y="220"/>
                      <a:pt x="107" y="220"/>
                    </a:cubicBezTo>
                    <a:cubicBezTo>
                      <a:pt x="108" y="221"/>
                      <a:pt x="108" y="223"/>
                      <a:pt x="107" y="225"/>
                    </a:cubicBezTo>
                    <a:cubicBezTo>
                      <a:pt x="105" y="226"/>
                      <a:pt x="103" y="226"/>
                      <a:pt x="101" y="225"/>
                    </a:cubicBezTo>
                    <a:cubicBezTo>
                      <a:pt x="87" y="211"/>
                      <a:pt x="87" y="211"/>
                      <a:pt x="87" y="211"/>
                    </a:cubicBezTo>
                    <a:cubicBezTo>
                      <a:pt x="87" y="210"/>
                      <a:pt x="86" y="209"/>
                      <a:pt x="86" y="208"/>
                    </a:cubicBezTo>
                    <a:cubicBezTo>
                      <a:pt x="86" y="207"/>
                      <a:pt x="87" y="206"/>
                      <a:pt x="87" y="206"/>
                    </a:cubicBezTo>
                    <a:cubicBezTo>
                      <a:pt x="101" y="191"/>
                      <a:pt x="101" y="191"/>
                      <a:pt x="101" y="191"/>
                    </a:cubicBezTo>
                    <a:cubicBezTo>
                      <a:pt x="102" y="191"/>
                      <a:pt x="103" y="190"/>
                      <a:pt x="104" y="190"/>
                    </a:cubicBezTo>
                    <a:cubicBezTo>
                      <a:pt x="105" y="190"/>
                      <a:pt x="106" y="191"/>
                      <a:pt x="107" y="191"/>
                    </a:cubicBezTo>
                    <a:cubicBezTo>
                      <a:pt x="107" y="192"/>
                      <a:pt x="108" y="193"/>
                      <a:pt x="108" y="194"/>
                    </a:cubicBezTo>
                    <a:cubicBezTo>
                      <a:pt x="108" y="195"/>
                      <a:pt x="107" y="196"/>
                      <a:pt x="107" y="197"/>
                    </a:cubicBezTo>
                    <a:cubicBezTo>
                      <a:pt x="98" y="205"/>
                      <a:pt x="98" y="205"/>
                      <a:pt x="98" y="205"/>
                    </a:cubicBezTo>
                    <a:cubicBezTo>
                      <a:pt x="101" y="204"/>
                      <a:pt x="101" y="204"/>
                      <a:pt x="101" y="204"/>
                    </a:cubicBezTo>
                    <a:cubicBezTo>
                      <a:pt x="151" y="204"/>
                      <a:pt x="191" y="163"/>
                      <a:pt x="191" y="113"/>
                    </a:cubicBezTo>
                    <a:cubicBezTo>
                      <a:pt x="191" y="111"/>
                      <a:pt x="193" y="109"/>
                      <a:pt x="195" y="109"/>
                    </a:cubicBezTo>
                    <a:cubicBezTo>
                      <a:pt x="197" y="109"/>
                      <a:pt x="198" y="111"/>
                      <a:pt x="198" y="113"/>
                    </a:cubicBezTo>
                    <a:close/>
                    <a:moveTo>
                      <a:pt x="69" y="175"/>
                    </a:moveTo>
                    <a:cubicBezTo>
                      <a:pt x="77" y="178"/>
                      <a:pt x="77" y="178"/>
                      <a:pt x="77" y="178"/>
                    </a:cubicBezTo>
                    <a:cubicBezTo>
                      <a:pt x="82" y="180"/>
                      <a:pt x="87" y="178"/>
                      <a:pt x="89" y="173"/>
                    </a:cubicBezTo>
                    <a:cubicBezTo>
                      <a:pt x="92" y="168"/>
                      <a:pt x="92" y="168"/>
                      <a:pt x="92" y="168"/>
                    </a:cubicBezTo>
                    <a:cubicBezTo>
                      <a:pt x="92" y="168"/>
                      <a:pt x="92" y="168"/>
                      <a:pt x="92" y="168"/>
                    </a:cubicBezTo>
                    <a:cubicBezTo>
                      <a:pt x="97" y="169"/>
                      <a:pt x="102" y="169"/>
                      <a:pt x="107" y="168"/>
                    </a:cubicBezTo>
                    <a:cubicBezTo>
                      <a:pt x="107" y="168"/>
                      <a:pt x="107" y="168"/>
                      <a:pt x="107" y="168"/>
                    </a:cubicBezTo>
                    <a:cubicBezTo>
                      <a:pt x="110" y="173"/>
                      <a:pt x="110" y="173"/>
                      <a:pt x="110" y="173"/>
                    </a:cubicBezTo>
                    <a:cubicBezTo>
                      <a:pt x="112" y="178"/>
                      <a:pt x="117" y="180"/>
                      <a:pt x="122" y="178"/>
                    </a:cubicBezTo>
                    <a:cubicBezTo>
                      <a:pt x="130" y="175"/>
                      <a:pt x="130" y="175"/>
                      <a:pt x="130" y="175"/>
                    </a:cubicBezTo>
                    <a:cubicBezTo>
                      <a:pt x="133" y="174"/>
                      <a:pt x="134" y="172"/>
                      <a:pt x="135" y="170"/>
                    </a:cubicBezTo>
                    <a:cubicBezTo>
                      <a:pt x="136" y="168"/>
                      <a:pt x="136" y="165"/>
                      <a:pt x="135" y="163"/>
                    </a:cubicBezTo>
                    <a:cubicBezTo>
                      <a:pt x="133" y="158"/>
                      <a:pt x="133" y="158"/>
                      <a:pt x="133" y="158"/>
                    </a:cubicBezTo>
                    <a:cubicBezTo>
                      <a:pt x="134" y="157"/>
                      <a:pt x="134" y="157"/>
                      <a:pt x="134" y="157"/>
                    </a:cubicBezTo>
                    <a:cubicBezTo>
                      <a:pt x="138" y="154"/>
                      <a:pt x="141" y="151"/>
                      <a:pt x="144" y="147"/>
                    </a:cubicBezTo>
                    <a:cubicBezTo>
                      <a:pt x="144" y="146"/>
                      <a:pt x="144" y="146"/>
                      <a:pt x="144" y="146"/>
                    </a:cubicBezTo>
                    <a:cubicBezTo>
                      <a:pt x="150" y="148"/>
                      <a:pt x="150" y="148"/>
                      <a:pt x="150" y="148"/>
                    </a:cubicBezTo>
                    <a:cubicBezTo>
                      <a:pt x="155" y="150"/>
                      <a:pt x="160" y="148"/>
                      <a:pt x="162" y="144"/>
                    </a:cubicBezTo>
                    <a:cubicBezTo>
                      <a:pt x="165" y="135"/>
                      <a:pt x="165" y="135"/>
                      <a:pt x="165" y="135"/>
                    </a:cubicBezTo>
                    <a:cubicBezTo>
                      <a:pt x="166" y="133"/>
                      <a:pt x="166" y="130"/>
                      <a:pt x="165" y="128"/>
                    </a:cubicBezTo>
                    <a:cubicBezTo>
                      <a:pt x="164" y="126"/>
                      <a:pt x="163" y="124"/>
                      <a:pt x="160" y="123"/>
                    </a:cubicBezTo>
                    <a:cubicBezTo>
                      <a:pt x="155" y="121"/>
                      <a:pt x="155" y="121"/>
                      <a:pt x="155" y="121"/>
                    </a:cubicBezTo>
                    <a:cubicBezTo>
                      <a:pt x="155" y="120"/>
                      <a:pt x="155" y="120"/>
                      <a:pt x="155" y="120"/>
                    </a:cubicBezTo>
                    <a:cubicBezTo>
                      <a:pt x="156" y="115"/>
                      <a:pt x="156" y="110"/>
                      <a:pt x="155" y="105"/>
                    </a:cubicBezTo>
                    <a:cubicBezTo>
                      <a:pt x="155" y="105"/>
                      <a:pt x="155" y="105"/>
                      <a:pt x="155" y="105"/>
                    </a:cubicBezTo>
                    <a:cubicBezTo>
                      <a:pt x="160" y="103"/>
                      <a:pt x="160" y="103"/>
                      <a:pt x="160" y="103"/>
                    </a:cubicBezTo>
                    <a:cubicBezTo>
                      <a:pt x="163" y="102"/>
                      <a:pt x="164" y="100"/>
                      <a:pt x="165" y="98"/>
                    </a:cubicBezTo>
                    <a:cubicBezTo>
                      <a:pt x="166" y="95"/>
                      <a:pt x="166" y="93"/>
                      <a:pt x="165" y="91"/>
                    </a:cubicBezTo>
                    <a:cubicBezTo>
                      <a:pt x="162" y="82"/>
                      <a:pt x="162" y="82"/>
                      <a:pt x="162" y="82"/>
                    </a:cubicBezTo>
                    <a:cubicBezTo>
                      <a:pt x="160" y="77"/>
                      <a:pt x="155" y="75"/>
                      <a:pt x="150" y="77"/>
                    </a:cubicBezTo>
                    <a:cubicBezTo>
                      <a:pt x="144" y="79"/>
                      <a:pt x="144" y="79"/>
                      <a:pt x="144" y="79"/>
                    </a:cubicBezTo>
                    <a:cubicBezTo>
                      <a:pt x="144" y="79"/>
                      <a:pt x="144" y="79"/>
                      <a:pt x="144" y="79"/>
                    </a:cubicBezTo>
                    <a:cubicBezTo>
                      <a:pt x="141" y="75"/>
                      <a:pt x="137" y="71"/>
                      <a:pt x="134" y="68"/>
                    </a:cubicBezTo>
                    <a:cubicBezTo>
                      <a:pt x="133" y="68"/>
                      <a:pt x="133" y="68"/>
                      <a:pt x="133" y="68"/>
                    </a:cubicBezTo>
                    <a:cubicBezTo>
                      <a:pt x="135" y="63"/>
                      <a:pt x="135" y="63"/>
                      <a:pt x="135" y="63"/>
                    </a:cubicBezTo>
                    <a:cubicBezTo>
                      <a:pt x="136" y="60"/>
                      <a:pt x="136" y="58"/>
                      <a:pt x="135" y="56"/>
                    </a:cubicBezTo>
                    <a:cubicBezTo>
                      <a:pt x="134" y="53"/>
                      <a:pt x="133" y="52"/>
                      <a:pt x="130" y="51"/>
                    </a:cubicBezTo>
                    <a:cubicBezTo>
                      <a:pt x="122" y="47"/>
                      <a:pt x="122" y="47"/>
                      <a:pt x="122" y="47"/>
                    </a:cubicBezTo>
                    <a:cubicBezTo>
                      <a:pt x="117" y="45"/>
                      <a:pt x="112" y="47"/>
                      <a:pt x="110" y="52"/>
                    </a:cubicBezTo>
                    <a:cubicBezTo>
                      <a:pt x="107" y="57"/>
                      <a:pt x="107" y="57"/>
                      <a:pt x="107" y="57"/>
                    </a:cubicBezTo>
                    <a:cubicBezTo>
                      <a:pt x="107" y="57"/>
                      <a:pt x="107" y="57"/>
                      <a:pt x="107" y="57"/>
                    </a:cubicBezTo>
                    <a:cubicBezTo>
                      <a:pt x="102" y="57"/>
                      <a:pt x="97" y="57"/>
                      <a:pt x="92" y="57"/>
                    </a:cubicBezTo>
                    <a:cubicBezTo>
                      <a:pt x="92" y="57"/>
                      <a:pt x="92" y="57"/>
                      <a:pt x="92" y="57"/>
                    </a:cubicBezTo>
                    <a:cubicBezTo>
                      <a:pt x="89" y="52"/>
                      <a:pt x="89" y="52"/>
                      <a:pt x="89" y="52"/>
                    </a:cubicBezTo>
                    <a:cubicBezTo>
                      <a:pt x="87" y="47"/>
                      <a:pt x="82" y="45"/>
                      <a:pt x="77" y="47"/>
                    </a:cubicBezTo>
                    <a:cubicBezTo>
                      <a:pt x="69" y="51"/>
                      <a:pt x="69" y="51"/>
                      <a:pt x="69" y="51"/>
                    </a:cubicBezTo>
                    <a:cubicBezTo>
                      <a:pt x="66" y="51"/>
                      <a:pt x="65" y="53"/>
                      <a:pt x="64" y="56"/>
                    </a:cubicBezTo>
                    <a:cubicBezTo>
                      <a:pt x="63" y="58"/>
                      <a:pt x="63" y="60"/>
                      <a:pt x="64" y="63"/>
                    </a:cubicBezTo>
                    <a:cubicBezTo>
                      <a:pt x="66" y="68"/>
                      <a:pt x="66" y="68"/>
                      <a:pt x="66" y="68"/>
                    </a:cubicBezTo>
                    <a:cubicBezTo>
                      <a:pt x="65" y="68"/>
                      <a:pt x="65" y="68"/>
                      <a:pt x="65" y="68"/>
                    </a:cubicBezTo>
                    <a:cubicBezTo>
                      <a:pt x="61" y="71"/>
                      <a:pt x="58" y="75"/>
                      <a:pt x="55" y="79"/>
                    </a:cubicBezTo>
                    <a:cubicBezTo>
                      <a:pt x="55" y="79"/>
                      <a:pt x="55" y="79"/>
                      <a:pt x="55" y="79"/>
                    </a:cubicBezTo>
                    <a:cubicBezTo>
                      <a:pt x="49" y="77"/>
                      <a:pt x="49" y="77"/>
                      <a:pt x="49" y="77"/>
                    </a:cubicBezTo>
                    <a:cubicBezTo>
                      <a:pt x="44" y="75"/>
                      <a:pt x="39" y="77"/>
                      <a:pt x="37" y="82"/>
                    </a:cubicBezTo>
                    <a:cubicBezTo>
                      <a:pt x="34" y="91"/>
                      <a:pt x="34" y="91"/>
                      <a:pt x="34" y="91"/>
                    </a:cubicBezTo>
                    <a:cubicBezTo>
                      <a:pt x="33" y="93"/>
                      <a:pt x="33" y="95"/>
                      <a:pt x="34" y="98"/>
                    </a:cubicBezTo>
                    <a:cubicBezTo>
                      <a:pt x="35" y="100"/>
                      <a:pt x="36" y="102"/>
                      <a:pt x="39" y="103"/>
                    </a:cubicBezTo>
                    <a:cubicBezTo>
                      <a:pt x="44" y="105"/>
                      <a:pt x="44" y="105"/>
                      <a:pt x="44" y="105"/>
                    </a:cubicBezTo>
                    <a:cubicBezTo>
                      <a:pt x="44" y="106"/>
                      <a:pt x="44" y="106"/>
                      <a:pt x="44" y="106"/>
                    </a:cubicBezTo>
                    <a:cubicBezTo>
                      <a:pt x="43" y="110"/>
                      <a:pt x="43" y="115"/>
                      <a:pt x="44" y="120"/>
                    </a:cubicBezTo>
                    <a:cubicBezTo>
                      <a:pt x="44" y="121"/>
                      <a:pt x="44" y="121"/>
                      <a:pt x="44" y="121"/>
                    </a:cubicBezTo>
                    <a:cubicBezTo>
                      <a:pt x="39" y="123"/>
                      <a:pt x="39" y="123"/>
                      <a:pt x="39" y="123"/>
                    </a:cubicBezTo>
                    <a:cubicBezTo>
                      <a:pt x="36" y="124"/>
                      <a:pt x="35" y="126"/>
                      <a:pt x="34" y="128"/>
                    </a:cubicBezTo>
                    <a:cubicBezTo>
                      <a:pt x="33" y="130"/>
                      <a:pt x="33" y="133"/>
                      <a:pt x="34" y="135"/>
                    </a:cubicBezTo>
                    <a:cubicBezTo>
                      <a:pt x="37" y="144"/>
                      <a:pt x="37" y="144"/>
                      <a:pt x="37" y="144"/>
                    </a:cubicBezTo>
                    <a:cubicBezTo>
                      <a:pt x="39" y="148"/>
                      <a:pt x="44" y="150"/>
                      <a:pt x="49" y="149"/>
                    </a:cubicBezTo>
                    <a:cubicBezTo>
                      <a:pt x="55" y="146"/>
                      <a:pt x="55" y="146"/>
                      <a:pt x="55" y="146"/>
                    </a:cubicBezTo>
                    <a:cubicBezTo>
                      <a:pt x="55" y="147"/>
                      <a:pt x="55" y="147"/>
                      <a:pt x="55" y="147"/>
                    </a:cubicBezTo>
                    <a:cubicBezTo>
                      <a:pt x="58" y="151"/>
                      <a:pt x="62" y="154"/>
                      <a:pt x="65" y="157"/>
                    </a:cubicBezTo>
                    <a:cubicBezTo>
                      <a:pt x="66" y="158"/>
                      <a:pt x="66" y="158"/>
                      <a:pt x="66" y="158"/>
                    </a:cubicBezTo>
                    <a:cubicBezTo>
                      <a:pt x="64" y="163"/>
                      <a:pt x="64" y="163"/>
                      <a:pt x="64" y="163"/>
                    </a:cubicBezTo>
                    <a:cubicBezTo>
                      <a:pt x="62" y="168"/>
                      <a:pt x="64" y="173"/>
                      <a:pt x="69" y="175"/>
                    </a:cubicBezTo>
                    <a:close/>
                    <a:moveTo>
                      <a:pt x="59" y="140"/>
                    </a:moveTo>
                    <a:cubicBezTo>
                      <a:pt x="58" y="138"/>
                      <a:pt x="56" y="138"/>
                      <a:pt x="54" y="138"/>
                    </a:cubicBezTo>
                    <a:cubicBezTo>
                      <a:pt x="46" y="142"/>
                      <a:pt x="46" y="142"/>
                      <a:pt x="46" y="142"/>
                    </a:cubicBezTo>
                    <a:cubicBezTo>
                      <a:pt x="45" y="142"/>
                      <a:pt x="44" y="142"/>
                      <a:pt x="44" y="141"/>
                    </a:cubicBezTo>
                    <a:cubicBezTo>
                      <a:pt x="40" y="132"/>
                      <a:pt x="40" y="132"/>
                      <a:pt x="40" y="132"/>
                    </a:cubicBezTo>
                    <a:cubicBezTo>
                      <a:pt x="40" y="131"/>
                      <a:pt x="40" y="131"/>
                      <a:pt x="40" y="130"/>
                    </a:cubicBezTo>
                    <a:cubicBezTo>
                      <a:pt x="40" y="130"/>
                      <a:pt x="41" y="130"/>
                      <a:pt x="41" y="129"/>
                    </a:cubicBezTo>
                    <a:cubicBezTo>
                      <a:pt x="49" y="126"/>
                      <a:pt x="49" y="126"/>
                      <a:pt x="49" y="126"/>
                    </a:cubicBezTo>
                    <a:cubicBezTo>
                      <a:pt x="51" y="126"/>
                      <a:pt x="52" y="124"/>
                      <a:pt x="51" y="122"/>
                    </a:cubicBezTo>
                    <a:cubicBezTo>
                      <a:pt x="50" y="116"/>
                      <a:pt x="50" y="110"/>
                      <a:pt x="51" y="103"/>
                    </a:cubicBezTo>
                    <a:cubicBezTo>
                      <a:pt x="52" y="101"/>
                      <a:pt x="51" y="100"/>
                      <a:pt x="49" y="99"/>
                    </a:cubicBezTo>
                    <a:cubicBezTo>
                      <a:pt x="41" y="96"/>
                      <a:pt x="41" y="96"/>
                      <a:pt x="41" y="96"/>
                    </a:cubicBezTo>
                    <a:cubicBezTo>
                      <a:pt x="41" y="96"/>
                      <a:pt x="40" y="95"/>
                      <a:pt x="40" y="95"/>
                    </a:cubicBezTo>
                    <a:cubicBezTo>
                      <a:pt x="40" y="94"/>
                      <a:pt x="40" y="94"/>
                      <a:pt x="40" y="93"/>
                    </a:cubicBezTo>
                    <a:cubicBezTo>
                      <a:pt x="44" y="85"/>
                      <a:pt x="44" y="85"/>
                      <a:pt x="44" y="85"/>
                    </a:cubicBezTo>
                    <a:cubicBezTo>
                      <a:pt x="44" y="84"/>
                      <a:pt x="45" y="83"/>
                      <a:pt x="46" y="83"/>
                    </a:cubicBezTo>
                    <a:cubicBezTo>
                      <a:pt x="46" y="83"/>
                      <a:pt x="46" y="83"/>
                      <a:pt x="46" y="83"/>
                    </a:cubicBezTo>
                    <a:cubicBezTo>
                      <a:pt x="54" y="87"/>
                      <a:pt x="54" y="87"/>
                      <a:pt x="54" y="87"/>
                    </a:cubicBezTo>
                    <a:cubicBezTo>
                      <a:pt x="56" y="87"/>
                      <a:pt x="58" y="87"/>
                      <a:pt x="59" y="86"/>
                    </a:cubicBezTo>
                    <a:cubicBezTo>
                      <a:pt x="62" y="80"/>
                      <a:pt x="67" y="76"/>
                      <a:pt x="72" y="72"/>
                    </a:cubicBezTo>
                    <a:cubicBezTo>
                      <a:pt x="74" y="71"/>
                      <a:pt x="74" y="69"/>
                      <a:pt x="74" y="68"/>
                    </a:cubicBezTo>
                    <a:cubicBezTo>
                      <a:pt x="70" y="60"/>
                      <a:pt x="70" y="60"/>
                      <a:pt x="70" y="60"/>
                    </a:cubicBezTo>
                    <a:cubicBezTo>
                      <a:pt x="70" y="59"/>
                      <a:pt x="70" y="59"/>
                      <a:pt x="70" y="58"/>
                    </a:cubicBezTo>
                    <a:cubicBezTo>
                      <a:pt x="70" y="58"/>
                      <a:pt x="71" y="57"/>
                      <a:pt x="71" y="57"/>
                    </a:cubicBezTo>
                    <a:cubicBezTo>
                      <a:pt x="80" y="54"/>
                      <a:pt x="80" y="54"/>
                      <a:pt x="80" y="54"/>
                    </a:cubicBezTo>
                    <a:cubicBezTo>
                      <a:pt x="81" y="53"/>
                      <a:pt x="82" y="54"/>
                      <a:pt x="83" y="55"/>
                    </a:cubicBezTo>
                    <a:cubicBezTo>
                      <a:pt x="86" y="63"/>
                      <a:pt x="86" y="63"/>
                      <a:pt x="86" y="63"/>
                    </a:cubicBezTo>
                    <a:cubicBezTo>
                      <a:pt x="87" y="64"/>
                      <a:pt x="88" y="65"/>
                      <a:pt x="90" y="65"/>
                    </a:cubicBezTo>
                    <a:cubicBezTo>
                      <a:pt x="96" y="63"/>
                      <a:pt x="103" y="63"/>
                      <a:pt x="109" y="65"/>
                    </a:cubicBezTo>
                    <a:cubicBezTo>
                      <a:pt x="111" y="65"/>
                      <a:pt x="112" y="64"/>
                      <a:pt x="113" y="63"/>
                    </a:cubicBezTo>
                    <a:cubicBezTo>
                      <a:pt x="116" y="55"/>
                      <a:pt x="116" y="55"/>
                      <a:pt x="116" y="55"/>
                    </a:cubicBezTo>
                    <a:cubicBezTo>
                      <a:pt x="117" y="54"/>
                      <a:pt x="117" y="53"/>
                      <a:pt x="118" y="53"/>
                    </a:cubicBezTo>
                    <a:cubicBezTo>
                      <a:pt x="118" y="53"/>
                      <a:pt x="119" y="54"/>
                      <a:pt x="119" y="54"/>
                    </a:cubicBezTo>
                    <a:cubicBezTo>
                      <a:pt x="128" y="57"/>
                      <a:pt x="128" y="57"/>
                      <a:pt x="128" y="57"/>
                    </a:cubicBezTo>
                    <a:cubicBezTo>
                      <a:pt x="128" y="57"/>
                      <a:pt x="128" y="58"/>
                      <a:pt x="129" y="58"/>
                    </a:cubicBezTo>
                    <a:cubicBezTo>
                      <a:pt x="129" y="59"/>
                      <a:pt x="129" y="59"/>
                      <a:pt x="129" y="60"/>
                    </a:cubicBezTo>
                    <a:cubicBezTo>
                      <a:pt x="125" y="68"/>
                      <a:pt x="125" y="68"/>
                      <a:pt x="125" y="68"/>
                    </a:cubicBezTo>
                    <a:cubicBezTo>
                      <a:pt x="125" y="69"/>
                      <a:pt x="125" y="71"/>
                      <a:pt x="127" y="72"/>
                    </a:cubicBezTo>
                    <a:cubicBezTo>
                      <a:pt x="132" y="76"/>
                      <a:pt x="137" y="80"/>
                      <a:pt x="140" y="86"/>
                    </a:cubicBezTo>
                    <a:cubicBezTo>
                      <a:pt x="141" y="87"/>
                      <a:pt x="143" y="87"/>
                      <a:pt x="144" y="87"/>
                    </a:cubicBezTo>
                    <a:cubicBezTo>
                      <a:pt x="152" y="84"/>
                      <a:pt x="152" y="84"/>
                      <a:pt x="152" y="84"/>
                    </a:cubicBezTo>
                    <a:cubicBezTo>
                      <a:pt x="153" y="83"/>
                      <a:pt x="155" y="84"/>
                      <a:pt x="155" y="85"/>
                    </a:cubicBezTo>
                    <a:cubicBezTo>
                      <a:pt x="159" y="93"/>
                      <a:pt x="159" y="93"/>
                      <a:pt x="159" y="93"/>
                    </a:cubicBezTo>
                    <a:cubicBezTo>
                      <a:pt x="159" y="94"/>
                      <a:pt x="159" y="95"/>
                      <a:pt x="158" y="96"/>
                    </a:cubicBezTo>
                    <a:cubicBezTo>
                      <a:pt x="150" y="99"/>
                      <a:pt x="150" y="99"/>
                      <a:pt x="150" y="99"/>
                    </a:cubicBezTo>
                    <a:cubicBezTo>
                      <a:pt x="148" y="100"/>
                      <a:pt x="147" y="101"/>
                      <a:pt x="147" y="103"/>
                    </a:cubicBezTo>
                    <a:cubicBezTo>
                      <a:pt x="149" y="109"/>
                      <a:pt x="149" y="116"/>
                      <a:pt x="147" y="122"/>
                    </a:cubicBezTo>
                    <a:cubicBezTo>
                      <a:pt x="147" y="124"/>
                      <a:pt x="148" y="126"/>
                      <a:pt x="150" y="126"/>
                    </a:cubicBezTo>
                    <a:cubicBezTo>
                      <a:pt x="158" y="130"/>
                      <a:pt x="158" y="130"/>
                      <a:pt x="158" y="130"/>
                    </a:cubicBezTo>
                    <a:cubicBezTo>
                      <a:pt x="158" y="130"/>
                      <a:pt x="158" y="130"/>
                      <a:pt x="159" y="131"/>
                    </a:cubicBezTo>
                    <a:cubicBezTo>
                      <a:pt x="159" y="131"/>
                      <a:pt x="159" y="132"/>
                      <a:pt x="159" y="132"/>
                    </a:cubicBezTo>
                    <a:cubicBezTo>
                      <a:pt x="155" y="141"/>
                      <a:pt x="155" y="141"/>
                      <a:pt x="155" y="141"/>
                    </a:cubicBezTo>
                    <a:cubicBezTo>
                      <a:pt x="155" y="142"/>
                      <a:pt x="154" y="142"/>
                      <a:pt x="153" y="142"/>
                    </a:cubicBezTo>
                    <a:cubicBezTo>
                      <a:pt x="153" y="142"/>
                      <a:pt x="153" y="142"/>
                      <a:pt x="153" y="142"/>
                    </a:cubicBezTo>
                    <a:cubicBezTo>
                      <a:pt x="144" y="139"/>
                      <a:pt x="144" y="139"/>
                      <a:pt x="144" y="139"/>
                    </a:cubicBezTo>
                    <a:cubicBezTo>
                      <a:pt x="143" y="138"/>
                      <a:pt x="141" y="138"/>
                      <a:pt x="140" y="140"/>
                    </a:cubicBezTo>
                    <a:cubicBezTo>
                      <a:pt x="136" y="145"/>
                      <a:pt x="132" y="150"/>
                      <a:pt x="127" y="153"/>
                    </a:cubicBezTo>
                    <a:cubicBezTo>
                      <a:pt x="125" y="154"/>
                      <a:pt x="125" y="156"/>
                      <a:pt x="125" y="158"/>
                    </a:cubicBezTo>
                    <a:cubicBezTo>
                      <a:pt x="129" y="166"/>
                      <a:pt x="129" y="166"/>
                      <a:pt x="129" y="166"/>
                    </a:cubicBezTo>
                    <a:cubicBezTo>
                      <a:pt x="129" y="166"/>
                      <a:pt x="129" y="167"/>
                      <a:pt x="128" y="167"/>
                    </a:cubicBezTo>
                    <a:cubicBezTo>
                      <a:pt x="128" y="168"/>
                      <a:pt x="128" y="168"/>
                      <a:pt x="127" y="168"/>
                    </a:cubicBezTo>
                    <a:cubicBezTo>
                      <a:pt x="119" y="172"/>
                      <a:pt x="119" y="172"/>
                      <a:pt x="119" y="172"/>
                    </a:cubicBezTo>
                    <a:cubicBezTo>
                      <a:pt x="119" y="172"/>
                      <a:pt x="118" y="172"/>
                      <a:pt x="118" y="172"/>
                    </a:cubicBezTo>
                    <a:cubicBezTo>
                      <a:pt x="117" y="172"/>
                      <a:pt x="117" y="171"/>
                      <a:pt x="116" y="171"/>
                    </a:cubicBezTo>
                    <a:cubicBezTo>
                      <a:pt x="113" y="163"/>
                      <a:pt x="113" y="163"/>
                      <a:pt x="113" y="163"/>
                    </a:cubicBezTo>
                    <a:cubicBezTo>
                      <a:pt x="112" y="161"/>
                      <a:pt x="111" y="160"/>
                      <a:pt x="109" y="161"/>
                    </a:cubicBezTo>
                    <a:cubicBezTo>
                      <a:pt x="103" y="162"/>
                      <a:pt x="96" y="162"/>
                      <a:pt x="90" y="161"/>
                    </a:cubicBezTo>
                    <a:cubicBezTo>
                      <a:pt x="88" y="160"/>
                      <a:pt x="87" y="161"/>
                      <a:pt x="86" y="163"/>
                    </a:cubicBezTo>
                    <a:cubicBezTo>
                      <a:pt x="83" y="171"/>
                      <a:pt x="83" y="171"/>
                      <a:pt x="83" y="171"/>
                    </a:cubicBezTo>
                    <a:cubicBezTo>
                      <a:pt x="82" y="171"/>
                      <a:pt x="82" y="172"/>
                      <a:pt x="81" y="172"/>
                    </a:cubicBezTo>
                    <a:cubicBezTo>
                      <a:pt x="80" y="172"/>
                      <a:pt x="80" y="172"/>
                      <a:pt x="80" y="172"/>
                    </a:cubicBezTo>
                    <a:cubicBezTo>
                      <a:pt x="71" y="168"/>
                      <a:pt x="71" y="168"/>
                      <a:pt x="71" y="168"/>
                    </a:cubicBezTo>
                    <a:cubicBezTo>
                      <a:pt x="71" y="168"/>
                      <a:pt x="70" y="168"/>
                      <a:pt x="70" y="167"/>
                    </a:cubicBezTo>
                    <a:cubicBezTo>
                      <a:pt x="70" y="167"/>
                      <a:pt x="70" y="166"/>
                      <a:pt x="70" y="166"/>
                    </a:cubicBezTo>
                    <a:cubicBezTo>
                      <a:pt x="74" y="158"/>
                      <a:pt x="74" y="158"/>
                      <a:pt x="74" y="158"/>
                    </a:cubicBezTo>
                    <a:cubicBezTo>
                      <a:pt x="74" y="156"/>
                      <a:pt x="74" y="154"/>
                      <a:pt x="72" y="153"/>
                    </a:cubicBezTo>
                    <a:cubicBezTo>
                      <a:pt x="67" y="150"/>
                      <a:pt x="62" y="145"/>
                      <a:pt x="59" y="140"/>
                    </a:cubicBezTo>
                    <a:close/>
                    <a:moveTo>
                      <a:pt x="0" y="113"/>
                    </a:moveTo>
                    <a:cubicBezTo>
                      <a:pt x="0" y="59"/>
                      <a:pt x="44" y="14"/>
                      <a:pt x="98" y="14"/>
                    </a:cubicBezTo>
                    <a:cubicBezTo>
                      <a:pt x="100" y="14"/>
                      <a:pt x="100" y="14"/>
                      <a:pt x="100" y="14"/>
                    </a:cubicBezTo>
                    <a:cubicBezTo>
                      <a:pt x="92" y="6"/>
                      <a:pt x="92" y="6"/>
                      <a:pt x="92" y="6"/>
                    </a:cubicBezTo>
                    <a:cubicBezTo>
                      <a:pt x="91" y="4"/>
                      <a:pt x="91" y="2"/>
                      <a:pt x="92" y="1"/>
                    </a:cubicBezTo>
                    <a:cubicBezTo>
                      <a:pt x="93" y="0"/>
                      <a:pt x="94" y="0"/>
                      <a:pt x="95" y="0"/>
                    </a:cubicBezTo>
                    <a:cubicBezTo>
                      <a:pt x="96" y="0"/>
                      <a:pt x="97" y="0"/>
                      <a:pt x="98" y="1"/>
                    </a:cubicBezTo>
                    <a:cubicBezTo>
                      <a:pt x="112" y="15"/>
                      <a:pt x="112" y="15"/>
                      <a:pt x="112" y="15"/>
                    </a:cubicBezTo>
                    <a:cubicBezTo>
                      <a:pt x="113" y="16"/>
                      <a:pt x="113" y="18"/>
                      <a:pt x="112" y="20"/>
                    </a:cubicBezTo>
                    <a:cubicBezTo>
                      <a:pt x="98" y="34"/>
                      <a:pt x="98" y="34"/>
                      <a:pt x="98" y="34"/>
                    </a:cubicBezTo>
                    <a:cubicBezTo>
                      <a:pt x="96" y="35"/>
                      <a:pt x="94" y="35"/>
                      <a:pt x="92" y="34"/>
                    </a:cubicBezTo>
                    <a:cubicBezTo>
                      <a:pt x="92" y="33"/>
                      <a:pt x="91" y="32"/>
                      <a:pt x="91" y="31"/>
                    </a:cubicBezTo>
                    <a:cubicBezTo>
                      <a:pt x="91" y="30"/>
                      <a:pt x="92" y="30"/>
                      <a:pt x="92" y="29"/>
                    </a:cubicBezTo>
                    <a:cubicBezTo>
                      <a:pt x="100" y="21"/>
                      <a:pt x="100" y="21"/>
                      <a:pt x="100" y="21"/>
                    </a:cubicBezTo>
                    <a:cubicBezTo>
                      <a:pt x="98" y="21"/>
                      <a:pt x="98" y="21"/>
                      <a:pt x="98" y="21"/>
                    </a:cubicBezTo>
                    <a:cubicBezTo>
                      <a:pt x="48" y="22"/>
                      <a:pt x="8" y="63"/>
                      <a:pt x="8" y="113"/>
                    </a:cubicBezTo>
                    <a:cubicBezTo>
                      <a:pt x="8" y="115"/>
                      <a:pt x="6" y="116"/>
                      <a:pt x="4" y="116"/>
                    </a:cubicBezTo>
                    <a:cubicBezTo>
                      <a:pt x="2" y="116"/>
                      <a:pt x="0" y="115"/>
                      <a:pt x="0" y="113"/>
                    </a:cubicBezTo>
                    <a:close/>
                  </a:path>
                </a:pathLst>
              </a:custGeom>
              <a:solidFill>
                <a:srgbClr val="43515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Freeform 298">
                <a:extLst>
                  <a:ext uri="{FF2B5EF4-FFF2-40B4-BE49-F238E27FC236}">
                    <a16:creationId xmlns:a16="http://schemas.microsoft.com/office/drawing/2014/main" id="{A310DE94-20F5-E093-A24C-0A9B73E0A3EA}"/>
                  </a:ext>
                </a:extLst>
              </p:cNvPr>
              <p:cNvSpPr>
                <a:spLocks noEditPoints="1"/>
              </p:cNvSpPr>
              <p:nvPr/>
            </p:nvSpPr>
            <p:spPr bwMode="auto">
              <a:xfrm>
                <a:off x="7138690" y="5391758"/>
                <a:ext cx="255790" cy="269636"/>
              </a:xfrm>
              <a:custGeom>
                <a:avLst/>
                <a:gdLst>
                  <a:gd name="T0" fmla="*/ 102 w 203"/>
                  <a:gd name="T1" fmla="*/ 49 h 214"/>
                  <a:gd name="T2" fmla="*/ 124 w 203"/>
                  <a:gd name="T3" fmla="*/ 33 h 214"/>
                  <a:gd name="T4" fmla="*/ 186 w 203"/>
                  <a:gd name="T5" fmla="*/ 113 h 214"/>
                  <a:gd name="T6" fmla="*/ 190 w 203"/>
                  <a:gd name="T7" fmla="*/ 117 h 214"/>
                  <a:gd name="T8" fmla="*/ 195 w 203"/>
                  <a:gd name="T9" fmla="*/ 113 h 214"/>
                  <a:gd name="T10" fmla="*/ 126 w 203"/>
                  <a:gd name="T11" fmla="*/ 23 h 214"/>
                  <a:gd name="T12" fmla="*/ 100 w 203"/>
                  <a:gd name="T13" fmla="*/ 1 h 214"/>
                  <a:gd name="T14" fmla="*/ 78 w 203"/>
                  <a:gd name="T15" fmla="*/ 26 h 214"/>
                  <a:gd name="T16" fmla="*/ 102 w 203"/>
                  <a:gd name="T17" fmla="*/ 49 h 214"/>
                  <a:gd name="T18" fmla="*/ 102 w 203"/>
                  <a:gd name="T19" fmla="*/ 10 h 214"/>
                  <a:gd name="T20" fmla="*/ 116 w 203"/>
                  <a:gd name="T21" fmla="*/ 25 h 214"/>
                  <a:gd name="T22" fmla="*/ 102 w 203"/>
                  <a:gd name="T23" fmla="*/ 39 h 214"/>
                  <a:gd name="T24" fmla="*/ 87 w 203"/>
                  <a:gd name="T25" fmla="*/ 25 h 214"/>
                  <a:gd name="T26" fmla="*/ 102 w 203"/>
                  <a:gd name="T27" fmla="*/ 10 h 214"/>
                  <a:gd name="T28" fmla="*/ 33 w 203"/>
                  <a:gd name="T29" fmla="*/ 134 h 214"/>
                  <a:gd name="T30" fmla="*/ 23 w 203"/>
                  <a:gd name="T31" fmla="*/ 134 h 214"/>
                  <a:gd name="T32" fmla="*/ 62 w 203"/>
                  <a:gd name="T33" fmla="*/ 40 h 214"/>
                  <a:gd name="T34" fmla="*/ 64 w 203"/>
                  <a:gd name="T35" fmla="*/ 34 h 214"/>
                  <a:gd name="T36" fmla="*/ 57 w 203"/>
                  <a:gd name="T37" fmla="*/ 32 h 214"/>
                  <a:gd name="T38" fmla="*/ 14 w 203"/>
                  <a:gd name="T39" fmla="*/ 138 h 214"/>
                  <a:gd name="T40" fmla="*/ 7 w 203"/>
                  <a:gd name="T41" fmla="*/ 171 h 214"/>
                  <a:gd name="T42" fmla="*/ 21 w 203"/>
                  <a:gd name="T43" fmla="*/ 180 h 214"/>
                  <a:gd name="T44" fmla="*/ 27 w 203"/>
                  <a:gd name="T45" fmla="*/ 181 h 214"/>
                  <a:gd name="T46" fmla="*/ 51 w 203"/>
                  <a:gd name="T47" fmla="*/ 157 h 214"/>
                  <a:gd name="T48" fmla="*/ 33 w 203"/>
                  <a:gd name="T49" fmla="*/ 134 h 214"/>
                  <a:gd name="T50" fmla="*/ 41 w 203"/>
                  <a:gd name="T51" fmla="*/ 161 h 214"/>
                  <a:gd name="T52" fmla="*/ 23 w 203"/>
                  <a:gd name="T53" fmla="*/ 172 h 214"/>
                  <a:gd name="T54" fmla="*/ 13 w 203"/>
                  <a:gd name="T55" fmla="*/ 154 h 214"/>
                  <a:gd name="T56" fmla="*/ 20 w 203"/>
                  <a:gd name="T57" fmla="*/ 145 h 214"/>
                  <a:gd name="T58" fmla="*/ 20 w 203"/>
                  <a:gd name="T59" fmla="*/ 145 h 214"/>
                  <a:gd name="T60" fmla="*/ 40 w 203"/>
                  <a:gd name="T61" fmla="*/ 150 h 214"/>
                  <a:gd name="T62" fmla="*/ 41 w 203"/>
                  <a:gd name="T63" fmla="*/ 161 h 214"/>
                  <a:gd name="T64" fmla="*/ 202 w 203"/>
                  <a:gd name="T65" fmla="*/ 150 h 214"/>
                  <a:gd name="T66" fmla="*/ 173 w 203"/>
                  <a:gd name="T67" fmla="*/ 133 h 214"/>
                  <a:gd name="T68" fmla="*/ 156 w 203"/>
                  <a:gd name="T69" fmla="*/ 162 h 214"/>
                  <a:gd name="T70" fmla="*/ 161 w 203"/>
                  <a:gd name="T71" fmla="*/ 171 h 214"/>
                  <a:gd name="T72" fmla="*/ 58 w 203"/>
                  <a:gd name="T73" fmla="*/ 183 h 214"/>
                  <a:gd name="T74" fmla="*/ 52 w 203"/>
                  <a:gd name="T75" fmla="*/ 184 h 214"/>
                  <a:gd name="T76" fmla="*/ 53 w 203"/>
                  <a:gd name="T77" fmla="*/ 191 h 214"/>
                  <a:gd name="T78" fmla="*/ 169 w 203"/>
                  <a:gd name="T79" fmla="*/ 177 h 214"/>
                  <a:gd name="T80" fmla="*/ 179 w 203"/>
                  <a:gd name="T81" fmla="*/ 180 h 214"/>
                  <a:gd name="T82" fmla="*/ 203 w 203"/>
                  <a:gd name="T83" fmla="*/ 156 h 214"/>
                  <a:gd name="T84" fmla="*/ 202 w 203"/>
                  <a:gd name="T85" fmla="*/ 150 h 214"/>
                  <a:gd name="T86" fmla="*/ 192 w 203"/>
                  <a:gd name="T87" fmla="*/ 163 h 214"/>
                  <a:gd name="T88" fmla="*/ 172 w 203"/>
                  <a:gd name="T89" fmla="*/ 168 h 214"/>
                  <a:gd name="T90" fmla="*/ 167 w 203"/>
                  <a:gd name="T91" fmla="*/ 149 h 214"/>
                  <a:gd name="T92" fmla="*/ 187 w 203"/>
                  <a:gd name="T93" fmla="*/ 143 h 214"/>
                  <a:gd name="T94" fmla="*/ 193 w 203"/>
                  <a:gd name="T95" fmla="*/ 152 h 214"/>
                  <a:gd name="T96" fmla="*/ 192 w 203"/>
                  <a:gd name="T97" fmla="*/ 16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3" h="214">
                    <a:moveTo>
                      <a:pt x="102" y="49"/>
                    </a:moveTo>
                    <a:cubicBezTo>
                      <a:pt x="112" y="49"/>
                      <a:pt x="121" y="42"/>
                      <a:pt x="124" y="33"/>
                    </a:cubicBezTo>
                    <a:cubicBezTo>
                      <a:pt x="160" y="42"/>
                      <a:pt x="186" y="75"/>
                      <a:pt x="186" y="113"/>
                    </a:cubicBezTo>
                    <a:cubicBezTo>
                      <a:pt x="186" y="115"/>
                      <a:pt x="188" y="117"/>
                      <a:pt x="190" y="117"/>
                    </a:cubicBezTo>
                    <a:cubicBezTo>
                      <a:pt x="193" y="117"/>
                      <a:pt x="195" y="115"/>
                      <a:pt x="195" y="113"/>
                    </a:cubicBezTo>
                    <a:cubicBezTo>
                      <a:pt x="195" y="71"/>
                      <a:pt x="166" y="34"/>
                      <a:pt x="126" y="23"/>
                    </a:cubicBezTo>
                    <a:cubicBezTo>
                      <a:pt x="125" y="10"/>
                      <a:pt x="114" y="0"/>
                      <a:pt x="100" y="1"/>
                    </a:cubicBezTo>
                    <a:cubicBezTo>
                      <a:pt x="87" y="2"/>
                      <a:pt x="77" y="13"/>
                      <a:pt x="78" y="26"/>
                    </a:cubicBezTo>
                    <a:cubicBezTo>
                      <a:pt x="79" y="39"/>
                      <a:pt x="89" y="49"/>
                      <a:pt x="102" y="49"/>
                    </a:cubicBezTo>
                    <a:close/>
                    <a:moveTo>
                      <a:pt x="102" y="10"/>
                    </a:moveTo>
                    <a:cubicBezTo>
                      <a:pt x="110" y="10"/>
                      <a:pt x="116" y="17"/>
                      <a:pt x="116" y="25"/>
                    </a:cubicBezTo>
                    <a:cubicBezTo>
                      <a:pt x="116" y="33"/>
                      <a:pt x="110" y="39"/>
                      <a:pt x="102" y="39"/>
                    </a:cubicBezTo>
                    <a:cubicBezTo>
                      <a:pt x="94" y="39"/>
                      <a:pt x="87" y="33"/>
                      <a:pt x="87" y="25"/>
                    </a:cubicBezTo>
                    <a:cubicBezTo>
                      <a:pt x="87" y="17"/>
                      <a:pt x="94" y="10"/>
                      <a:pt x="102" y="10"/>
                    </a:cubicBezTo>
                    <a:close/>
                    <a:moveTo>
                      <a:pt x="33" y="134"/>
                    </a:moveTo>
                    <a:cubicBezTo>
                      <a:pt x="30" y="133"/>
                      <a:pt x="26" y="133"/>
                      <a:pt x="23" y="134"/>
                    </a:cubicBezTo>
                    <a:cubicBezTo>
                      <a:pt x="13" y="97"/>
                      <a:pt x="29" y="59"/>
                      <a:pt x="62" y="40"/>
                    </a:cubicBezTo>
                    <a:cubicBezTo>
                      <a:pt x="64" y="39"/>
                      <a:pt x="65" y="36"/>
                      <a:pt x="64" y="34"/>
                    </a:cubicBezTo>
                    <a:cubicBezTo>
                      <a:pt x="63" y="32"/>
                      <a:pt x="60" y="31"/>
                      <a:pt x="57" y="32"/>
                    </a:cubicBezTo>
                    <a:cubicBezTo>
                      <a:pt x="20" y="53"/>
                      <a:pt x="2" y="97"/>
                      <a:pt x="14" y="138"/>
                    </a:cubicBezTo>
                    <a:cubicBezTo>
                      <a:pt x="3" y="145"/>
                      <a:pt x="0" y="160"/>
                      <a:pt x="7" y="171"/>
                    </a:cubicBezTo>
                    <a:cubicBezTo>
                      <a:pt x="10" y="175"/>
                      <a:pt x="15" y="179"/>
                      <a:pt x="21" y="180"/>
                    </a:cubicBezTo>
                    <a:cubicBezTo>
                      <a:pt x="23" y="181"/>
                      <a:pt x="25" y="181"/>
                      <a:pt x="27" y="181"/>
                    </a:cubicBezTo>
                    <a:cubicBezTo>
                      <a:pt x="40" y="181"/>
                      <a:pt x="51" y="171"/>
                      <a:pt x="51" y="157"/>
                    </a:cubicBezTo>
                    <a:cubicBezTo>
                      <a:pt x="51" y="147"/>
                      <a:pt x="44" y="137"/>
                      <a:pt x="33" y="134"/>
                    </a:cubicBezTo>
                    <a:close/>
                    <a:moveTo>
                      <a:pt x="41" y="161"/>
                    </a:moveTo>
                    <a:cubicBezTo>
                      <a:pt x="39" y="169"/>
                      <a:pt x="31" y="174"/>
                      <a:pt x="23" y="172"/>
                    </a:cubicBezTo>
                    <a:cubicBezTo>
                      <a:pt x="16" y="169"/>
                      <a:pt x="11" y="162"/>
                      <a:pt x="13" y="154"/>
                    </a:cubicBezTo>
                    <a:cubicBezTo>
                      <a:pt x="14" y="150"/>
                      <a:pt x="16" y="147"/>
                      <a:pt x="20" y="145"/>
                    </a:cubicBezTo>
                    <a:cubicBezTo>
                      <a:pt x="20" y="145"/>
                      <a:pt x="20" y="145"/>
                      <a:pt x="20" y="145"/>
                    </a:cubicBezTo>
                    <a:cubicBezTo>
                      <a:pt x="27" y="141"/>
                      <a:pt x="36" y="143"/>
                      <a:pt x="40" y="150"/>
                    </a:cubicBezTo>
                    <a:cubicBezTo>
                      <a:pt x="41" y="154"/>
                      <a:pt x="42" y="157"/>
                      <a:pt x="41" y="161"/>
                    </a:cubicBezTo>
                    <a:close/>
                    <a:moveTo>
                      <a:pt x="202" y="150"/>
                    </a:moveTo>
                    <a:cubicBezTo>
                      <a:pt x="199" y="137"/>
                      <a:pt x="186" y="129"/>
                      <a:pt x="173" y="133"/>
                    </a:cubicBezTo>
                    <a:cubicBezTo>
                      <a:pt x="160" y="136"/>
                      <a:pt x="153" y="149"/>
                      <a:pt x="156" y="162"/>
                    </a:cubicBezTo>
                    <a:cubicBezTo>
                      <a:pt x="157" y="166"/>
                      <a:pt x="159" y="169"/>
                      <a:pt x="161" y="171"/>
                    </a:cubicBezTo>
                    <a:cubicBezTo>
                      <a:pt x="134" y="199"/>
                      <a:pt x="91" y="203"/>
                      <a:pt x="58" y="183"/>
                    </a:cubicBezTo>
                    <a:cubicBezTo>
                      <a:pt x="56" y="181"/>
                      <a:pt x="53" y="182"/>
                      <a:pt x="52" y="184"/>
                    </a:cubicBezTo>
                    <a:cubicBezTo>
                      <a:pt x="51" y="186"/>
                      <a:pt x="51" y="189"/>
                      <a:pt x="53" y="191"/>
                    </a:cubicBezTo>
                    <a:cubicBezTo>
                      <a:pt x="90" y="214"/>
                      <a:pt x="138" y="208"/>
                      <a:pt x="169" y="177"/>
                    </a:cubicBezTo>
                    <a:cubicBezTo>
                      <a:pt x="172" y="179"/>
                      <a:pt x="176" y="180"/>
                      <a:pt x="179" y="180"/>
                    </a:cubicBezTo>
                    <a:cubicBezTo>
                      <a:pt x="192" y="180"/>
                      <a:pt x="203" y="169"/>
                      <a:pt x="203" y="156"/>
                    </a:cubicBezTo>
                    <a:cubicBezTo>
                      <a:pt x="203" y="154"/>
                      <a:pt x="203" y="152"/>
                      <a:pt x="202" y="150"/>
                    </a:cubicBezTo>
                    <a:close/>
                    <a:moveTo>
                      <a:pt x="192" y="163"/>
                    </a:moveTo>
                    <a:cubicBezTo>
                      <a:pt x="188" y="170"/>
                      <a:pt x="179" y="172"/>
                      <a:pt x="172" y="168"/>
                    </a:cubicBezTo>
                    <a:cubicBezTo>
                      <a:pt x="165" y="164"/>
                      <a:pt x="163" y="156"/>
                      <a:pt x="167" y="149"/>
                    </a:cubicBezTo>
                    <a:cubicBezTo>
                      <a:pt x="171" y="142"/>
                      <a:pt x="180" y="139"/>
                      <a:pt x="187" y="143"/>
                    </a:cubicBezTo>
                    <a:cubicBezTo>
                      <a:pt x="190" y="145"/>
                      <a:pt x="192" y="148"/>
                      <a:pt x="193" y="152"/>
                    </a:cubicBezTo>
                    <a:cubicBezTo>
                      <a:pt x="194" y="156"/>
                      <a:pt x="194" y="160"/>
                      <a:pt x="192" y="163"/>
                    </a:cubicBezTo>
                    <a:close/>
                  </a:path>
                </a:pathLst>
              </a:custGeom>
              <a:solidFill>
                <a:srgbClr val="43515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Freeform 5">
                <a:extLst>
                  <a:ext uri="{FF2B5EF4-FFF2-40B4-BE49-F238E27FC236}">
                    <a16:creationId xmlns:a16="http://schemas.microsoft.com/office/drawing/2014/main" id="{2248A31C-6122-6AE3-3091-559ABC5E60F6}"/>
                  </a:ext>
                </a:extLst>
              </p:cNvPr>
              <p:cNvSpPr>
                <a:spLocks noEditPoints="1"/>
              </p:cNvSpPr>
              <p:nvPr/>
            </p:nvSpPr>
            <p:spPr bwMode="auto">
              <a:xfrm>
                <a:off x="7177797" y="5813431"/>
                <a:ext cx="177576" cy="313655"/>
              </a:xfrm>
              <a:custGeom>
                <a:avLst/>
                <a:gdLst>
                  <a:gd name="T0" fmla="*/ 154 w 1153"/>
                  <a:gd name="T1" fmla="*/ 82 h 2048"/>
                  <a:gd name="T2" fmla="*/ 27 w 1153"/>
                  <a:gd name="T3" fmla="*/ 327 h 2048"/>
                  <a:gd name="T4" fmla="*/ 190 w 1153"/>
                  <a:gd name="T5" fmla="*/ 130 h 2048"/>
                  <a:gd name="T6" fmla="*/ 752 w 1153"/>
                  <a:gd name="T7" fmla="*/ 412 h 2048"/>
                  <a:gd name="T8" fmla="*/ 778 w 1153"/>
                  <a:gd name="T9" fmla="*/ 476 h 2048"/>
                  <a:gd name="T10" fmla="*/ 810 w 1153"/>
                  <a:gd name="T11" fmla="*/ 449 h 2048"/>
                  <a:gd name="T12" fmla="*/ 400 w 1153"/>
                  <a:gd name="T13" fmla="*/ 0 h 2048"/>
                  <a:gd name="T14" fmla="*/ 1018 w 1153"/>
                  <a:gd name="T15" fmla="*/ 839 h 2048"/>
                  <a:gd name="T16" fmla="*/ 820 w 1153"/>
                  <a:gd name="T17" fmla="*/ 772 h 2048"/>
                  <a:gd name="T18" fmla="*/ 620 w 1153"/>
                  <a:gd name="T19" fmla="*/ 772 h 2048"/>
                  <a:gd name="T20" fmla="*/ 726 w 1153"/>
                  <a:gd name="T21" fmla="*/ 663 h 2048"/>
                  <a:gd name="T22" fmla="*/ 679 w 1153"/>
                  <a:gd name="T23" fmla="*/ 626 h 2048"/>
                  <a:gd name="T24" fmla="*/ 548 w 1153"/>
                  <a:gd name="T25" fmla="*/ 650 h 2048"/>
                  <a:gd name="T26" fmla="*/ 400 w 1153"/>
                  <a:gd name="T27" fmla="*/ 131 h 2048"/>
                  <a:gd name="T28" fmla="*/ 288 w 1153"/>
                  <a:gd name="T29" fmla="*/ 669 h 2048"/>
                  <a:gd name="T30" fmla="*/ 62 w 1153"/>
                  <a:gd name="T31" fmla="*/ 509 h 2048"/>
                  <a:gd name="T32" fmla="*/ 4 w 1153"/>
                  <a:gd name="T33" fmla="*/ 526 h 2048"/>
                  <a:gd name="T34" fmla="*/ 288 w 1153"/>
                  <a:gd name="T35" fmla="*/ 808 h 2048"/>
                  <a:gd name="T36" fmla="*/ 285 w 1153"/>
                  <a:gd name="T37" fmla="*/ 989 h 2048"/>
                  <a:gd name="T38" fmla="*/ 115 w 1153"/>
                  <a:gd name="T39" fmla="*/ 1164 h 2048"/>
                  <a:gd name="T40" fmla="*/ 132 w 1153"/>
                  <a:gd name="T41" fmla="*/ 1184 h 2048"/>
                  <a:gd name="T42" fmla="*/ 496 w 1153"/>
                  <a:gd name="T43" fmla="*/ 1719 h 2048"/>
                  <a:gd name="T44" fmla="*/ 482 w 1153"/>
                  <a:gd name="T45" fmla="*/ 2038 h 2048"/>
                  <a:gd name="T46" fmla="*/ 936 w 1153"/>
                  <a:gd name="T47" fmla="*/ 2048 h 2048"/>
                  <a:gd name="T48" fmla="*/ 966 w 1153"/>
                  <a:gd name="T49" fmla="*/ 2016 h 2048"/>
                  <a:gd name="T50" fmla="*/ 1153 w 1153"/>
                  <a:gd name="T51" fmla="*/ 1367 h 2048"/>
                  <a:gd name="T52" fmla="*/ 1024 w 1153"/>
                  <a:gd name="T53" fmla="*/ 839 h 2048"/>
                  <a:gd name="T54" fmla="*/ 400 w 1153"/>
                  <a:gd name="T55" fmla="*/ 191 h 2048"/>
                  <a:gd name="T56" fmla="*/ 548 w 1153"/>
                  <a:gd name="T57" fmla="*/ 575 h 2048"/>
                  <a:gd name="T58" fmla="*/ 524 w 1153"/>
                  <a:gd name="T59" fmla="*/ 488 h 2048"/>
                  <a:gd name="T60" fmla="*/ 400 w 1153"/>
                  <a:gd name="T61" fmla="*/ 266 h 2048"/>
                  <a:gd name="T62" fmla="*/ 297 w 1153"/>
                  <a:gd name="T63" fmla="*/ 514 h 2048"/>
                  <a:gd name="T64" fmla="*/ 288 w 1153"/>
                  <a:gd name="T65" fmla="*/ 602 h 2048"/>
                  <a:gd name="T66" fmla="*/ 486 w 1153"/>
                  <a:gd name="T67" fmla="*/ 412 h 2048"/>
                  <a:gd name="T68" fmla="*/ 431 w 1153"/>
                  <a:gd name="T69" fmla="*/ 432 h 2048"/>
                  <a:gd name="T70" fmla="*/ 314 w 1153"/>
                  <a:gd name="T71" fmla="*/ 412 h 2048"/>
                  <a:gd name="T72" fmla="*/ 486 w 1153"/>
                  <a:gd name="T73" fmla="*/ 412 h 2048"/>
                  <a:gd name="T74" fmla="*/ 1093 w 1153"/>
                  <a:gd name="T75" fmla="*/ 1367 h 2048"/>
                  <a:gd name="T76" fmla="*/ 883 w 1153"/>
                  <a:gd name="T77" fmla="*/ 1704 h 2048"/>
                  <a:gd name="T78" fmla="*/ 536 w 1153"/>
                  <a:gd name="T79" fmla="*/ 1988 h 2048"/>
                  <a:gd name="T80" fmla="*/ 542 w 1153"/>
                  <a:gd name="T81" fmla="*/ 1675 h 2048"/>
                  <a:gd name="T82" fmla="*/ 179 w 1153"/>
                  <a:gd name="T83" fmla="*/ 1147 h 2048"/>
                  <a:gd name="T84" fmla="*/ 177 w 1153"/>
                  <a:gd name="T85" fmla="*/ 1052 h 2048"/>
                  <a:gd name="T86" fmla="*/ 291 w 1153"/>
                  <a:gd name="T87" fmla="*/ 1080 h 2048"/>
                  <a:gd name="T88" fmla="*/ 348 w 1153"/>
                  <a:gd name="T89" fmla="*/ 1066 h 2048"/>
                  <a:gd name="T90" fmla="*/ 371 w 1153"/>
                  <a:gd name="T91" fmla="*/ 509 h 2048"/>
                  <a:gd name="T92" fmla="*/ 488 w 1153"/>
                  <a:gd name="T93" fmla="*/ 563 h 2048"/>
                  <a:gd name="T94" fmla="*/ 488 w 1153"/>
                  <a:gd name="T95" fmla="*/ 1057 h 2048"/>
                  <a:gd name="T96" fmla="*/ 548 w 1153"/>
                  <a:gd name="T97" fmla="*/ 1057 h 2048"/>
                  <a:gd name="T98" fmla="*/ 620 w 1153"/>
                  <a:gd name="T99" fmla="*/ 832 h 2048"/>
                  <a:gd name="T100" fmla="*/ 690 w 1153"/>
                  <a:gd name="T101" fmla="*/ 902 h 2048"/>
                  <a:gd name="T102" fmla="*/ 720 w 1153"/>
                  <a:gd name="T103" fmla="*/ 1088 h 2048"/>
                  <a:gd name="T104" fmla="*/ 750 w 1153"/>
                  <a:gd name="T105" fmla="*/ 903 h 2048"/>
                  <a:gd name="T106" fmla="*/ 820 w 1153"/>
                  <a:gd name="T107" fmla="*/ 832 h 2048"/>
                  <a:gd name="T108" fmla="*/ 890 w 1153"/>
                  <a:gd name="T109" fmla="*/ 1057 h 2048"/>
                  <a:gd name="T110" fmla="*/ 950 w 1153"/>
                  <a:gd name="T111" fmla="*/ 1057 h 2048"/>
                  <a:gd name="T112" fmla="*/ 1018 w 1153"/>
                  <a:gd name="T113" fmla="*/ 899 h 2048"/>
                  <a:gd name="T114" fmla="*/ 1093 w 1153"/>
                  <a:gd name="T115" fmla="*/ 966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53" h="2048">
                    <a:moveTo>
                      <a:pt x="400" y="0"/>
                    </a:moveTo>
                    <a:cubicBezTo>
                      <a:pt x="310" y="0"/>
                      <a:pt x="225" y="28"/>
                      <a:pt x="154" y="82"/>
                    </a:cubicBezTo>
                    <a:cubicBezTo>
                      <a:pt x="84" y="134"/>
                      <a:pt x="32" y="207"/>
                      <a:pt x="7" y="289"/>
                    </a:cubicBezTo>
                    <a:cubicBezTo>
                      <a:pt x="2" y="305"/>
                      <a:pt x="11" y="322"/>
                      <a:pt x="27" y="327"/>
                    </a:cubicBezTo>
                    <a:cubicBezTo>
                      <a:pt x="42" y="332"/>
                      <a:pt x="59" y="323"/>
                      <a:pt x="64" y="307"/>
                    </a:cubicBezTo>
                    <a:cubicBezTo>
                      <a:pt x="86" y="237"/>
                      <a:pt x="130" y="174"/>
                      <a:pt x="190" y="130"/>
                    </a:cubicBezTo>
                    <a:cubicBezTo>
                      <a:pt x="251" y="84"/>
                      <a:pt x="323" y="60"/>
                      <a:pt x="400" y="60"/>
                    </a:cubicBezTo>
                    <a:cubicBezTo>
                      <a:pt x="594" y="60"/>
                      <a:pt x="752" y="218"/>
                      <a:pt x="752" y="412"/>
                    </a:cubicBezTo>
                    <a:cubicBezTo>
                      <a:pt x="752" y="422"/>
                      <a:pt x="751" y="433"/>
                      <a:pt x="750" y="444"/>
                    </a:cubicBezTo>
                    <a:cubicBezTo>
                      <a:pt x="749" y="460"/>
                      <a:pt x="761" y="475"/>
                      <a:pt x="778" y="476"/>
                    </a:cubicBezTo>
                    <a:cubicBezTo>
                      <a:pt x="778" y="476"/>
                      <a:pt x="779" y="476"/>
                      <a:pt x="780" y="476"/>
                    </a:cubicBezTo>
                    <a:cubicBezTo>
                      <a:pt x="796" y="476"/>
                      <a:pt x="809" y="465"/>
                      <a:pt x="810" y="449"/>
                    </a:cubicBezTo>
                    <a:cubicBezTo>
                      <a:pt x="811" y="437"/>
                      <a:pt x="812" y="424"/>
                      <a:pt x="812" y="412"/>
                    </a:cubicBezTo>
                    <a:cubicBezTo>
                      <a:pt x="812" y="185"/>
                      <a:pt x="627" y="0"/>
                      <a:pt x="400" y="0"/>
                    </a:cubicBezTo>
                    <a:close/>
                    <a:moveTo>
                      <a:pt x="1024" y="839"/>
                    </a:moveTo>
                    <a:cubicBezTo>
                      <a:pt x="1018" y="839"/>
                      <a:pt x="1018" y="839"/>
                      <a:pt x="1018" y="839"/>
                    </a:cubicBezTo>
                    <a:cubicBezTo>
                      <a:pt x="990" y="839"/>
                      <a:pt x="965" y="848"/>
                      <a:pt x="944" y="862"/>
                    </a:cubicBezTo>
                    <a:cubicBezTo>
                      <a:pt x="927" y="809"/>
                      <a:pt x="877" y="772"/>
                      <a:pt x="820" y="772"/>
                    </a:cubicBezTo>
                    <a:cubicBezTo>
                      <a:pt x="780" y="772"/>
                      <a:pt x="744" y="790"/>
                      <a:pt x="720" y="819"/>
                    </a:cubicBezTo>
                    <a:cubicBezTo>
                      <a:pt x="696" y="790"/>
                      <a:pt x="661" y="772"/>
                      <a:pt x="620" y="772"/>
                    </a:cubicBezTo>
                    <a:cubicBezTo>
                      <a:pt x="612" y="772"/>
                      <a:pt x="604" y="773"/>
                      <a:pt x="595" y="775"/>
                    </a:cubicBezTo>
                    <a:cubicBezTo>
                      <a:pt x="646" y="748"/>
                      <a:pt x="690" y="710"/>
                      <a:pt x="726" y="663"/>
                    </a:cubicBezTo>
                    <a:cubicBezTo>
                      <a:pt x="736" y="650"/>
                      <a:pt x="734" y="631"/>
                      <a:pt x="721" y="621"/>
                    </a:cubicBezTo>
                    <a:cubicBezTo>
                      <a:pt x="708" y="611"/>
                      <a:pt x="689" y="613"/>
                      <a:pt x="679" y="626"/>
                    </a:cubicBezTo>
                    <a:cubicBezTo>
                      <a:pt x="643" y="672"/>
                      <a:pt x="598" y="708"/>
                      <a:pt x="548" y="731"/>
                    </a:cubicBezTo>
                    <a:cubicBezTo>
                      <a:pt x="548" y="650"/>
                      <a:pt x="548" y="650"/>
                      <a:pt x="548" y="650"/>
                    </a:cubicBezTo>
                    <a:cubicBezTo>
                      <a:pt x="627" y="601"/>
                      <a:pt x="681" y="512"/>
                      <a:pt x="681" y="412"/>
                    </a:cubicBezTo>
                    <a:cubicBezTo>
                      <a:pt x="681" y="257"/>
                      <a:pt x="555" y="131"/>
                      <a:pt x="400" y="131"/>
                    </a:cubicBezTo>
                    <a:cubicBezTo>
                      <a:pt x="245" y="131"/>
                      <a:pt x="119" y="257"/>
                      <a:pt x="119" y="412"/>
                    </a:cubicBezTo>
                    <a:cubicBezTo>
                      <a:pt x="119" y="527"/>
                      <a:pt x="189" y="626"/>
                      <a:pt x="288" y="669"/>
                    </a:cubicBezTo>
                    <a:cubicBezTo>
                      <a:pt x="288" y="745"/>
                      <a:pt x="288" y="745"/>
                      <a:pt x="288" y="745"/>
                    </a:cubicBezTo>
                    <a:cubicBezTo>
                      <a:pt x="181" y="709"/>
                      <a:pt x="94" y="622"/>
                      <a:pt x="62" y="509"/>
                    </a:cubicBezTo>
                    <a:cubicBezTo>
                      <a:pt x="57" y="493"/>
                      <a:pt x="41" y="484"/>
                      <a:pt x="25" y="489"/>
                    </a:cubicBezTo>
                    <a:cubicBezTo>
                      <a:pt x="9" y="493"/>
                      <a:pt x="0" y="510"/>
                      <a:pt x="4" y="526"/>
                    </a:cubicBezTo>
                    <a:cubicBezTo>
                      <a:pt x="29" y="610"/>
                      <a:pt x="80" y="686"/>
                      <a:pt x="150" y="739"/>
                    </a:cubicBezTo>
                    <a:cubicBezTo>
                      <a:pt x="192" y="771"/>
                      <a:pt x="238" y="794"/>
                      <a:pt x="288" y="808"/>
                    </a:cubicBezTo>
                    <a:cubicBezTo>
                      <a:pt x="288" y="991"/>
                      <a:pt x="288" y="991"/>
                      <a:pt x="288" y="991"/>
                    </a:cubicBezTo>
                    <a:cubicBezTo>
                      <a:pt x="287" y="990"/>
                      <a:pt x="286" y="990"/>
                      <a:pt x="285" y="989"/>
                    </a:cubicBezTo>
                    <a:cubicBezTo>
                      <a:pt x="236" y="960"/>
                      <a:pt x="175" y="968"/>
                      <a:pt x="134" y="1009"/>
                    </a:cubicBezTo>
                    <a:cubicBezTo>
                      <a:pt x="93" y="1051"/>
                      <a:pt x="85" y="1113"/>
                      <a:pt x="115" y="1164"/>
                    </a:cubicBezTo>
                    <a:cubicBezTo>
                      <a:pt x="116" y="1165"/>
                      <a:pt x="117" y="1166"/>
                      <a:pt x="118" y="1167"/>
                    </a:cubicBezTo>
                    <a:cubicBezTo>
                      <a:pt x="132" y="1184"/>
                      <a:pt x="132" y="1184"/>
                      <a:pt x="132" y="1184"/>
                    </a:cubicBezTo>
                    <a:cubicBezTo>
                      <a:pt x="206" y="1276"/>
                      <a:pt x="267" y="1385"/>
                      <a:pt x="313" y="1506"/>
                    </a:cubicBezTo>
                    <a:cubicBezTo>
                      <a:pt x="347" y="1595"/>
                      <a:pt x="411" y="1670"/>
                      <a:pt x="496" y="1719"/>
                    </a:cubicBezTo>
                    <a:cubicBezTo>
                      <a:pt x="474" y="2016"/>
                      <a:pt x="474" y="2016"/>
                      <a:pt x="474" y="2016"/>
                    </a:cubicBezTo>
                    <a:cubicBezTo>
                      <a:pt x="473" y="2024"/>
                      <a:pt x="476" y="2032"/>
                      <a:pt x="482" y="2038"/>
                    </a:cubicBezTo>
                    <a:cubicBezTo>
                      <a:pt x="488" y="2045"/>
                      <a:pt x="496" y="2048"/>
                      <a:pt x="504" y="2048"/>
                    </a:cubicBezTo>
                    <a:cubicBezTo>
                      <a:pt x="936" y="2048"/>
                      <a:pt x="936" y="2048"/>
                      <a:pt x="936" y="2048"/>
                    </a:cubicBezTo>
                    <a:cubicBezTo>
                      <a:pt x="945" y="2048"/>
                      <a:pt x="953" y="2045"/>
                      <a:pt x="959" y="2038"/>
                    </a:cubicBezTo>
                    <a:cubicBezTo>
                      <a:pt x="964" y="2032"/>
                      <a:pt x="967" y="2024"/>
                      <a:pt x="966" y="2016"/>
                    </a:cubicBezTo>
                    <a:cubicBezTo>
                      <a:pt x="944" y="1719"/>
                      <a:pt x="944" y="1719"/>
                      <a:pt x="944" y="1719"/>
                    </a:cubicBezTo>
                    <a:cubicBezTo>
                      <a:pt x="1073" y="1644"/>
                      <a:pt x="1153" y="1511"/>
                      <a:pt x="1153" y="1367"/>
                    </a:cubicBezTo>
                    <a:cubicBezTo>
                      <a:pt x="1153" y="966"/>
                      <a:pt x="1153" y="966"/>
                      <a:pt x="1153" y="966"/>
                    </a:cubicBezTo>
                    <a:cubicBezTo>
                      <a:pt x="1153" y="896"/>
                      <a:pt x="1095" y="839"/>
                      <a:pt x="1024" y="839"/>
                    </a:cubicBezTo>
                    <a:close/>
                    <a:moveTo>
                      <a:pt x="179" y="412"/>
                    </a:moveTo>
                    <a:cubicBezTo>
                      <a:pt x="179" y="290"/>
                      <a:pt x="278" y="191"/>
                      <a:pt x="400" y="191"/>
                    </a:cubicBezTo>
                    <a:cubicBezTo>
                      <a:pt x="522" y="191"/>
                      <a:pt x="621" y="290"/>
                      <a:pt x="621" y="412"/>
                    </a:cubicBezTo>
                    <a:cubicBezTo>
                      <a:pt x="621" y="477"/>
                      <a:pt x="592" y="535"/>
                      <a:pt x="548" y="575"/>
                    </a:cubicBezTo>
                    <a:cubicBezTo>
                      <a:pt x="548" y="563"/>
                      <a:pt x="548" y="563"/>
                      <a:pt x="548" y="563"/>
                    </a:cubicBezTo>
                    <a:cubicBezTo>
                      <a:pt x="548" y="535"/>
                      <a:pt x="539" y="509"/>
                      <a:pt x="524" y="488"/>
                    </a:cubicBezTo>
                    <a:cubicBezTo>
                      <a:pt x="538" y="466"/>
                      <a:pt x="546" y="440"/>
                      <a:pt x="546" y="412"/>
                    </a:cubicBezTo>
                    <a:cubicBezTo>
                      <a:pt x="546" y="331"/>
                      <a:pt x="480" y="266"/>
                      <a:pt x="400" y="266"/>
                    </a:cubicBezTo>
                    <a:cubicBezTo>
                      <a:pt x="320" y="266"/>
                      <a:pt x="254" y="331"/>
                      <a:pt x="254" y="412"/>
                    </a:cubicBezTo>
                    <a:cubicBezTo>
                      <a:pt x="254" y="452"/>
                      <a:pt x="271" y="488"/>
                      <a:pt x="297" y="514"/>
                    </a:cubicBezTo>
                    <a:cubicBezTo>
                      <a:pt x="291" y="529"/>
                      <a:pt x="288" y="545"/>
                      <a:pt x="288" y="561"/>
                    </a:cubicBezTo>
                    <a:cubicBezTo>
                      <a:pt x="288" y="602"/>
                      <a:pt x="288" y="602"/>
                      <a:pt x="288" y="602"/>
                    </a:cubicBezTo>
                    <a:cubicBezTo>
                      <a:pt x="223" y="563"/>
                      <a:pt x="179" y="492"/>
                      <a:pt x="179" y="412"/>
                    </a:cubicBezTo>
                    <a:close/>
                    <a:moveTo>
                      <a:pt x="486" y="412"/>
                    </a:moveTo>
                    <a:cubicBezTo>
                      <a:pt x="486" y="424"/>
                      <a:pt x="483" y="436"/>
                      <a:pt x="478" y="446"/>
                    </a:cubicBezTo>
                    <a:cubicBezTo>
                      <a:pt x="464" y="438"/>
                      <a:pt x="448" y="433"/>
                      <a:pt x="431" y="432"/>
                    </a:cubicBezTo>
                    <a:cubicBezTo>
                      <a:pt x="395" y="428"/>
                      <a:pt x="359" y="440"/>
                      <a:pt x="332" y="464"/>
                    </a:cubicBezTo>
                    <a:cubicBezTo>
                      <a:pt x="321" y="449"/>
                      <a:pt x="314" y="431"/>
                      <a:pt x="314" y="412"/>
                    </a:cubicBezTo>
                    <a:cubicBezTo>
                      <a:pt x="314" y="365"/>
                      <a:pt x="353" y="326"/>
                      <a:pt x="400" y="326"/>
                    </a:cubicBezTo>
                    <a:cubicBezTo>
                      <a:pt x="447" y="326"/>
                      <a:pt x="486" y="365"/>
                      <a:pt x="486" y="412"/>
                    </a:cubicBezTo>
                    <a:close/>
                    <a:moveTo>
                      <a:pt x="1093" y="1367"/>
                    </a:moveTo>
                    <a:cubicBezTo>
                      <a:pt x="1093" y="1367"/>
                      <a:pt x="1093" y="1367"/>
                      <a:pt x="1093" y="1367"/>
                    </a:cubicBezTo>
                    <a:cubicBezTo>
                      <a:pt x="1093" y="1495"/>
                      <a:pt x="1019" y="1613"/>
                      <a:pt x="899" y="1675"/>
                    </a:cubicBezTo>
                    <a:cubicBezTo>
                      <a:pt x="888" y="1681"/>
                      <a:pt x="882" y="1692"/>
                      <a:pt x="883" y="1704"/>
                    </a:cubicBezTo>
                    <a:cubicBezTo>
                      <a:pt x="904" y="1988"/>
                      <a:pt x="904" y="1988"/>
                      <a:pt x="904" y="1988"/>
                    </a:cubicBezTo>
                    <a:cubicBezTo>
                      <a:pt x="536" y="1988"/>
                      <a:pt x="536" y="1988"/>
                      <a:pt x="536" y="1988"/>
                    </a:cubicBezTo>
                    <a:cubicBezTo>
                      <a:pt x="558" y="1704"/>
                      <a:pt x="558" y="1704"/>
                      <a:pt x="558" y="1704"/>
                    </a:cubicBezTo>
                    <a:cubicBezTo>
                      <a:pt x="559" y="1692"/>
                      <a:pt x="552" y="1681"/>
                      <a:pt x="542" y="1675"/>
                    </a:cubicBezTo>
                    <a:cubicBezTo>
                      <a:pt x="461" y="1633"/>
                      <a:pt x="400" y="1566"/>
                      <a:pt x="369" y="1485"/>
                    </a:cubicBezTo>
                    <a:cubicBezTo>
                      <a:pt x="321" y="1357"/>
                      <a:pt x="257" y="1244"/>
                      <a:pt x="179" y="1147"/>
                    </a:cubicBezTo>
                    <a:cubicBezTo>
                      <a:pt x="166" y="1131"/>
                      <a:pt x="166" y="1131"/>
                      <a:pt x="166" y="1131"/>
                    </a:cubicBezTo>
                    <a:cubicBezTo>
                      <a:pt x="148" y="1099"/>
                      <a:pt x="160" y="1068"/>
                      <a:pt x="177" y="1052"/>
                    </a:cubicBezTo>
                    <a:cubicBezTo>
                      <a:pt x="194" y="1034"/>
                      <a:pt x="223" y="1023"/>
                      <a:pt x="254" y="1041"/>
                    </a:cubicBezTo>
                    <a:cubicBezTo>
                      <a:pt x="270" y="1050"/>
                      <a:pt x="282" y="1063"/>
                      <a:pt x="291" y="1080"/>
                    </a:cubicBezTo>
                    <a:cubicBezTo>
                      <a:pt x="297" y="1092"/>
                      <a:pt x="311" y="1099"/>
                      <a:pt x="325" y="1095"/>
                    </a:cubicBezTo>
                    <a:cubicBezTo>
                      <a:pt x="338" y="1092"/>
                      <a:pt x="348" y="1080"/>
                      <a:pt x="348" y="1066"/>
                    </a:cubicBezTo>
                    <a:cubicBezTo>
                      <a:pt x="348" y="561"/>
                      <a:pt x="348" y="561"/>
                      <a:pt x="348" y="561"/>
                    </a:cubicBezTo>
                    <a:cubicBezTo>
                      <a:pt x="348" y="541"/>
                      <a:pt x="356" y="522"/>
                      <a:pt x="371" y="509"/>
                    </a:cubicBezTo>
                    <a:cubicBezTo>
                      <a:pt x="386" y="496"/>
                      <a:pt x="405" y="489"/>
                      <a:pt x="425" y="491"/>
                    </a:cubicBezTo>
                    <a:cubicBezTo>
                      <a:pt x="460" y="495"/>
                      <a:pt x="488" y="526"/>
                      <a:pt x="488" y="563"/>
                    </a:cubicBezTo>
                    <a:cubicBezTo>
                      <a:pt x="488" y="902"/>
                      <a:pt x="488" y="902"/>
                      <a:pt x="488" y="902"/>
                    </a:cubicBezTo>
                    <a:cubicBezTo>
                      <a:pt x="488" y="1057"/>
                      <a:pt x="488" y="1057"/>
                      <a:pt x="488" y="1057"/>
                    </a:cubicBezTo>
                    <a:cubicBezTo>
                      <a:pt x="488" y="1074"/>
                      <a:pt x="501" y="1088"/>
                      <a:pt x="518" y="1088"/>
                    </a:cubicBezTo>
                    <a:cubicBezTo>
                      <a:pt x="534" y="1088"/>
                      <a:pt x="548" y="1074"/>
                      <a:pt x="548" y="1057"/>
                    </a:cubicBezTo>
                    <a:cubicBezTo>
                      <a:pt x="548" y="902"/>
                      <a:pt x="548" y="902"/>
                      <a:pt x="548" y="902"/>
                    </a:cubicBezTo>
                    <a:cubicBezTo>
                      <a:pt x="548" y="864"/>
                      <a:pt x="581" y="832"/>
                      <a:pt x="620" y="832"/>
                    </a:cubicBezTo>
                    <a:cubicBezTo>
                      <a:pt x="659" y="832"/>
                      <a:pt x="690" y="863"/>
                      <a:pt x="690" y="902"/>
                    </a:cubicBezTo>
                    <a:cubicBezTo>
                      <a:pt x="690" y="902"/>
                      <a:pt x="690" y="902"/>
                      <a:pt x="690" y="902"/>
                    </a:cubicBezTo>
                    <a:cubicBezTo>
                      <a:pt x="690" y="1057"/>
                      <a:pt x="690" y="1057"/>
                      <a:pt x="690" y="1057"/>
                    </a:cubicBezTo>
                    <a:cubicBezTo>
                      <a:pt x="690" y="1074"/>
                      <a:pt x="704" y="1088"/>
                      <a:pt x="720" y="1088"/>
                    </a:cubicBezTo>
                    <a:cubicBezTo>
                      <a:pt x="737" y="1088"/>
                      <a:pt x="750" y="1074"/>
                      <a:pt x="750" y="1057"/>
                    </a:cubicBezTo>
                    <a:cubicBezTo>
                      <a:pt x="750" y="903"/>
                      <a:pt x="750" y="903"/>
                      <a:pt x="750" y="903"/>
                    </a:cubicBezTo>
                    <a:cubicBezTo>
                      <a:pt x="750" y="903"/>
                      <a:pt x="750" y="902"/>
                      <a:pt x="750" y="902"/>
                    </a:cubicBezTo>
                    <a:cubicBezTo>
                      <a:pt x="750" y="863"/>
                      <a:pt x="782" y="832"/>
                      <a:pt x="820" y="832"/>
                    </a:cubicBezTo>
                    <a:cubicBezTo>
                      <a:pt x="855" y="832"/>
                      <a:pt x="884" y="858"/>
                      <a:pt x="889" y="892"/>
                    </a:cubicBezTo>
                    <a:cubicBezTo>
                      <a:pt x="890" y="1057"/>
                      <a:pt x="890" y="1057"/>
                      <a:pt x="890" y="1057"/>
                    </a:cubicBezTo>
                    <a:cubicBezTo>
                      <a:pt x="890" y="1074"/>
                      <a:pt x="903" y="1088"/>
                      <a:pt x="920" y="1088"/>
                    </a:cubicBezTo>
                    <a:cubicBezTo>
                      <a:pt x="936" y="1088"/>
                      <a:pt x="950" y="1074"/>
                      <a:pt x="950" y="1057"/>
                    </a:cubicBezTo>
                    <a:cubicBezTo>
                      <a:pt x="950" y="958"/>
                      <a:pt x="950" y="958"/>
                      <a:pt x="950" y="958"/>
                    </a:cubicBezTo>
                    <a:cubicBezTo>
                      <a:pt x="953" y="925"/>
                      <a:pt x="983" y="899"/>
                      <a:pt x="1018" y="899"/>
                    </a:cubicBezTo>
                    <a:cubicBezTo>
                      <a:pt x="1024" y="899"/>
                      <a:pt x="1024" y="899"/>
                      <a:pt x="1024" y="899"/>
                    </a:cubicBezTo>
                    <a:cubicBezTo>
                      <a:pt x="1062" y="899"/>
                      <a:pt x="1093" y="929"/>
                      <a:pt x="1093" y="966"/>
                    </a:cubicBezTo>
                    <a:cubicBezTo>
                      <a:pt x="1093" y="1367"/>
                      <a:pt x="1093" y="1367"/>
                      <a:pt x="1093" y="1367"/>
                    </a:cubicBezTo>
                    <a:close/>
                  </a:path>
                </a:pathLst>
              </a:custGeom>
              <a:solidFill>
                <a:srgbClr val="43515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Freeform 13">
                <a:extLst>
                  <a:ext uri="{FF2B5EF4-FFF2-40B4-BE49-F238E27FC236}">
                    <a16:creationId xmlns:a16="http://schemas.microsoft.com/office/drawing/2014/main" id="{DAFEFB8F-4C1A-E773-57AC-78048C6C70E6}"/>
                  </a:ext>
                </a:extLst>
              </p:cNvPr>
              <p:cNvSpPr>
                <a:spLocks noEditPoints="1"/>
              </p:cNvSpPr>
              <p:nvPr/>
            </p:nvSpPr>
            <p:spPr bwMode="auto">
              <a:xfrm>
                <a:off x="7152257" y="6305350"/>
                <a:ext cx="228657" cy="252464"/>
              </a:xfrm>
              <a:custGeom>
                <a:avLst/>
                <a:gdLst>
                  <a:gd name="T0" fmla="*/ 835 w 1391"/>
                  <a:gd name="T1" fmla="*/ 1491 h 1536"/>
                  <a:gd name="T2" fmla="*/ 856 w 1391"/>
                  <a:gd name="T3" fmla="*/ 1105 h 1536"/>
                  <a:gd name="T4" fmla="*/ 761 w 1391"/>
                  <a:gd name="T5" fmla="*/ 733 h 1536"/>
                  <a:gd name="T6" fmla="*/ 617 w 1391"/>
                  <a:gd name="T7" fmla="*/ 785 h 1536"/>
                  <a:gd name="T8" fmla="*/ 806 w 1391"/>
                  <a:gd name="T9" fmla="*/ 737 h 1536"/>
                  <a:gd name="T10" fmla="*/ 1167 w 1391"/>
                  <a:gd name="T11" fmla="*/ 1018 h 1536"/>
                  <a:gd name="T12" fmla="*/ 1167 w 1391"/>
                  <a:gd name="T13" fmla="*/ 1340 h 1536"/>
                  <a:gd name="T14" fmla="*/ 1080 w 1391"/>
                  <a:gd name="T15" fmla="*/ 1536 h 1536"/>
                  <a:gd name="T16" fmla="*/ 1167 w 1391"/>
                  <a:gd name="T17" fmla="*/ 1194 h 1536"/>
                  <a:gd name="T18" fmla="*/ 870 w 1391"/>
                  <a:gd name="T19" fmla="*/ 1177 h 1536"/>
                  <a:gd name="T20" fmla="*/ 1093 w 1391"/>
                  <a:gd name="T21" fmla="*/ 1083 h 1536"/>
                  <a:gd name="T22" fmla="*/ 921 w 1391"/>
                  <a:gd name="T23" fmla="*/ 987 h 1536"/>
                  <a:gd name="T24" fmla="*/ 1003 w 1391"/>
                  <a:gd name="T25" fmla="*/ 1365 h 1536"/>
                  <a:gd name="T26" fmla="*/ 1088 w 1391"/>
                  <a:gd name="T27" fmla="*/ 1269 h 1536"/>
                  <a:gd name="T28" fmla="*/ 1003 w 1391"/>
                  <a:gd name="T29" fmla="*/ 1365 h 1536"/>
                  <a:gd name="T30" fmla="*/ 1086 w 1391"/>
                  <a:gd name="T31" fmla="*/ 1434 h 1536"/>
                  <a:gd name="T32" fmla="*/ 915 w 1391"/>
                  <a:gd name="T33" fmla="*/ 1491 h 1536"/>
                  <a:gd name="T34" fmla="*/ 792 w 1391"/>
                  <a:gd name="T35" fmla="*/ 142 h 1536"/>
                  <a:gd name="T36" fmla="*/ 960 w 1391"/>
                  <a:gd name="T37" fmla="*/ 244 h 1536"/>
                  <a:gd name="T38" fmla="*/ 851 w 1391"/>
                  <a:gd name="T39" fmla="*/ 532 h 1536"/>
                  <a:gd name="T40" fmla="*/ 573 w 1391"/>
                  <a:gd name="T41" fmla="*/ 525 h 1536"/>
                  <a:gd name="T42" fmla="*/ 526 w 1391"/>
                  <a:gd name="T43" fmla="*/ 336 h 1536"/>
                  <a:gd name="T44" fmla="*/ 585 w 1391"/>
                  <a:gd name="T45" fmla="*/ 153 h 1536"/>
                  <a:gd name="T46" fmla="*/ 708 w 1391"/>
                  <a:gd name="T47" fmla="*/ 0 h 1536"/>
                  <a:gd name="T48" fmla="*/ 705 w 1391"/>
                  <a:gd name="T49" fmla="*/ 69 h 1536"/>
                  <a:gd name="T50" fmla="*/ 469 w 1391"/>
                  <a:gd name="T51" fmla="*/ 216 h 1536"/>
                  <a:gd name="T52" fmla="*/ 555 w 1391"/>
                  <a:gd name="T53" fmla="*/ 484 h 1536"/>
                  <a:gd name="T54" fmla="*/ 836 w 1391"/>
                  <a:gd name="T55" fmla="*/ 484 h 1536"/>
                  <a:gd name="T56" fmla="*/ 414 w 1391"/>
                  <a:gd name="T57" fmla="*/ 1536 h 1536"/>
                  <a:gd name="T58" fmla="*/ 693 w 1391"/>
                  <a:gd name="T59" fmla="*/ 1536 h 1536"/>
                  <a:gd name="T60" fmla="*/ 501 w 1391"/>
                  <a:gd name="T61" fmla="*/ 1465 h 1536"/>
                  <a:gd name="T62" fmla="*/ 603 w 1391"/>
                  <a:gd name="T63" fmla="*/ 875 h 1536"/>
                  <a:gd name="T64" fmla="*/ 468 w 1391"/>
                  <a:gd name="T65" fmla="*/ 992 h 1536"/>
                  <a:gd name="T66" fmla="*/ 264 w 1391"/>
                  <a:gd name="T67" fmla="*/ 1204 h 1536"/>
                  <a:gd name="T68" fmla="*/ 309 w 1391"/>
                  <a:gd name="T69" fmla="*/ 1210 h 1536"/>
                  <a:gd name="T70" fmla="*/ 426 w 1391"/>
                  <a:gd name="T71" fmla="*/ 1019 h 1536"/>
                  <a:gd name="T72" fmla="*/ 343 w 1391"/>
                  <a:gd name="T73" fmla="*/ 1491 h 1536"/>
                  <a:gd name="T74" fmla="*/ 264 w 1391"/>
                  <a:gd name="T75" fmla="*/ 1336 h 1536"/>
                  <a:gd name="T76" fmla="*/ 414 w 1391"/>
                  <a:gd name="T77" fmla="*/ 1536 h 1536"/>
                  <a:gd name="T78" fmla="*/ 1280 w 1391"/>
                  <a:gd name="T79" fmla="*/ 273 h 1536"/>
                  <a:gd name="T80" fmla="*/ 1321 w 1391"/>
                  <a:gd name="T81" fmla="*/ 399 h 1536"/>
                  <a:gd name="T82" fmla="*/ 1275 w 1391"/>
                  <a:gd name="T83" fmla="*/ 527 h 1536"/>
                  <a:gd name="T84" fmla="*/ 1086 w 1391"/>
                  <a:gd name="T85" fmla="*/ 526 h 1536"/>
                  <a:gd name="T86" fmla="*/ 1026 w 1391"/>
                  <a:gd name="T87" fmla="*/ 346 h 1536"/>
                  <a:gd name="T88" fmla="*/ 1135 w 1391"/>
                  <a:gd name="T89" fmla="*/ 263 h 1536"/>
                  <a:gd name="T90" fmla="*/ 1178 w 1391"/>
                  <a:gd name="T91" fmla="*/ 449 h 1536"/>
                  <a:gd name="T92" fmla="*/ 1283 w 1391"/>
                  <a:gd name="T93" fmla="*/ 373 h 1536"/>
                  <a:gd name="T94" fmla="*/ 1201 w 1391"/>
                  <a:gd name="T95" fmla="*/ 233 h 1536"/>
                  <a:gd name="T96" fmla="*/ 1121 w 1391"/>
                  <a:gd name="T97" fmla="*/ 375 h 1536"/>
                  <a:gd name="T98" fmla="*/ 75 w 1391"/>
                  <a:gd name="T99" fmla="*/ 415 h 1536"/>
                  <a:gd name="T100" fmla="*/ 39 w 1391"/>
                  <a:gd name="T101" fmla="*/ 285 h 1536"/>
                  <a:gd name="T102" fmla="*/ 191 w 1391"/>
                  <a:gd name="T103" fmla="*/ 174 h 1536"/>
                  <a:gd name="T104" fmla="*/ 345 w 1391"/>
                  <a:gd name="T105" fmla="*/ 285 h 1536"/>
                  <a:gd name="T106" fmla="*/ 306 w 1391"/>
                  <a:gd name="T107" fmla="*/ 421 h 1536"/>
                  <a:gd name="T108" fmla="*/ 266 w 1391"/>
                  <a:gd name="T109" fmla="*/ 528 h 1536"/>
                  <a:gd name="T110" fmla="*/ 63 w 1391"/>
                  <a:gd name="T111" fmla="*/ 494 h 1536"/>
                  <a:gd name="T112" fmla="*/ 318 w 1391"/>
                  <a:gd name="T113" fmla="*/ 327 h 1536"/>
                  <a:gd name="T114" fmla="*/ 163 w 1391"/>
                  <a:gd name="T115" fmla="*/ 289 h 1536"/>
                  <a:gd name="T116" fmla="*/ 122 w 1391"/>
                  <a:gd name="T117" fmla="*/ 416 h 1536"/>
                  <a:gd name="T118" fmla="*/ 271 w 1391"/>
                  <a:gd name="T119" fmla="*/ 479 h 1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91" h="1536">
                    <a:moveTo>
                      <a:pt x="783" y="1536"/>
                    </a:moveTo>
                    <a:cubicBezTo>
                      <a:pt x="772" y="1529"/>
                      <a:pt x="764" y="1520"/>
                      <a:pt x="769" y="1506"/>
                    </a:cubicBezTo>
                    <a:cubicBezTo>
                      <a:pt x="774" y="1493"/>
                      <a:pt x="786" y="1490"/>
                      <a:pt x="798" y="1491"/>
                    </a:cubicBezTo>
                    <a:cubicBezTo>
                      <a:pt x="810" y="1491"/>
                      <a:pt x="821" y="1491"/>
                      <a:pt x="835" y="1491"/>
                    </a:cubicBezTo>
                    <a:cubicBezTo>
                      <a:pt x="818" y="1451"/>
                      <a:pt x="824" y="1417"/>
                      <a:pt x="855" y="1386"/>
                    </a:cubicBezTo>
                    <a:cubicBezTo>
                      <a:pt x="837" y="1367"/>
                      <a:pt x="825" y="1344"/>
                      <a:pt x="825" y="1317"/>
                    </a:cubicBezTo>
                    <a:cubicBezTo>
                      <a:pt x="826" y="1289"/>
                      <a:pt x="837" y="1267"/>
                      <a:pt x="856" y="1248"/>
                    </a:cubicBezTo>
                    <a:cubicBezTo>
                      <a:pt x="818" y="1209"/>
                      <a:pt x="810" y="1153"/>
                      <a:pt x="856" y="1105"/>
                    </a:cubicBezTo>
                    <a:cubicBezTo>
                      <a:pt x="821" y="1068"/>
                      <a:pt x="816" y="1028"/>
                      <a:pt x="840" y="985"/>
                    </a:cubicBezTo>
                    <a:cubicBezTo>
                      <a:pt x="823" y="974"/>
                      <a:pt x="805" y="966"/>
                      <a:pt x="790" y="954"/>
                    </a:cubicBezTo>
                    <a:cubicBezTo>
                      <a:pt x="749" y="917"/>
                      <a:pt x="735" y="871"/>
                      <a:pt x="745" y="817"/>
                    </a:cubicBezTo>
                    <a:cubicBezTo>
                      <a:pt x="750" y="789"/>
                      <a:pt x="756" y="761"/>
                      <a:pt x="761" y="733"/>
                    </a:cubicBezTo>
                    <a:cubicBezTo>
                      <a:pt x="769" y="691"/>
                      <a:pt x="749" y="648"/>
                      <a:pt x="713" y="626"/>
                    </a:cubicBezTo>
                    <a:cubicBezTo>
                      <a:pt x="696" y="616"/>
                      <a:pt x="688" y="619"/>
                      <a:pt x="682" y="637"/>
                    </a:cubicBezTo>
                    <a:cubicBezTo>
                      <a:pt x="667" y="679"/>
                      <a:pt x="653" y="721"/>
                      <a:pt x="639" y="764"/>
                    </a:cubicBezTo>
                    <a:cubicBezTo>
                      <a:pt x="635" y="775"/>
                      <a:pt x="630" y="784"/>
                      <a:pt x="617" y="785"/>
                    </a:cubicBezTo>
                    <a:cubicBezTo>
                      <a:pt x="601" y="786"/>
                      <a:pt x="590" y="771"/>
                      <a:pt x="595" y="755"/>
                    </a:cubicBezTo>
                    <a:cubicBezTo>
                      <a:pt x="610" y="707"/>
                      <a:pt x="626" y="658"/>
                      <a:pt x="644" y="611"/>
                    </a:cubicBezTo>
                    <a:cubicBezTo>
                      <a:pt x="656" y="580"/>
                      <a:pt x="695" y="567"/>
                      <a:pt x="725" y="581"/>
                    </a:cubicBezTo>
                    <a:cubicBezTo>
                      <a:pt x="782" y="608"/>
                      <a:pt x="816" y="674"/>
                      <a:pt x="806" y="737"/>
                    </a:cubicBezTo>
                    <a:cubicBezTo>
                      <a:pt x="800" y="769"/>
                      <a:pt x="793" y="801"/>
                      <a:pt x="788" y="834"/>
                    </a:cubicBezTo>
                    <a:cubicBezTo>
                      <a:pt x="779" y="890"/>
                      <a:pt x="822" y="942"/>
                      <a:pt x="879" y="942"/>
                    </a:cubicBezTo>
                    <a:cubicBezTo>
                      <a:pt x="950" y="943"/>
                      <a:pt x="1021" y="942"/>
                      <a:pt x="1092" y="942"/>
                    </a:cubicBezTo>
                    <a:cubicBezTo>
                      <a:pt x="1140" y="942"/>
                      <a:pt x="1167" y="970"/>
                      <a:pt x="1167" y="1018"/>
                    </a:cubicBezTo>
                    <a:cubicBezTo>
                      <a:pt x="1167" y="1041"/>
                      <a:pt x="1167" y="1064"/>
                      <a:pt x="1167" y="1088"/>
                    </a:cubicBezTo>
                    <a:cubicBezTo>
                      <a:pt x="1217" y="1113"/>
                      <a:pt x="1220" y="1160"/>
                      <a:pt x="1206" y="1222"/>
                    </a:cubicBezTo>
                    <a:cubicBezTo>
                      <a:pt x="1202" y="1241"/>
                      <a:pt x="1191" y="1249"/>
                      <a:pt x="1164" y="1266"/>
                    </a:cubicBezTo>
                    <a:cubicBezTo>
                      <a:pt x="1165" y="1291"/>
                      <a:pt x="1167" y="1316"/>
                      <a:pt x="1167" y="1340"/>
                    </a:cubicBezTo>
                    <a:cubicBezTo>
                      <a:pt x="1166" y="1364"/>
                      <a:pt x="1155" y="1383"/>
                      <a:pt x="1135" y="1397"/>
                    </a:cubicBezTo>
                    <a:cubicBezTo>
                      <a:pt x="1128" y="1401"/>
                      <a:pt x="1128" y="1406"/>
                      <a:pt x="1129" y="1414"/>
                    </a:cubicBezTo>
                    <a:cubicBezTo>
                      <a:pt x="1130" y="1437"/>
                      <a:pt x="1132" y="1462"/>
                      <a:pt x="1129" y="1485"/>
                    </a:cubicBezTo>
                    <a:cubicBezTo>
                      <a:pt x="1126" y="1513"/>
                      <a:pt x="1105" y="1527"/>
                      <a:pt x="1080" y="1536"/>
                    </a:cubicBezTo>
                    <a:cubicBezTo>
                      <a:pt x="981" y="1536"/>
                      <a:pt x="882" y="1536"/>
                      <a:pt x="783" y="1536"/>
                    </a:cubicBezTo>
                    <a:close/>
                    <a:moveTo>
                      <a:pt x="1026" y="1224"/>
                    </a:moveTo>
                    <a:cubicBezTo>
                      <a:pt x="1063" y="1224"/>
                      <a:pt x="1099" y="1224"/>
                      <a:pt x="1135" y="1224"/>
                    </a:cubicBezTo>
                    <a:cubicBezTo>
                      <a:pt x="1155" y="1224"/>
                      <a:pt x="1166" y="1213"/>
                      <a:pt x="1167" y="1194"/>
                    </a:cubicBezTo>
                    <a:cubicBezTo>
                      <a:pt x="1167" y="1183"/>
                      <a:pt x="1167" y="1173"/>
                      <a:pt x="1167" y="1162"/>
                    </a:cubicBezTo>
                    <a:cubicBezTo>
                      <a:pt x="1167" y="1139"/>
                      <a:pt x="1156" y="1128"/>
                      <a:pt x="1132" y="1128"/>
                    </a:cubicBezTo>
                    <a:cubicBezTo>
                      <a:pt x="1062" y="1128"/>
                      <a:pt x="991" y="1128"/>
                      <a:pt x="921" y="1128"/>
                    </a:cubicBezTo>
                    <a:cubicBezTo>
                      <a:pt x="891" y="1128"/>
                      <a:pt x="869" y="1149"/>
                      <a:pt x="870" y="1177"/>
                    </a:cubicBezTo>
                    <a:cubicBezTo>
                      <a:pt x="870" y="1204"/>
                      <a:pt x="891" y="1224"/>
                      <a:pt x="921" y="1224"/>
                    </a:cubicBezTo>
                    <a:cubicBezTo>
                      <a:pt x="956" y="1224"/>
                      <a:pt x="991" y="1224"/>
                      <a:pt x="1026" y="1224"/>
                    </a:cubicBezTo>
                    <a:close/>
                    <a:moveTo>
                      <a:pt x="1008" y="1083"/>
                    </a:moveTo>
                    <a:cubicBezTo>
                      <a:pt x="1036" y="1083"/>
                      <a:pt x="1065" y="1083"/>
                      <a:pt x="1093" y="1083"/>
                    </a:cubicBezTo>
                    <a:cubicBezTo>
                      <a:pt x="1114" y="1083"/>
                      <a:pt x="1122" y="1076"/>
                      <a:pt x="1122" y="1054"/>
                    </a:cubicBezTo>
                    <a:cubicBezTo>
                      <a:pt x="1122" y="1041"/>
                      <a:pt x="1122" y="1028"/>
                      <a:pt x="1122" y="1015"/>
                    </a:cubicBezTo>
                    <a:cubicBezTo>
                      <a:pt x="1122" y="996"/>
                      <a:pt x="1114" y="988"/>
                      <a:pt x="1095" y="987"/>
                    </a:cubicBezTo>
                    <a:cubicBezTo>
                      <a:pt x="1037" y="987"/>
                      <a:pt x="979" y="987"/>
                      <a:pt x="921" y="987"/>
                    </a:cubicBezTo>
                    <a:cubicBezTo>
                      <a:pt x="892" y="988"/>
                      <a:pt x="870" y="1009"/>
                      <a:pt x="870" y="1036"/>
                    </a:cubicBezTo>
                    <a:cubicBezTo>
                      <a:pt x="870" y="1063"/>
                      <a:pt x="892" y="1083"/>
                      <a:pt x="921" y="1083"/>
                    </a:cubicBezTo>
                    <a:cubicBezTo>
                      <a:pt x="950" y="1083"/>
                      <a:pt x="979" y="1083"/>
                      <a:pt x="1008" y="1083"/>
                    </a:cubicBezTo>
                    <a:close/>
                    <a:moveTo>
                      <a:pt x="1003" y="1365"/>
                    </a:moveTo>
                    <a:cubicBezTo>
                      <a:pt x="1032" y="1365"/>
                      <a:pt x="1060" y="1365"/>
                      <a:pt x="1089" y="1365"/>
                    </a:cubicBezTo>
                    <a:cubicBezTo>
                      <a:pt x="1111" y="1365"/>
                      <a:pt x="1122" y="1354"/>
                      <a:pt x="1122" y="1332"/>
                    </a:cubicBezTo>
                    <a:cubicBezTo>
                      <a:pt x="1122" y="1322"/>
                      <a:pt x="1122" y="1313"/>
                      <a:pt x="1122" y="1303"/>
                    </a:cubicBezTo>
                    <a:cubicBezTo>
                      <a:pt x="1122" y="1280"/>
                      <a:pt x="1111" y="1269"/>
                      <a:pt x="1088" y="1269"/>
                    </a:cubicBezTo>
                    <a:cubicBezTo>
                      <a:pt x="1032" y="1269"/>
                      <a:pt x="977" y="1269"/>
                      <a:pt x="921" y="1269"/>
                    </a:cubicBezTo>
                    <a:cubicBezTo>
                      <a:pt x="892" y="1270"/>
                      <a:pt x="870" y="1290"/>
                      <a:pt x="870" y="1317"/>
                    </a:cubicBezTo>
                    <a:cubicBezTo>
                      <a:pt x="870" y="1344"/>
                      <a:pt x="892" y="1365"/>
                      <a:pt x="921" y="1365"/>
                    </a:cubicBezTo>
                    <a:cubicBezTo>
                      <a:pt x="949" y="1365"/>
                      <a:pt x="976" y="1365"/>
                      <a:pt x="1003" y="1365"/>
                    </a:cubicBezTo>
                    <a:close/>
                    <a:moveTo>
                      <a:pt x="988" y="1491"/>
                    </a:moveTo>
                    <a:cubicBezTo>
                      <a:pt x="1014" y="1491"/>
                      <a:pt x="1039" y="1491"/>
                      <a:pt x="1065" y="1491"/>
                    </a:cubicBezTo>
                    <a:cubicBezTo>
                      <a:pt x="1079" y="1491"/>
                      <a:pt x="1086" y="1484"/>
                      <a:pt x="1086" y="1470"/>
                    </a:cubicBezTo>
                    <a:cubicBezTo>
                      <a:pt x="1086" y="1458"/>
                      <a:pt x="1086" y="1446"/>
                      <a:pt x="1086" y="1434"/>
                    </a:cubicBezTo>
                    <a:cubicBezTo>
                      <a:pt x="1086" y="1417"/>
                      <a:pt x="1080" y="1410"/>
                      <a:pt x="1062" y="1410"/>
                    </a:cubicBezTo>
                    <a:cubicBezTo>
                      <a:pt x="1013" y="1410"/>
                      <a:pt x="963" y="1410"/>
                      <a:pt x="914" y="1410"/>
                    </a:cubicBezTo>
                    <a:cubicBezTo>
                      <a:pt x="889" y="1411"/>
                      <a:pt x="871" y="1428"/>
                      <a:pt x="870" y="1450"/>
                    </a:cubicBezTo>
                    <a:cubicBezTo>
                      <a:pt x="870" y="1474"/>
                      <a:pt x="889" y="1491"/>
                      <a:pt x="915" y="1491"/>
                    </a:cubicBezTo>
                    <a:cubicBezTo>
                      <a:pt x="939" y="1491"/>
                      <a:pt x="964" y="1491"/>
                      <a:pt x="988" y="1491"/>
                    </a:cubicBezTo>
                    <a:close/>
                    <a:moveTo>
                      <a:pt x="708" y="0"/>
                    </a:moveTo>
                    <a:cubicBezTo>
                      <a:pt x="723" y="8"/>
                      <a:pt x="731" y="20"/>
                      <a:pt x="738" y="35"/>
                    </a:cubicBezTo>
                    <a:cubicBezTo>
                      <a:pt x="755" y="71"/>
                      <a:pt x="773" y="107"/>
                      <a:pt x="792" y="142"/>
                    </a:cubicBezTo>
                    <a:cubicBezTo>
                      <a:pt x="794" y="147"/>
                      <a:pt x="801" y="152"/>
                      <a:pt x="807" y="153"/>
                    </a:cubicBezTo>
                    <a:cubicBezTo>
                      <a:pt x="851" y="160"/>
                      <a:pt x="895" y="167"/>
                      <a:pt x="939" y="173"/>
                    </a:cubicBezTo>
                    <a:cubicBezTo>
                      <a:pt x="955" y="176"/>
                      <a:pt x="966" y="184"/>
                      <a:pt x="971" y="200"/>
                    </a:cubicBezTo>
                    <a:cubicBezTo>
                      <a:pt x="977" y="216"/>
                      <a:pt x="973" y="231"/>
                      <a:pt x="960" y="244"/>
                    </a:cubicBezTo>
                    <a:cubicBezTo>
                      <a:pt x="929" y="274"/>
                      <a:pt x="898" y="304"/>
                      <a:pt x="867" y="334"/>
                    </a:cubicBezTo>
                    <a:cubicBezTo>
                      <a:pt x="860" y="341"/>
                      <a:pt x="858" y="346"/>
                      <a:pt x="860" y="355"/>
                    </a:cubicBezTo>
                    <a:cubicBezTo>
                      <a:pt x="868" y="396"/>
                      <a:pt x="874" y="437"/>
                      <a:pt x="881" y="478"/>
                    </a:cubicBezTo>
                    <a:cubicBezTo>
                      <a:pt x="886" y="507"/>
                      <a:pt x="876" y="527"/>
                      <a:pt x="851" y="532"/>
                    </a:cubicBezTo>
                    <a:cubicBezTo>
                      <a:pt x="841" y="533"/>
                      <a:pt x="830" y="531"/>
                      <a:pt x="821" y="526"/>
                    </a:cubicBezTo>
                    <a:cubicBezTo>
                      <a:pt x="783" y="507"/>
                      <a:pt x="745" y="487"/>
                      <a:pt x="708" y="467"/>
                    </a:cubicBezTo>
                    <a:cubicBezTo>
                      <a:pt x="700" y="463"/>
                      <a:pt x="693" y="462"/>
                      <a:pt x="685" y="467"/>
                    </a:cubicBezTo>
                    <a:cubicBezTo>
                      <a:pt x="648" y="487"/>
                      <a:pt x="610" y="506"/>
                      <a:pt x="573" y="525"/>
                    </a:cubicBezTo>
                    <a:cubicBezTo>
                      <a:pt x="557" y="534"/>
                      <a:pt x="542" y="537"/>
                      <a:pt x="526" y="526"/>
                    </a:cubicBezTo>
                    <a:cubicBezTo>
                      <a:pt x="510" y="514"/>
                      <a:pt x="507" y="499"/>
                      <a:pt x="510" y="481"/>
                    </a:cubicBezTo>
                    <a:cubicBezTo>
                      <a:pt x="517" y="438"/>
                      <a:pt x="525" y="396"/>
                      <a:pt x="531" y="353"/>
                    </a:cubicBezTo>
                    <a:cubicBezTo>
                      <a:pt x="532" y="348"/>
                      <a:pt x="530" y="340"/>
                      <a:pt x="526" y="336"/>
                    </a:cubicBezTo>
                    <a:cubicBezTo>
                      <a:pt x="496" y="306"/>
                      <a:pt x="465" y="276"/>
                      <a:pt x="434" y="247"/>
                    </a:cubicBezTo>
                    <a:cubicBezTo>
                      <a:pt x="421" y="234"/>
                      <a:pt x="414" y="220"/>
                      <a:pt x="420" y="201"/>
                    </a:cubicBezTo>
                    <a:cubicBezTo>
                      <a:pt x="426" y="183"/>
                      <a:pt x="439" y="175"/>
                      <a:pt x="458" y="172"/>
                    </a:cubicBezTo>
                    <a:cubicBezTo>
                      <a:pt x="500" y="166"/>
                      <a:pt x="543" y="160"/>
                      <a:pt x="585" y="153"/>
                    </a:cubicBezTo>
                    <a:cubicBezTo>
                      <a:pt x="591" y="152"/>
                      <a:pt x="598" y="147"/>
                      <a:pt x="600" y="142"/>
                    </a:cubicBezTo>
                    <a:cubicBezTo>
                      <a:pt x="619" y="106"/>
                      <a:pt x="637" y="70"/>
                      <a:pt x="654" y="34"/>
                    </a:cubicBezTo>
                    <a:cubicBezTo>
                      <a:pt x="661" y="19"/>
                      <a:pt x="670" y="7"/>
                      <a:pt x="684" y="0"/>
                    </a:cubicBezTo>
                    <a:cubicBezTo>
                      <a:pt x="692" y="0"/>
                      <a:pt x="700" y="0"/>
                      <a:pt x="708" y="0"/>
                    </a:cubicBezTo>
                    <a:close/>
                    <a:moveTo>
                      <a:pt x="917" y="215"/>
                    </a:moveTo>
                    <a:cubicBezTo>
                      <a:pt x="879" y="210"/>
                      <a:pt x="838" y="203"/>
                      <a:pt x="797" y="198"/>
                    </a:cubicBezTo>
                    <a:cubicBezTo>
                      <a:pt x="776" y="196"/>
                      <a:pt x="762" y="186"/>
                      <a:pt x="753" y="167"/>
                    </a:cubicBezTo>
                    <a:cubicBezTo>
                      <a:pt x="738" y="134"/>
                      <a:pt x="721" y="102"/>
                      <a:pt x="705" y="69"/>
                    </a:cubicBezTo>
                    <a:cubicBezTo>
                      <a:pt x="702" y="64"/>
                      <a:pt x="699" y="59"/>
                      <a:pt x="696" y="52"/>
                    </a:cubicBezTo>
                    <a:cubicBezTo>
                      <a:pt x="676" y="91"/>
                      <a:pt x="657" y="128"/>
                      <a:pt x="640" y="166"/>
                    </a:cubicBezTo>
                    <a:cubicBezTo>
                      <a:pt x="630" y="186"/>
                      <a:pt x="616" y="196"/>
                      <a:pt x="594" y="198"/>
                    </a:cubicBezTo>
                    <a:cubicBezTo>
                      <a:pt x="553" y="203"/>
                      <a:pt x="512" y="210"/>
                      <a:pt x="469" y="216"/>
                    </a:cubicBezTo>
                    <a:cubicBezTo>
                      <a:pt x="474" y="221"/>
                      <a:pt x="477" y="225"/>
                      <a:pt x="481" y="228"/>
                    </a:cubicBezTo>
                    <a:cubicBezTo>
                      <a:pt x="508" y="255"/>
                      <a:pt x="535" y="282"/>
                      <a:pt x="562" y="308"/>
                    </a:cubicBezTo>
                    <a:cubicBezTo>
                      <a:pt x="576" y="321"/>
                      <a:pt x="581" y="336"/>
                      <a:pt x="577" y="355"/>
                    </a:cubicBezTo>
                    <a:cubicBezTo>
                      <a:pt x="569" y="397"/>
                      <a:pt x="563" y="439"/>
                      <a:pt x="555" y="484"/>
                    </a:cubicBezTo>
                    <a:cubicBezTo>
                      <a:pt x="595" y="463"/>
                      <a:pt x="634" y="443"/>
                      <a:pt x="671" y="423"/>
                    </a:cubicBezTo>
                    <a:cubicBezTo>
                      <a:pt x="688" y="414"/>
                      <a:pt x="704" y="414"/>
                      <a:pt x="721" y="423"/>
                    </a:cubicBezTo>
                    <a:cubicBezTo>
                      <a:pt x="744" y="436"/>
                      <a:pt x="768" y="448"/>
                      <a:pt x="791" y="460"/>
                    </a:cubicBezTo>
                    <a:cubicBezTo>
                      <a:pt x="805" y="468"/>
                      <a:pt x="820" y="475"/>
                      <a:pt x="836" y="484"/>
                    </a:cubicBezTo>
                    <a:cubicBezTo>
                      <a:pt x="829" y="441"/>
                      <a:pt x="823" y="400"/>
                      <a:pt x="815" y="360"/>
                    </a:cubicBezTo>
                    <a:cubicBezTo>
                      <a:pt x="810" y="337"/>
                      <a:pt x="816" y="320"/>
                      <a:pt x="833" y="304"/>
                    </a:cubicBezTo>
                    <a:cubicBezTo>
                      <a:pt x="862" y="275"/>
                      <a:pt x="889" y="245"/>
                      <a:pt x="917" y="215"/>
                    </a:cubicBezTo>
                    <a:close/>
                    <a:moveTo>
                      <a:pt x="414" y="1536"/>
                    </a:moveTo>
                    <a:cubicBezTo>
                      <a:pt x="434" y="1528"/>
                      <a:pt x="453" y="1517"/>
                      <a:pt x="464" y="1495"/>
                    </a:cubicBezTo>
                    <a:cubicBezTo>
                      <a:pt x="499" y="1521"/>
                      <a:pt x="538" y="1530"/>
                      <a:pt x="580" y="1534"/>
                    </a:cubicBezTo>
                    <a:cubicBezTo>
                      <a:pt x="581" y="1534"/>
                      <a:pt x="583" y="1535"/>
                      <a:pt x="585" y="1536"/>
                    </a:cubicBezTo>
                    <a:cubicBezTo>
                      <a:pt x="621" y="1536"/>
                      <a:pt x="657" y="1536"/>
                      <a:pt x="693" y="1536"/>
                    </a:cubicBezTo>
                    <a:cubicBezTo>
                      <a:pt x="704" y="1529"/>
                      <a:pt x="712" y="1520"/>
                      <a:pt x="707" y="1506"/>
                    </a:cubicBezTo>
                    <a:cubicBezTo>
                      <a:pt x="702" y="1493"/>
                      <a:pt x="691" y="1491"/>
                      <a:pt x="678" y="1491"/>
                    </a:cubicBezTo>
                    <a:cubicBezTo>
                      <a:pt x="653" y="1491"/>
                      <a:pt x="629" y="1492"/>
                      <a:pt x="604" y="1491"/>
                    </a:cubicBezTo>
                    <a:cubicBezTo>
                      <a:pt x="568" y="1489"/>
                      <a:pt x="532" y="1485"/>
                      <a:pt x="501" y="1465"/>
                    </a:cubicBezTo>
                    <a:cubicBezTo>
                      <a:pt x="484" y="1455"/>
                      <a:pt x="471" y="1441"/>
                      <a:pt x="471" y="1420"/>
                    </a:cubicBezTo>
                    <a:cubicBezTo>
                      <a:pt x="471" y="1298"/>
                      <a:pt x="471" y="1176"/>
                      <a:pt x="471" y="1054"/>
                    </a:cubicBezTo>
                    <a:cubicBezTo>
                      <a:pt x="471" y="1049"/>
                      <a:pt x="474" y="1043"/>
                      <a:pt x="478" y="1041"/>
                    </a:cubicBezTo>
                    <a:cubicBezTo>
                      <a:pt x="540" y="1001"/>
                      <a:pt x="578" y="943"/>
                      <a:pt x="603" y="875"/>
                    </a:cubicBezTo>
                    <a:cubicBezTo>
                      <a:pt x="609" y="859"/>
                      <a:pt x="605" y="846"/>
                      <a:pt x="592" y="841"/>
                    </a:cubicBezTo>
                    <a:cubicBezTo>
                      <a:pt x="579" y="836"/>
                      <a:pt x="568" y="843"/>
                      <a:pt x="561" y="859"/>
                    </a:cubicBezTo>
                    <a:cubicBezTo>
                      <a:pt x="552" y="878"/>
                      <a:pt x="544" y="897"/>
                      <a:pt x="534" y="916"/>
                    </a:cubicBezTo>
                    <a:cubicBezTo>
                      <a:pt x="518" y="946"/>
                      <a:pt x="497" y="972"/>
                      <a:pt x="468" y="992"/>
                    </a:cubicBezTo>
                    <a:cubicBezTo>
                      <a:pt x="451" y="954"/>
                      <a:pt x="422" y="940"/>
                      <a:pt x="383" y="942"/>
                    </a:cubicBezTo>
                    <a:cubicBezTo>
                      <a:pt x="369" y="943"/>
                      <a:pt x="355" y="942"/>
                      <a:pt x="341" y="942"/>
                    </a:cubicBezTo>
                    <a:cubicBezTo>
                      <a:pt x="294" y="943"/>
                      <a:pt x="264" y="972"/>
                      <a:pt x="264" y="1019"/>
                    </a:cubicBezTo>
                    <a:cubicBezTo>
                      <a:pt x="264" y="1081"/>
                      <a:pt x="264" y="1142"/>
                      <a:pt x="264" y="1204"/>
                    </a:cubicBezTo>
                    <a:cubicBezTo>
                      <a:pt x="264" y="1210"/>
                      <a:pt x="264" y="1217"/>
                      <a:pt x="264" y="1223"/>
                    </a:cubicBezTo>
                    <a:cubicBezTo>
                      <a:pt x="265" y="1239"/>
                      <a:pt x="273" y="1248"/>
                      <a:pt x="286" y="1248"/>
                    </a:cubicBezTo>
                    <a:cubicBezTo>
                      <a:pt x="300" y="1248"/>
                      <a:pt x="309" y="1239"/>
                      <a:pt x="309" y="1222"/>
                    </a:cubicBezTo>
                    <a:cubicBezTo>
                      <a:pt x="309" y="1218"/>
                      <a:pt x="309" y="1214"/>
                      <a:pt x="309" y="1210"/>
                    </a:cubicBezTo>
                    <a:cubicBezTo>
                      <a:pt x="309" y="1146"/>
                      <a:pt x="309" y="1082"/>
                      <a:pt x="309" y="1018"/>
                    </a:cubicBezTo>
                    <a:cubicBezTo>
                      <a:pt x="309" y="998"/>
                      <a:pt x="319" y="988"/>
                      <a:pt x="339" y="987"/>
                    </a:cubicBezTo>
                    <a:cubicBezTo>
                      <a:pt x="358" y="987"/>
                      <a:pt x="376" y="987"/>
                      <a:pt x="395" y="987"/>
                    </a:cubicBezTo>
                    <a:cubicBezTo>
                      <a:pt x="416" y="988"/>
                      <a:pt x="425" y="998"/>
                      <a:pt x="426" y="1019"/>
                    </a:cubicBezTo>
                    <a:cubicBezTo>
                      <a:pt x="426" y="1020"/>
                      <a:pt x="426" y="1020"/>
                      <a:pt x="426" y="1021"/>
                    </a:cubicBezTo>
                    <a:cubicBezTo>
                      <a:pt x="426" y="1166"/>
                      <a:pt x="426" y="1312"/>
                      <a:pt x="426" y="1457"/>
                    </a:cubicBezTo>
                    <a:cubicBezTo>
                      <a:pt x="426" y="1481"/>
                      <a:pt x="416" y="1491"/>
                      <a:pt x="392" y="1491"/>
                    </a:cubicBezTo>
                    <a:cubicBezTo>
                      <a:pt x="376" y="1491"/>
                      <a:pt x="359" y="1491"/>
                      <a:pt x="343" y="1491"/>
                    </a:cubicBezTo>
                    <a:cubicBezTo>
                      <a:pt x="318" y="1491"/>
                      <a:pt x="309" y="1482"/>
                      <a:pt x="309" y="1458"/>
                    </a:cubicBezTo>
                    <a:cubicBezTo>
                      <a:pt x="309" y="1417"/>
                      <a:pt x="309" y="1377"/>
                      <a:pt x="309" y="1336"/>
                    </a:cubicBezTo>
                    <a:cubicBezTo>
                      <a:pt x="309" y="1318"/>
                      <a:pt x="301" y="1308"/>
                      <a:pt x="287" y="1308"/>
                    </a:cubicBezTo>
                    <a:cubicBezTo>
                      <a:pt x="272" y="1308"/>
                      <a:pt x="264" y="1318"/>
                      <a:pt x="264" y="1336"/>
                    </a:cubicBezTo>
                    <a:cubicBezTo>
                      <a:pt x="264" y="1378"/>
                      <a:pt x="264" y="1420"/>
                      <a:pt x="264" y="1462"/>
                    </a:cubicBezTo>
                    <a:cubicBezTo>
                      <a:pt x="264" y="1468"/>
                      <a:pt x="265" y="1474"/>
                      <a:pt x="266" y="1480"/>
                    </a:cubicBezTo>
                    <a:cubicBezTo>
                      <a:pt x="273" y="1510"/>
                      <a:pt x="294" y="1526"/>
                      <a:pt x="321" y="1536"/>
                    </a:cubicBezTo>
                    <a:cubicBezTo>
                      <a:pt x="352" y="1536"/>
                      <a:pt x="383" y="1536"/>
                      <a:pt x="414" y="1536"/>
                    </a:cubicBezTo>
                    <a:close/>
                    <a:moveTo>
                      <a:pt x="1200" y="174"/>
                    </a:moveTo>
                    <a:cubicBezTo>
                      <a:pt x="1215" y="174"/>
                      <a:pt x="1226" y="181"/>
                      <a:pt x="1232" y="195"/>
                    </a:cubicBezTo>
                    <a:cubicBezTo>
                      <a:pt x="1243" y="217"/>
                      <a:pt x="1254" y="240"/>
                      <a:pt x="1266" y="263"/>
                    </a:cubicBezTo>
                    <a:cubicBezTo>
                      <a:pt x="1269" y="268"/>
                      <a:pt x="1275" y="272"/>
                      <a:pt x="1280" y="273"/>
                    </a:cubicBezTo>
                    <a:cubicBezTo>
                      <a:pt x="1305" y="278"/>
                      <a:pt x="1330" y="281"/>
                      <a:pt x="1356" y="285"/>
                    </a:cubicBezTo>
                    <a:cubicBezTo>
                      <a:pt x="1371" y="287"/>
                      <a:pt x="1382" y="294"/>
                      <a:pt x="1387" y="309"/>
                    </a:cubicBezTo>
                    <a:cubicBezTo>
                      <a:pt x="1391" y="324"/>
                      <a:pt x="1386" y="335"/>
                      <a:pt x="1376" y="346"/>
                    </a:cubicBezTo>
                    <a:cubicBezTo>
                      <a:pt x="1357" y="363"/>
                      <a:pt x="1339" y="381"/>
                      <a:pt x="1321" y="399"/>
                    </a:cubicBezTo>
                    <a:cubicBezTo>
                      <a:pt x="1317" y="403"/>
                      <a:pt x="1315" y="411"/>
                      <a:pt x="1316" y="416"/>
                    </a:cubicBezTo>
                    <a:cubicBezTo>
                      <a:pt x="1319" y="440"/>
                      <a:pt x="1324" y="464"/>
                      <a:pt x="1328" y="488"/>
                    </a:cubicBezTo>
                    <a:cubicBezTo>
                      <a:pt x="1331" y="503"/>
                      <a:pt x="1329" y="516"/>
                      <a:pt x="1316" y="526"/>
                    </a:cubicBezTo>
                    <a:cubicBezTo>
                      <a:pt x="1303" y="535"/>
                      <a:pt x="1290" y="535"/>
                      <a:pt x="1275" y="527"/>
                    </a:cubicBezTo>
                    <a:cubicBezTo>
                      <a:pt x="1255" y="516"/>
                      <a:pt x="1233" y="505"/>
                      <a:pt x="1212" y="494"/>
                    </a:cubicBezTo>
                    <a:cubicBezTo>
                      <a:pt x="1204" y="489"/>
                      <a:pt x="1198" y="489"/>
                      <a:pt x="1190" y="493"/>
                    </a:cubicBezTo>
                    <a:cubicBezTo>
                      <a:pt x="1169" y="505"/>
                      <a:pt x="1147" y="516"/>
                      <a:pt x="1125" y="528"/>
                    </a:cubicBezTo>
                    <a:cubicBezTo>
                      <a:pt x="1112" y="535"/>
                      <a:pt x="1098" y="536"/>
                      <a:pt x="1086" y="526"/>
                    </a:cubicBezTo>
                    <a:cubicBezTo>
                      <a:pt x="1074" y="517"/>
                      <a:pt x="1070" y="505"/>
                      <a:pt x="1073" y="490"/>
                    </a:cubicBezTo>
                    <a:cubicBezTo>
                      <a:pt x="1078" y="467"/>
                      <a:pt x="1081" y="443"/>
                      <a:pt x="1086" y="419"/>
                    </a:cubicBezTo>
                    <a:cubicBezTo>
                      <a:pt x="1087" y="410"/>
                      <a:pt x="1086" y="403"/>
                      <a:pt x="1078" y="396"/>
                    </a:cubicBezTo>
                    <a:cubicBezTo>
                      <a:pt x="1060" y="380"/>
                      <a:pt x="1043" y="362"/>
                      <a:pt x="1026" y="346"/>
                    </a:cubicBezTo>
                    <a:cubicBezTo>
                      <a:pt x="1015" y="335"/>
                      <a:pt x="1011" y="323"/>
                      <a:pt x="1016" y="308"/>
                    </a:cubicBezTo>
                    <a:cubicBezTo>
                      <a:pt x="1021" y="293"/>
                      <a:pt x="1032" y="287"/>
                      <a:pt x="1048" y="285"/>
                    </a:cubicBezTo>
                    <a:cubicBezTo>
                      <a:pt x="1072" y="282"/>
                      <a:pt x="1096" y="278"/>
                      <a:pt x="1120" y="274"/>
                    </a:cubicBezTo>
                    <a:cubicBezTo>
                      <a:pt x="1126" y="273"/>
                      <a:pt x="1133" y="268"/>
                      <a:pt x="1135" y="263"/>
                    </a:cubicBezTo>
                    <a:cubicBezTo>
                      <a:pt x="1147" y="240"/>
                      <a:pt x="1158" y="217"/>
                      <a:pt x="1170" y="194"/>
                    </a:cubicBezTo>
                    <a:cubicBezTo>
                      <a:pt x="1176" y="181"/>
                      <a:pt x="1186" y="175"/>
                      <a:pt x="1200" y="174"/>
                    </a:cubicBezTo>
                    <a:close/>
                    <a:moveTo>
                      <a:pt x="1121" y="479"/>
                    </a:moveTo>
                    <a:cubicBezTo>
                      <a:pt x="1142" y="468"/>
                      <a:pt x="1160" y="459"/>
                      <a:pt x="1178" y="449"/>
                    </a:cubicBezTo>
                    <a:cubicBezTo>
                      <a:pt x="1194" y="439"/>
                      <a:pt x="1208" y="440"/>
                      <a:pt x="1224" y="449"/>
                    </a:cubicBezTo>
                    <a:cubicBezTo>
                      <a:pt x="1242" y="459"/>
                      <a:pt x="1260" y="468"/>
                      <a:pt x="1281" y="479"/>
                    </a:cubicBezTo>
                    <a:cubicBezTo>
                      <a:pt x="1277" y="456"/>
                      <a:pt x="1274" y="436"/>
                      <a:pt x="1270" y="416"/>
                    </a:cubicBezTo>
                    <a:cubicBezTo>
                      <a:pt x="1266" y="399"/>
                      <a:pt x="1270" y="385"/>
                      <a:pt x="1283" y="373"/>
                    </a:cubicBezTo>
                    <a:cubicBezTo>
                      <a:pt x="1298" y="359"/>
                      <a:pt x="1312" y="343"/>
                      <a:pt x="1328" y="327"/>
                    </a:cubicBezTo>
                    <a:cubicBezTo>
                      <a:pt x="1308" y="324"/>
                      <a:pt x="1289" y="320"/>
                      <a:pt x="1270" y="318"/>
                    </a:cubicBezTo>
                    <a:cubicBezTo>
                      <a:pt x="1249" y="317"/>
                      <a:pt x="1236" y="307"/>
                      <a:pt x="1228" y="288"/>
                    </a:cubicBezTo>
                    <a:cubicBezTo>
                      <a:pt x="1220" y="270"/>
                      <a:pt x="1211" y="253"/>
                      <a:pt x="1201" y="233"/>
                    </a:cubicBezTo>
                    <a:cubicBezTo>
                      <a:pt x="1190" y="254"/>
                      <a:pt x="1181" y="272"/>
                      <a:pt x="1173" y="291"/>
                    </a:cubicBezTo>
                    <a:cubicBezTo>
                      <a:pt x="1165" y="308"/>
                      <a:pt x="1152" y="316"/>
                      <a:pt x="1133" y="318"/>
                    </a:cubicBezTo>
                    <a:cubicBezTo>
                      <a:pt x="1114" y="320"/>
                      <a:pt x="1094" y="324"/>
                      <a:pt x="1075" y="327"/>
                    </a:cubicBezTo>
                    <a:cubicBezTo>
                      <a:pt x="1091" y="343"/>
                      <a:pt x="1105" y="359"/>
                      <a:pt x="1121" y="375"/>
                    </a:cubicBezTo>
                    <a:cubicBezTo>
                      <a:pt x="1131" y="385"/>
                      <a:pt x="1135" y="397"/>
                      <a:pt x="1132" y="412"/>
                    </a:cubicBezTo>
                    <a:cubicBezTo>
                      <a:pt x="1128" y="433"/>
                      <a:pt x="1125" y="455"/>
                      <a:pt x="1121" y="479"/>
                    </a:cubicBezTo>
                    <a:close/>
                    <a:moveTo>
                      <a:pt x="63" y="494"/>
                    </a:moveTo>
                    <a:cubicBezTo>
                      <a:pt x="67" y="470"/>
                      <a:pt x="72" y="443"/>
                      <a:pt x="75" y="415"/>
                    </a:cubicBezTo>
                    <a:cubicBezTo>
                      <a:pt x="76" y="410"/>
                      <a:pt x="74" y="403"/>
                      <a:pt x="70" y="399"/>
                    </a:cubicBezTo>
                    <a:cubicBezTo>
                      <a:pt x="53" y="381"/>
                      <a:pt x="35" y="364"/>
                      <a:pt x="18" y="347"/>
                    </a:cubicBezTo>
                    <a:cubicBezTo>
                      <a:pt x="6" y="336"/>
                      <a:pt x="0" y="324"/>
                      <a:pt x="6" y="308"/>
                    </a:cubicBezTo>
                    <a:cubicBezTo>
                      <a:pt x="11" y="293"/>
                      <a:pt x="23" y="286"/>
                      <a:pt x="39" y="285"/>
                    </a:cubicBezTo>
                    <a:cubicBezTo>
                      <a:pt x="63" y="282"/>
                      <a:pt x="87" y="278"/>
                      <a:pt x="111" y="274"/>
                    </a:cubicBezTo>
                    <a:cubicBezTo>
                      <a:pt x="116" y="273"/>
                      <a:pt x="123" y="268"/>
                      <a:pt x="125" y="263"/>
                    </a:cubicBezTo>
                    <a:cubicBezTo>
                      <a:pt x="136" y="243"/>
                      <a:pt x="146" y="222"/>
                      <a:pt x="156" y="201"/>
                    </a:cubicBezTo>
                    <a:cubicBezTo>
                      <a:pt x="163" y="186"/>
                      <a:pt x="172" y="174"/>
                      <a:pt x="191" y="174"/>
                    </a:cubicBezTo>
                    <a:cubicBezTo>
                      <a:pt x="209" y="174"/>
                      <a:pt x="218" y="186"/>
                      <a:pt x="225" y="201"/>
                    </a:cubicBezTo>
                    <a:cubicBezTo>
                      <a:pt x="235" y="222"/>
                      <a:pt x="245" y="242"/>
                      <a:pt x="256" y="263"/>
                    </a:cubicBezTo>
                    <a:cubicBezTo>
                      <a:pt x="259" y="268"/>
                      <a:pt x="266" y="272"/>
                      <a:pt x="271" y="274"/>
                    </a:cubicBezTo>
                    <a:cubicBezTo>
                      <a:pt x="296" y="278"/>
                      <a:pt x="321" y="281"/>
                      <a:pt x="345" y="285"/>
                    </a:cubicBezTo>
                    <a:cubicBezTo>
                      <a:pt x="360" y="287"/>
                      <a:pt x="371" y="293"/>
                      <a:pt x="375" y="308"/>
                    </a:cubicBezTo>
                    <a:cubicBezTo>
                      <a:pt x="380" y="323"/>
                      <a:pt x="376" y="335"/>
                      <a:pt x="365" y="346"/>
                    </a:cubicBezTo>
                    <a:cubicBezTo>
                      <a:pt x="348" y="362"/>
                      <a:pt x="332" y="379"/>
                      <a:pt x="315" y="395"/>
                    </a:cubicBezTo>
                    <a:cubicBezTo>
                      <a:pt x="306" y="403"/>
                      <a:pt x="304" y="410"/>
                      <a:pt x="306" y="421"/>
                    </a:cubicBezTo>
                    <a:cubicBezTo>
                      <a:pt x="310" y="441"/>
                      <a:pt x="313" y="460"/>
                      <a:pt x="317" y="480"/>
                    </a:cubicBezTo>
                    <a:cubicBezTo>
                      <a:pt x="317" y="483"/>
                      <a:pt x="318" y="487"/>
                      <a:pt x="318" y="490"/>
                    </a:cubicBezTo>
                    <a:cubicBezTo>
                      <a:pt x="321" y="506"/>
                      <a:pt x="317" y="518"/>
                      <a:pt x="304" y="527"/>
                    </a:cubicBezTo>
                    <a:cubicBezTo>
                      <a:pt x="292" y="536"/>
                      <a:pt x="279" y="535"/>
                      <a:pt x="266" y="528"/>
                    </a:cubicBezTo>
                    <a:cubicBezTo>
                      <a:pt x="246" y="517"/>
                      <a:pt x="225" y="507"/>
                      <a:pt x="205" y="495"/>
                    </a:cubicBezTo>
                    <a:cubicBezTo>
                      <a:pt x="195" y="489"/>
                      <a:pt x="187" y="489"/>
                      <a:pt x="177" y="495"/>
                    </a:cubicBezTo>
                    <a:cubicBezTo>
                      <a:pt x="156" y="507"/>
                      <a:pt x="134" y="519"/>
                      <a:pt x="112" y="529"/>
                    </a:cubicBezTo>
                    <a:cubicBezTo>
                      <a:pt x="87" y="541"/>
                      <a:pt x="61" y="524"/>
                      <a:pt x="63" y="494"/>
                    </a:cubicBezTo>
                    <a:close/>
                    <a:moveTo>
                      <a:pt x="271" y="479"/>
                    </a:moveTo>
                    <a:cubicBezTo>
                      <a:pt x="267" y="455"/>
                      <a:pt x="264" y="435"/>
                      <a:pt x="260" y="415"/>
                    </a:cubicBezTo>
                    <a:cubicBezTo>
                      <a:pt x="256" y="398"/>
                      <a:pt x="260" y="384"/>
                      <a:pt x="273" y="372"/>
                    </a:cubicBezTo>
                    <a:cubicBezTo>
                      <a:pt x="288" y="358"/>
                      <a:pt x="302" y="343"/>
                      <a:pt x="318" y="327"/>
                    </a:cubicBezTo>
                    <a:cubicBezTo>
                      <a:pt x="298" y="324"/>
                      <a:pt x="279" y="320"/>
                      <a:pt x="261" y="318"/>
                    </a:cubicBezTo>
                    <a:cubicBezTo>
                      <a:pt x="239" y="317"/>
                      <a:pt x="226" y="307"/>
                      <a:pt x="217" y="287"/>
                    </a:cubicBezTo>
                    <a:cubicBezTo>
                      <a:pt x="210" y="269"/>
                      <a:pt x="200" y="252"/>
                      <a:pt x="191" y="233"/>
                    </a:cubicBezTo>
                    <a:cubicBezTo>
                      <a:pt x="180" y="254"/>
                      <a:pt x="171" y="271"/>
                      <a:pt x="163" y="289"/>
                    </a:cubicBezTo>
                    <a:cubicBezTo>
                      <a:pt x="155" y="308"/>
                      <a:pt x="142" y="316"/>
                      <a:pt x="123" y="318"/>
                    </a:cubicBezTo>
                    <a:cubicBezTo>
                      <a:pt x="103" y="320"/>
                      <a:pt x="84" y="324"/>
                      <a:pt x="64" y="327"/>
                    </a:cubicBezTo>
                    <a:cubicBezTo>
                      <a:pt x="79" y="343"/>
                      <a:pt x="93" y="358"/>
                      <a:pt x="108" y="372"/>
                    </a:cubicBezTo>
                    <a:cubicBezTo>
                      <a:pt x="121" y="384"/>
                      <a:pt x="126" y="398"/>
                      <a:pt x="122" y="416"/>
                    </a:cubicBezTo>
                    <a:cubicBezTo>
                      <a:pt x="117" y="436"/>
                      <a:pt x="115" y="456"/>
                      <a:pt x="111" y="479"/>
                    </a:cubicBezTo>
                    <a:cubicBezTo>
                      <a:pt x="131" y="468"/>
                      <a:pt x="150" y="460"/>
                      <a:pt x="167" y="449"/>
                    </a:cubicBezTo>
                    <a:cubicBezTo>
                      <a:pt x="184" y="439"/>
                      <a:pt x="198" y="440"/>
                      <a:pt x="215" y="449"/>
                    </a:cubicBezTo>
                    <a:cubicBezTo>
                      <a:pt x="232" y="460"/>
                      <a:pt x="250" y="468"/>
                      <a:pt x="271" y="479"/>
                    </a:cubicBezTo>
                    <a:close/>
                  </a:path>
                </a:pathLst>
              </a:custGeom>
              <a:solidFill>
                <a:srgbClr val="43515C"/>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97" name="Group 96">
            <a:extLst>
              <a:ext uri="{FF2B5EF4-FFF2-40B4-BE49-F238E27FC236}">
                <a16:creationId xmlns:a16="http://schemas.microsoft.com/office/drawing/2014/main" id="{8D1186F4-0C33-0351-15FF-67CC869DF026}"/>
              </a:ext>
            </a:extLst>
          </p:cNvPr>
          <p:cNvGrpSpPr/>
          <p:nvPr/>
        </p:nvGrpSpPr>
        <p:grpSpPr>
          <a:xfrm>
            <a:off x="2574999" y="4254322"/>
            <a:ext cx="644748" cy="926375"/>
            <a:chOff x="2574999" y="4254322"/>
            <a:chExt cx="644748" cy="926375"/>
          </a:xfrm>
        </p:grpSpPr>
        <p:grpSp>
          <p:nvGrpSpPr>
            <p:cNvPr id="46" name="Group 45">
              <a:extLst>
                <a:ext uri="{FF2B5EF4-FFF2-40B4-BE49-F238E27FC236}">
                  <a16:creationId xmlns:a16="http://schemas.microsoft.com/office/drawing/2014/main" id="{9A417857-5AEE-5E84-8943-3F0896B48D16}"/>
                </a:ext>
              </a:extLst>
            </p:cNvPr>
            <p:cNvGrpSpPr/>
            <p:nvPr/>
          </p:nvGrpSpPr>
          <p:grpSpPr>
            <a:xfrm>
              <a:off x="2574999" y="4254322"/>
              <a:ext cx="644748" cy="926375"/>
              <a:chOff x="708343" y="5127535"/>
              <a:chExt cx="662352" cy="951668"/>
            </a:xfrm>
            <a:effectLst>
              <a:reflection blurRad="76200" stA="52000" endA="300" endPos="35000" dir="5400000" sy="-100000" algn="bl" rotWithShape="0"/>
            </a:effectLst>
          </p:grpSpPr>
          <p:sp>
            <p:nvSpPr>
              <p:cNvPr id="47" name="Freeform: Shape 46">
                <a:extLst>
                  <a:ext uri="{FF2B5EF4-FFF2-40B4-BE49-F238E27FC236}">
                    <a16:creationId xmlns:a16="http://schemas.microsoft.com/office/drawing/2014/main" id="{8AD78563-01B5-DC57-8C56-B5F21CD2EA7E}"/>
                  </a:ext>
                </a:extLst>
              </p:cNvPr>
              <p:cNvSpPr/>
              <p:nvPr/>
            </p:nvSpPr>
            <p:spPr>
              <a:xfrm>
                <a:off x="976347" y="5952859"/>
                <a:ext cx="126344" cy="126344"/>
              </a:xfrm>
              <a:custGeom>
                <a:avLst/>
                <a:gdLst>
                  <a:gd name="connsiteX0" fmla="*/ 223941 w 224017"/>
                  <a:gd name="connsiteY0" fmla="*/ 114867 h 224017"/>
                  <a:gd name="connsiteX1" fmla="*/ 114867 w 224017"/>
                  <a:gd name="connsiteY1" fmla="*/ 223941 h 224017"/>
                  <a:gd name="connsiteX2" fmla="*/ 5794 w 224017"/>
                  <a:gd name="connsiteY2" fmla="*/ 114867 h 224017"/>
                  <a:gd name="connsiteX3" fmla="*/ 114867 w 224017"/>
                  <a:gd name="connsiteY3" fmla="*/ 5794 h 224017"/>
                  <a:gd name="connsiteX4" fmla="*/ 223941 w 224017"/>
                  <a:gd name="connsiteY4" fmla="*/ 114867 h 224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17" h="224017">
                    <a:moveTo>
                      <a:pt x="223941" y="114867"/>
                    </a:moveTo>
                    <a:cubicBezTo>
                      <a:pt x="223941" y="175107"/>
                      <a:pt x="175107" y="223941"/>
                      <a:pt x="114867" y="223941"/>
                    </a:cubicBezTo>
                    <a:cubicBezTo>
                      <a:pt x="54627" y="223941"/>
                      <a:pt x="5794" y="175107"/>
                      <a:pt x="5794" y="114867"/>
                    </a:cubicBezTo>
                    <a:cubicBezTo>
                      <a:pt x="5794" y="54628"/>
                      <a:pt x="54627" y="5794"/>
                      <a:pt x="114867" y="5794"/>
                    </a:cubicBezTo>
                    <a:cubicBezTo>
                      <a:pt x="175107" y="5794"/>
                      <a:pt x="223941" y="54628"/>
                      <a:pt x="223941" y="114867"/>
                    </a:cubicBez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p:spPr>
            <p:txBody>
              <a:bodyPr wrap="square" rtlCol="0" anchor="ctr"/>
              <a:lstStyle/>
              <a:p>
                <a:pPr algn="ctr"/>
                <a:endParaRPr lang="en-US" sz="1400">
                  <a:solidFill>
                    <a:schemeClr val="bg1"/>
                  </a:solidFill>
                </a:endParaRPr>
              </a:p>
            </p:txBody>
          </p:sp>
          <p:sp>
            <p:nvSpPr>
              <p:cNvPr id="48" name="Freeform: Shape 47">
                <a:extLst>
                  <a:ext uri="{FF2B5EF4-FFF2-40B4-BE49-F238E27FC236}">
                    <a16:creationId xmlns:a16="http://schemas.microsoft.com/office/drawing/2014/main" id="{DA394B45-E4E0-2848-ED71-A6B5BD56C6AF}"/>
                  </a:ext>
                </a:extLst>
              </p:cNvPr>
              <p:cNvSpPr/>
              <p:nvPr/>
            </p:nvSpPr>
            <p:spPr>
              <a:xfrm>
                <a:off x="708343" y="5127535"/>
                <a:ext cx="662352" cy="801615"/>
              </a:xfrm>
              <a:custGeom>
                <a:avLst/>
                <a:gdLst>
                  <a:gd name="connsiteX0" fmla="*/ 764237 w 1506327"/>
                  <a:gd name="connsiteY0" fmla="*/ 1819315 h 1823042"/>
                  <a:gd name="connsiteX1" fmla="*/ 1289443 w 1506327"/>
                  <a:gd name="connsiteY1" fmla="*/ 1282367 h 1823042"/>
                  <a:gd name="connsiteX2" fmla="*/ 770803 w 1506327"/>
                  <a:gd name="connsiteY2" fmla="*/ 5852 h 1823042"/>
                  <a:gd name="connsiteX3" fmla="*/ 743071 w 1506327"/>
                  <a:gd name="connsiteY3" fmla="*/ 5852 h 1823042"/>
                  <a:gd name="connsiteX4" fmla="*/ 224431 w 1506327"/>
                  <a:gd name="connsiteY4" fmla="*/ 1282445 h 1823042"/>
                  <a:gd name="connsiteX5" fmla="*/ 764237 w 1506327"/>
                  <a:gd name="connsiteY5" fmla="*/ 1819315 h 182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327" h="1823042">
                    <a:moveTo>
                      <a:pt x="764237" y="1819315"/>
                    </a:moveTo>
                    <a:lnTo>
                      <a:pt x="1289443" y="1282367"/>
                    </a:lnTo>
                    <a:cubicBezTo>
                      <a:pt x="1754551" y="813320"/>
                      <a:pt x="1428644" y="10795"/>
                      <a:pt x="770803" y="5852"/>
                    </a:cubicBezTo>
                    <a:cubicBezTo>
                      <a:pt x="761534" y="5774"/>
                      <a:pt x="752341" y="5774"/>
                      <a:pt x="743071" y="5852"/>
                    </a:cubicBezTo>
                    <a:cubicBezTo>
                      <a:pt x="85154" y="10795"/>
                      <a:pt x="-240754" y="813320"/>
                      <a:pt x="224431" y="1282445"/>
                    </a:cubicBezTo>
                    <a:lnTo>
                      <a:pt x="764237" y="1819315"/>
                    </a:ln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algn="ctr"/>
                <a:endParaRPr lang="en-US" sz="1400">
                  <a:solidFill>
                    <a:schemeClr val="bg1"/>
                  </a:solidFill>
                </a:endParaRPr>
              </a:p>
            </p:txBody>
          </p:sp>
          <p:sp>
            <p:nvSpPr>
              <p:cNvPr id="49" name="Oval 48">
                <a:extLst>
                  <a:ext uri="{FF2B5EF4-FFF2-40B4-BE49-F238E27FC236}">
                    <a16:creationId xmlns:a16="http://schemas.microsoft.com/office/drawing/2014/main" id="{99E5BAB6-9818-7E17-15A1-87E335D9DDC4}"/>
                  </a:ext>
                </a:extLst>
              </p:cNvPr>
              <p:cNvSpPr/>
              <p:nvPr/>
            </p:nvSpPr>
            <p:spPr>
              <a:xfrm>
                <a:off x="755135" y="5174167"/>
                <a:ext cx="568768" cy="568768"/>
              </a:xfrm>
              <a:prstGeom prst="ellipse">
                <a:avLst/>
              </a:prstGeom>
              <a:solidFill>
                <a:srgbClr val="FFFFFF"/>
              </a:solidFill>
              <a:ln w="635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6350" cap="flat" cmpd="sng" algn="ctr">
                    <a:solidFill>
                      <a:srgbClr val="459FED"/>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2" name="TextBox 91">
              <a:extLst>
                <a:ext uri="{FF2B5EF4-FFF2-40B4-BE49-F238E27FC236}">
                  <a16:creationId xmlns:a16="http://schemas.microsoft.com/office/drawing/2014/main" id="{4A00D99C-3096-E305-7F49-0C0B90A6F8C1}"/>
                </a:ext>
              </a:extLst>
            </p:cNvPr>
            <p:cNvSpPr txBox="1"/>
            <p:nvPr/>
          </p:nvSpPr>
          <p:spPr>
            <a:xfrm>
              <a:off x="2664669" y="4468819"/>
              <a:ext cx="465408" cy="215444"/>
            </a:xfrm>
            <a:prstGeom prst="rect">
              <a:avLst/>
            </a:prstGeom>
            <a:noFill/>
          </p:spPr>
          <p:txBody>
            <a:bodyPr vert="horz" wrap="square" lIns="0" tIns="0" rIns="0" bIns="0" rtlCol="0">
              <a:spAutoFit/>
            </a:bodyPr>
            <a:lstStyle/>
            <a:p>
              <a:pPr algn="ctr"/>
              <a:r>
                <a:rPr lang="en-IN" sz="1350" b="1">
                  <a:solidFill>
                    <a:srgbClr val="000000"/>
                  </a:solidFill>
                  <a:latin typeface="Arial" panose="020B0604020202020204" pitchFamily="34" charset="0"/>
                </a:rPr>
                <a:t>2015</a:t>
              </a:r>
            </a:p>
          </p:txBody>
        </p:sp>
      </p:grpSp>
      <p:grpSp>
        <p:nvGrpSpPr>
          <p:cNvPr id="115" name="Group 114">
            <a:extLst>
              <a:ext uri="{FF2B5EF4-FFF2-40B4-BE49-F238E27FC236}">
                <a16:creationId xmlns:a16="http://schemas.microsoft.com/office/drawing/2014/main" id="{CB1995B7-F568-D888-97B3-6D3B648E3CDC}"/>
              </a:ext>
            </a:extLst>
          </p:cNvPr>
          <p:cNvGrpSpPr/>
          <p:nvPr/>
        </p:nvGrpSpPr>
        <p:grpSpPr>
          <a:xfrm>
            <a:off x="1240053" y="3071966"/>
            <a:ext cx="2080344" cy="914247"/>
            <a:chOff x="1240053" y="3071966"/>
            <a:chExt cx="2080344" cy="914247"/>
          </a:xfrm>
        </p:grpSpPr>
        <p:sp>
          <p:nvSpPr>
            <p:cNvPr id="101" name="Rectangle: Rounded Corners 100">
              <a:extLst>
                <a:ext uri="{FF2B5EF4-FFF2-40B4-BE49-F238E27FC236}">
                  <a16:creationId xmlns:a16="http://schemas.microsoft.com/office/drawing/2014/main" id="{648B61E5-172E-6AF0-FB9E-8A5157E62E48}"/>
                </a:ext>
              </a:extLst>
            </p:cNvPr>
            <p:cNvSpPr/>
            <p:nvPr/>
          </p:nvSpPr>
          <p:spPr>
            <a:xfrm>
              <a:off x="1618496" y="3071966"/>
              <a:ext cx="1701901" cy="430887"/>
            </a:xfrm>
            <a:prstGeom prst="roundRect">
              <a:avLst>
                <a:gd name="adj" fmla="val 13755"/>
              </a:avLst>
            </a:prstGeom>
            <a:solidFill>
              <a:srgbClr val="F46262"/>
            </a:solidFill>
            <a:ln w="6350" cmpd="sng">
              <a:noFill/>
            </a:ln>
            <a:effectLst>
              <a:outerShdw blurRad="190500" dist="38100" dir="5400000" rotWithShape="0">
                <a:srgbClr val="F34B4B">
                  <a:alpha val="20000"/>
                </a:srgbClr>
              </a:outerShdw>
            </a:effectLst>
          </p:spPr>
          <p:txBody>
            <a:bodyPr wrap="non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Ulpaquioffici ade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Seruntmollita</a:t>
              </a:r>
            </a:p>
          </p:txBody>
        </p:sp>
        <p:sp>
          <p:nvSpPr>
            <p:cNvPr id="102" name="Rectangle 101">
              <a:extLst>
                <a:ext uri="{FF2B5EF4-FFF2-40B4-BE49-F238E27FC236}">
                  <a16:creationId xmlns:a16="http://schemas.microsoft.com/office/drawing/2014/main" id="{4AB7EF10-E991-D7CC-DDD7-9CD04314420A}"/>
                </a:ext>
              </a:extLst>
            </p:cNvPr>
            <p:cNvSpPr/>
            <p:nvPr/>
          </p:nvSpPr>
          <p:spPr>
            <a:xfrm>
              <a:off x="1240053" y="3555326"/>
              <a:ext cx="2080344" cy="430887"/>
            </a:xfrm>
            <a:prstGeom prst="rect">
              <a:avLst/>
            </a:prstGeom>
            <a:noFill/>
            <a:ln>
              <a:noFill/>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Nimid es Tlaborumcurabit urnonn ULL asitame</a:t>
              </a:r>
            </a:p>
          </p:txBody>
        </p:sp>
      </p:grpSp>
      <p:grpSp>
        <p:nvGrpSpPr>
          <p:cNvPr id="96" name="Group 95">
            <a:extLst>
              <a:ext uri="{FF2B5EF4-FFF2-40B4-BE49-F238E27FC236}">
                <a16:creationId xmlns:a16="http://schemas.microsoft.com/office/drawing/2014/main" id="{C05F4C7A-C545-76B7-CB5B-DD25C08264ED}"/>
              </a:ext>
            </a:extLst>
          </p:cNvPr>
          <p:cNvGrpSpPr/>
          <p:nvPr/>
        </p:nvGrpSpPr>
        <p:grpSpPr>
          <a:xfrm>
            <a:off x="673508" y="5134066"/>
            <a:ext cx="662352" cy="951668"/>
            <a:chOff x="673508" y="5134066"/>
            <a:chExt cx="662352" cy="951668"/>
          </a:xfrm>
        </p:grpSpPr>
        <p:grpSp>
          <p:nvGrpSpPr>
            <p:cNvPr id="44" name="Group 43">
              <a:extLst>
                <a:ext uri="{FF2B5EF4-FFF2-40B4-BE49-F238E27FC236}">
                  <a16:creationId xmlns:a16="http://schemas.microsoft.com/office/drawing/2014/main" id="{82D7D922-41D8-A9DB-C6FD-5265BBDD3C7D}"/>
                </a:ext>
              </a:extLst>
            </p:cNvPr>
            <p:cNvGrpSpPr/>
            <p:nvPr/>
          </p:nvGrpSpPr>
          <p:grpSpPr>
            <a:xfrm>
              <a:off x="673508" y="5134066"/>
              <a:ext cx="662352" cy="951668"/>
              <a:chOff x="708343" y="5127535"/>
              <a:chExt cx="662352" cy="951668"/>
            </a:xfrm>
            <a:effectLst>
              <a:reflection blurRad="76200" stA="52000" endA="300" endPos="35000" dir="5400000" sy="-100000" algn="bl" rotWithShape="0"/>
            </a:effectLst>
          </p:grpSpPr>
          <p:sp>
            <p:nvSpPr>
              <p:cNvPr id="27" name="Freeform: Shape 26">
                <a:extLst>
                  <a:ext uri="{FF2B5EF4-FFF2-40B4-BE49-F238E27FC236}">
                    <a16:creationId xmlns:a16="http://schemas.microsoft.com/office/drawing/2014/main" id="{1C23B3F4-64BB-926C-6E97-929FBC3B4BDC}"/>
                  </a:ext>
                </a:extLst>
              </p:cNvPr>
              <p:cNvSpPr/>
              <p:nvPr/>
            </p:nvSpPr>
            <p:spPr>
              <a:xfrm>
                <a:off x="976347" y="5952859"/>
                <a:ext cx="126344" cy="126344"/>
              </a:xfrm>
              <a:custGeom>
                <a:avLst/>
                <a:gdLst>
                  <a:gd name="connsiteX0" fmla="*/ 223941 w 224017"/>
                  <a:gd name="connsiteY0" fmla="*/ 114867 h 224017"/>
                  <a:gd name="connsiteX1" fmla="*/ 114867 w 224017"/>
                  <a:gd name="connsiteY1" fmla="*/ 223941 h 224017"/>
                  <a:gd name="connsiteX2" fmla="*/ 5794 w 224017"/>
                  <a:gd name="connsiteY2" fmla="*/ 114867 h 224017"/>
                  <a:gd name="connsiteX3" fmla="*/ 114867 w 224017"/>
                  <a:gd name="connsiteY3" fmla="*/ 5794 h 224017"/>
                  <a:gd name="connsiteX4" fmla="*/ 223941 w 224017"/>
                  <a:gd name="connsiteY4" fmla="*/ 114867 h 224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17" h="224017">
                    <a:moveTo>
                      <a:pt x="223941" y="114867"/>
                    </a:moveTo>
                    <a:cubicBezTo>
                      <a:pt x="223941" y="175107"/>
                      <a:pt x="175107" y="223941"/>
                      <a:pt x="114867" y="223941"/>
                    </a:cubicBezTo>
                    <a:cubicBezTo>
                      <a:pt x="54627" y="223941"/>
                      <a:pt x="5794" y="175107"/>
                      <a:pt x="5794" y="114867"/>
                    </a:cubicBezTo>
                    <a:cubicBezTo>
                      <a:pt x="5794" y="54628"/>
                      <a:pt x="54627" y="5794"/>
                      <a:pt x="114867" y="5794"/>
                    </a:cubicBezTo>
                    <a:cubicBezTo>
                      <a:pt x="175107" y="5794"/>
                      <a:pt x="223941" y="54628"/>
                      <a:pt x="223941" y="114867"/>
                    </a:cubicBez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p:spPr>
            <p:txBody>
              <a:bodyPr wrap="square" rtlCol="0" anchor="ctr"/>
              <a:lstStyle/>
              <a:p>
                <a:pPr algn="ctr"/>
                <a:endParaRPr lang="en-US" sz="1400">
                  <a:solidFill>
                    <a:schemeClr val="bg1"/>
                  </a:solidFill>
                </a:endParaRPr>
              </a:p>
            </p:txBody>
          </p:sp>
          <p:sp>
            <p:nvSpPr>
              <p:cNvPr id="28" name="Freeform: Shape 27">
                <a:extLst>
                  <a:ext uri="{FF2B5EF4-FFF2-40B4-BE49-F238E27FC236}">
                    <a16:creationId xmlns:a16="http://schemas.microsoft.com/office/drawing/2014/main" id="{A5B1AC9C-A1EB-73EB-DABC-1C39B130F251}"/>
                  </a:ext>
                </a:extLst>
              </p:cNvPr>
              <p:cNvSpPr/>
              <p:nvPr/>
            </p:nvSpPr>
            <p:spPr>
              <a:xfrm>
                <a:off x="708343" y="5127535"/>
                <a:ext cx="662352" cy="801615"/>
              </a:xfrm>
              <a:custGeom>
                <a:avLst/>
                <a:gdLst>
                  <a:gd name="connsiteX0" fmla="*/ 764237 w 1506327"/>
                  <a:gd name="connsiteY0" fmla="*/ 1819315 h 1823042"/>
                  <a:gd name="connsiteX1" fmla="*/ 1289443 w 1506327"/>
                  <a:gd name="connsiteY1" fmla="*/ 1282367 h 1823042"/>
                  <a:gd name="connsiteX2" fmla="*/ 770803 w 1506327"/>
                  <a:gd name="connsiteY2" fmla="*/ 5852 h 1823042"/>
                  <a:gd name="connsiteX3" fmla="*/ 743071 w 1506327"/>
                  <a:gd name="connsiteY3" fmla="*/ 5852 h 1823042"/>
                  <a:gd name="connsiteX4" fmla="*/ 224431 w 1506327"/>
                  <a:gd name="connsiteY4" fmla="*/ 1282445 h 1823042"/>
                  <a:gd name="connsiteX5" fmla="*/ 764237 w 1506327"/>
                  <a:gd name="connsiteY5" fmla="*/ 1819315 h 182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327" h="1823042">
                    <a:moveTo>
                      <a:pt x="764237" y="1819315"/>
                    </a:moveTo>
                    <a:lnTo>
                      <a:pt x="1289443" y="1282367"/>
                    </a:lnTo>
                    <a:cubicBezTo>
                      <a:pt x="1754551" y="813320"/>
                      <a:pt x="1428644" y="10795"/>
                      <a:pt x="770803" y="5852"/>
                    </a:cubicBezTo>
                    <a:cubicBezTo>
                      <a:pt x="761534" y="5774"/>
                      <a:pt x="752341" y="5774"/>
                      <a:pt x="743071" y="5852"/>
                    </a:cubicBezTo>
                    <a:cubicBezTo>
                      <a:pt x="85154" y="10795"/>
                      <a:pt x="-240754" y="813320"/>
                      <a:pt x="224431" y="1282445"/>
                    </a:cubicBezTo>
                    <a:lnTo>
                      <a:pt x="764237" y="1819315"/>
                    </a:ln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algn="ctr"/>
                <a:endParaRPr lang="en-US" sz="1400">
                  <a:solidFill>
                    <a:schemeClr val="bg1"/>
                  </a:solidFill>
                </a:endParaRPr>
              </a:p>
            </p:txBody>
          </p:sp>
          <p:sp>
            <p:nvSpPr>
              <p:cNvPr id="30" name="Oval 29">
                <a:extLst>
                  <a:ext uri="{FF2B5EF4-FFF2-40B4-BE49-F238E27FC236}">
                    <a16:creationId xmlns:a16="http://schemas.microsoft.com/office/drawing/2014/main" id="{5E23C463-ADB3-4F4B-D531-B41B99BA5F2A}"/>
                  </a:ext>
                </a:extLst>
              </p:cNvPr>
              <p:cNvSpPr/>
              <p:nvPr/>
            </p:nvSpPr>
            <p:spPr>
              <a:xfrm>
                <a:off x="755135" y="5174167"/>
                <a:ext cx="568768" cy="568768"/>
              </a:xfrm>
              <a:prstGeom prst="ellipse">
                <a:avLst/>
              </a:prstGeom>
              <a:solidFill>
                <a:srgbClr val="FFFFFF"/>
              </a:solidFill>
              <a:ln w="635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6350" cap="flat" cmpd="sng" algn="ctr">
                    <a:solidFill>
                      <a:srgbClr val="459FED"/>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1" name="TextBox 90">
              <a:extLst>
                <a:ext uri="{FF2B5EF4-FFF2-40B4-BE49-F238E27FC236}">
                  <a16:creationId xmlns:a16="http://schemas.microsoft.com/office/drawing/2014/main" id="{F16EDE72-C723-65C5-170C-A53BD815C097}"/>
                </a:ext>
              </a:extLst>
            </p:cNvPr>
            <p:cNvSpPr txBox="1"/>
            <p:nvPr/>
          </p:nvSpPr>
          <p:spPr>
            <a:xfrm>
              <a:off x="771980" y="5357360"/>
              <a:ext cx="465408" cy="215444"/>
            </a:xfrm>
            <a:prstGeom prst="rect">
              <a:avLst/>
            </a:prstGeom>
            <a:noFill/>
          </p:spPr>
          <p:txBody>
            <a:bodyPr vert="horz" wrap="square" lIns="0" tIns="0" rIns="0" bIns="0" rtlCol="0">
              <a:spAutoFit/>
            </a:bodyPr>
            <a:lstStyle/>
            <a:p>
              <a:pPr algn="ctr"/>
              <a:r>
                <a:rPr lang="en-IN" sz="1400" b="1">
                  <a:solidFill>
                    <a:srgbClr val="000000"/>
                  </a:solidFill>
                  <a:latin typeface="Arial" panose="020B0604020202020204" pitchFamily="34" charset="0"/>
                </a:rPr>
                <a:t>2009</a:t>
              </a:r>
            </a:p>
          </p:txBody>
        </p:sp>
      </p:grpSp>
      <p:grpSp>
        <p:nvGrpSpPr>
          <p:cNvPr id="111" name="Group 110">
            <a:extLst>
              <a:ext uri="{FF2B5EF4-FFF2-40B4-BE49-F238E27FC236}">
                <a16:creationId xmlns:a16="http://schemas.microsoft.com/office/drawing/2014/main" id="{9E5FD15C-EDD1-8165-0825-2E54E75BE54D}"/>
              </a:ext>
            </a:extLst>
          </p:cNvPr>
          <p:cNvGrpSpPr/>
          <p:nvPr/>
        </p:nvGrpSpPr>
        <p:grpSpPr>
          <a:xfrm>
            <a:off x="-186300" y="4128625"/>
            <a:ext cx="2080344" cy="847548"/>
            <a:chOff x="-186300" y="4128625"/>
            <a:chExt cx="2080344" cy="847548"/>
          </a:xfrm>
        </p:grpSpPr>
        <p:sp>
          <p:nvSpPr>
            <p:cNvPr id="103" name="Rectangle: Rounded Corners 102">
              <a:extLst>
                <a:ext uri="{FF2B5EF4-FFF2-40B4-BE49-F238E27FC236}">
                  <a16:creationId xmlns:a16="http://schemas.microsoft.com/office/drawing/2014/main" id="{8D09D76B-6BD7-D5B4-6AC5-42C68A392C31}"/>
                </a:ext>
              </a:extLst>
            </p:cNvPr>
            <p:cNvSpPr/>
            <p:nvPr/>
          </p:nvSpPr>
          <p:spPr>
            <a:xfrm>
              <a:off x="241734" y="4128625"/>
              <a:ext cx="1652310" cy="365760"/>
            </a:xfrm>
            <a:prstGeom prst="roundRect">
              <a:avLst>
                <a:gd name="adj" fmla="val 22152"/>
              </a:avLst>
            </a:prstGeom>
            <a:solidFill>
              <a:srgbClr val="F46262"/>
            </a:solidFill>
            <a:ln w="6350" cmpd="sng">
              <a:noFill/>
            </a:ln>
            <a:effectLst>
              <a:outerShdw blurRad="190500" dist="38100" dir="5400000" rotWithShape="0">
                <a:srgbClr val="F34B4B">
                  <a:alpha val="20000"/>
                </a:srgbClr>
              </a:outerShdw>
            </a:effectLst>
          </p:spPr>
          <p:txBody>
            <a:bodyPr wrap="non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TNI Sltempu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Sconva</a:t>
              </a:r>
            </a:p>
          </p:txBody>
        </p:sp>
        <p:sp>
          <p:nvSpPr>
            <p:cNvPr id="104" name="Rectangle 103">
              <a:extLst>
                <a:ext uri="{FF2B5EF4-FFF2-40B4-BE49-F238E27FC236}">
                  <a16:creationId xmlns:a16="http://schemas.microsoft.com/office/drawing/2014/main" id="{28936EBC-7776-D992-0FB5-597AE577C43F}"/>
                </a:ext>
              </a:extLst>
            </p:cNvPr>
            <p:cNvSpPr/>
            <p:nvPr/>
          </p:nvSpPr>
          <p:spPr>
            <a:xfrm>
              <a:off x="-186300" y="4545286"/>
              <a:ext cx="2080344" cy="430887"/>
            </a:xfrm>
            <a:prstGeom prst="rect">
              <a:avLst/>
            </a:prstGeom>
            <a:noFill/>
            <a:ln>
              <a:noFill/>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62626"/>
                  </a:solidFill>
                  <a:effectLst/>
                  <a:uLnTx/>
                  <a:uFillTx/>
                  <a:latin typeface="Arial" panose="020B0604020202020204" pitchFamily="34" charset="0"/>
                  <a:ea typeface="+mn-ea"/>
                  <a:cs typeface="Arial"/>
                </a:rPr>
                <a:t>Llisq uisacl ectuspellentes qu </a:t>
              </a: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“EI-NI-PS-UMI” dorcip</a:t>
              </a:r>
            </a:p>
          </p:txBody>
        </p:sp>
      </p:grpSp>
      <p:grpSp>
        <p:nvGrpSpPr>
          <p:cNvPr id="98" name="Group 97">
            <a:extLst>
              <a:ext uri="{FF2B5EF4-FFF2-40B4-BE49-F238E27FC236}">
                <a16:creationId xmlns:a16="http://schemas.microsoft.com/office/drawing/2014/main" id="{D3E0CBDA-53A7-8C57-FE49-4D344DE67980}"/>
              </a:ext>
            </a:extLst>
          </p:cNvPr>
          <p:cNvGrpSpPr/>
          <p:nvPr/>
        </p:nvGrpSpPr>
        <p:grpSpPr>
          <a:xfrm>
            <a:off x="4661552" y="3551026"/>
            <a:ext cx="644748" cy="926375"/>
            <a:chOff x="4458886" y="3454291"/>
            <a:chExt cx="644748" cy="926375"/>
          </a:xfrm>
        </p:grpSpPr>
        <p:grpSp>
          <p:nvGrpSpPr>
            <p:cNvPr id="53" name="Group 52">
              <a:extLst>
                <a:ext uri="{FF2B5EF4-FFF2-40B4-BE49-F238E27FC236}">
                  <a16:creationId xmlns:a16="http://schemas.microsoft.com/office/drawing/2014/main" id="{363E458E-3DDF-D240-A0D4-E26B51B8DDE3}"/>
                </a:ext>
              </a:extLst>
            </p:cNvPr>
            <p:cNvGrpSpPr/>
            <p:nvPr/>
          </p:nvGrpSpPr>
          <p:grpSpPr>
            <a:xfrm>
              <a:off x="4458886" y="3454291"/>
              <a:ext cx="644748" cy="926375"/>
              <a:chOff x="708343" y="5127535"/>
              <a:chExt cx="662352" cy="951668"/>
            </a:xfrm>
            <a:effectLst>
              <a:reflection blurRad="76200" stA="52000" endA="300" endPos="35000" dir="5400000" sy="-100000" algn="bl" rotWithShape="0"/>
            </a:effectLst>
          </p:grpSpPr>
          <p:sp>
            <p:nvSpPr>
              <p:cNvPr id="54" name="Freeform: Shape 53">
                <a:extLst>
                  <a:ext uri="{FF2B5EF4-FFF2-40B4-BE49-F238E27FC236}">
                    <a16:creationId xmlns:a16="http://schemas.microsoft.com/office/drawing/2014/main" id="{E4D74846-B0ED-1973-EC7D-7596B5753529}"/>
                  </a:ext>
                </a:extLst>
              </p:cNvPr>
              <p:cNvSpPr/>
              <p:nvPr/>
            </p:nvSpPr>
            <p:spPr>
              <a:xfrm>
                <a:off x="976347" y="5952859"/>
                <a:ext cx="126344" cy="126344"/>
              </a:xfrm>
              <a:custGeom>
                <a:avLst/>
                <a:gdLst>
                  <a:gd name="connsiteX0" fmla="*/ 223941 w 224017"/>
                  <a:gd name="connsiteY0" fmla="*/ 114867 h 224017"/>
                  <a:gd name="connsiteX1" fmla="*/ 114867 w 224017"/>
                  <a:gd name="connsiteY1" fmla="*/ 223941 h 224017"/>
                  <a:gd name="connsiteX2" fmla="*/ 5794 w 224017"/>
                  <a:gd name="connsiteY2" fmla="*/ 114867 h 224017"/>
                  <a:gd name="connsiteX3" fmla="*/ 114867 w 224017"/>
                  <a:gd name="connsiteY3" fmla="*/ 5794 h 224017"/>
                  <a:gd name="connsiteX4" fmla="*/ 223941 w 224017"/>
                  <a:gd name="connsiteY4" fmla="*/ 114867 h 224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17" h="224017">
                    <a:moveTo>
                      <a:pt x="223941" y="114867"/>
                    </a:moveTo>
                    <a:cubicBezTo>
                      <a:pt x="223941" y="175107"/>
                      <a:pt x="175107" y="223941"/>
                      <a:pt x="114867" y="223941"/>
                    </a:cubicBezTo>
                    <a:cubicBezTo>
                      <a:pt x="54627" y="223941"/>
                      <a:pt x="5794" y="175107"/>
                      <a:pt x="5794" y="114867"/>
                    </a:cubicBezTo>
                    <a:cubicBezTo>
                      <a:pt x="5794" y="54628"/>
                      <a:pt x="54627" y="5794"/>
                      <a:pt x="114867" y="5794"/>
                    </a:cubicBezTo>
                    <a:cubicBezTo>
                      <a:pt x="175107" y="5794"/>
                      <a:pt x="223941" y="54628"/>
                      <a:pt x="223941" y="114867"/>
                    </a:cubicBez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p:spPr>
            <p:txBody>
              <a:bodyPr wrap="square" rtlCol="0" anchor="ctr"/>
              <a:lstStyle/>
              <a:p>
                <a:pPr algn="ctr"/>
                <a:endParaRPr lang="en-US" sz="1400">
                  <a:solidFill>
                    <a:schemeClr val="bg1"/>
                  </a:solidFill>
                </a:endParaRPr>
              </a:p>
            </p:txBody>
          </p:sp>
          <p:sp>
            <p:nvSpPr>
              <p:cNvPr id="60" name="Freeform: Shape 59">
                <a:extLst>
                  <a:ext uri="{FF2B5EF4-FFF2-40B4-BE49-F238E27FC236}">
                    <a16:creationId xmlns:a16="http://schemas.microsoft.com/office/drawing/2014/main" id="{0A266779-68C0-E6D4-D39B-054A9BEF4233}"/>
                  </a:ext>
                </a:extLst>
              </p:cNvPr>
              <p:cNvSpPr/>
              <p:nvPr/>
            </p:nvSpPr>
            <p:spPr>
              <a:xfrm>
                <a:off x="708343" y="5127535"/>
                <a:ext cx="662352" cy="801615"/>
              </a:xfrm>
              <a:custGeom>
                <a:avLst/>
                <a:gdLst>
                  <a:gd name="connsiteX0" fmla="*/ 764237 w 1506327"/>
                  <a:gd name="connsiteY0" fmla="*/ 1819315 h 1823042"/>
                  <a:gd name="connsiteX1" fmla="*/ 1289443 w 1506327"/>
                  <a:gd name="connsiteY1" fmla="*/ 1282367 h 1823042"/>
                  <a:gd name="connsiteX2" fmla="*/ 770803 w 1506327"/>
                  <a:gd name="connsiteY2" fmla="*/ 5852 h 1823042"/>
                  <a:gd name="connsiteX3" fmla="*/ 743071 w 1506327"/>
                  <a:gd name="connsiteY3" fmla="*/ 5852 h 1823042"/>
                  <a:gd name="connsiteX4" fmla="*/ 224431 w 1506327"/>
                  <a:gd name="connsiteY4" fmla="*/ 1282445 h 1823042"/>
                  <a:gd name="connsiteX5" fmla="*/ 764237 w 1506327"/>
                  <a:gd name="connsiteY5" fmla="*/ 1819315 h 182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327" h="1823042">
                    <a:moveTo>
                      <a:pt x="764237" y="1819315"/>
                    </a:moveTo>
                    <a:lnTo>
                      <a:pt x="1289443" y="1282367"/>
                    </a:lnTo>
                    <a:cubicBezTo>
                      <a:pt x="1754551" y="813320"/>
                      <a:pt x="1428644" y="10795"/>
                      <a:pt x="770803" y="5852"/>
                    </a:cubicBezTo>
                    <a:cubicBezTo>
                      <a:pt x="761534" y="5774"/>
                      <a:pt x="752341" y="5774"/>
                      <a:pt x="743071" y="5852"/>
                    </a:cubicBezTo>
                    <a:cubicBezTo>
                      <a:pt x="85154" y="10795"/>
                      <a:pt x="-240754" y="813320"/>
                      <a:pt x="224431" y="1282445"/>
                    </a:cubicBezTo>
                    <a:lnTo>
                      <a:pt x="764237" y="1819315"/>
                    </a:ln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algn="ctr"/>
                <a:endParaRPr lang="en-US" sz="1400">
                  <a:solidFill>
                    <a:schemeClr val="bg1"/>
                  </a:solidFill>
                </a:endParaRPr>
              </a:p>
            </p:txBody>
          </p:sp>
          <p:sp>
            <p:nvSpPr>
              <p:cNvPr id="62" name="Oval 61">
                <a:extLst>
                  <a:ext uri="{FF2B5EF4-FFF2-40B4-BE49-F238E27FC236}">
                    <a16:creationId xmlns:a16="http://schemas.microsoft.com/office/drawing/2014/main" id="{3E4AE7CB-FC87-7FC1-98EA-F64A0704FB90}"/>
                  </a:ext>
                </a:extLst>
              </p:cNvPr>
              <p:cNvSpPr/>
              <p:nvPr/>
            </p:nvSpPr>
            <p:spPr>
              <a:xfrm>
                <a:off x="755135" y="5174167"/>
                <a:ext cx="568768" cy="568768"/>
              </a:xfrm>
              <a:prstGeom prst="ellipse">
                <a:avLst/>
              </a:prstGeom>
              <a:solidFill>
                <a:srgbClr val="FFFFFF"/>
              </a:solidFill>
              <a:ln w="635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6350" cap="flat" cmpd="sng" algn="ctr">
                    <a:solidFill>
                      <a:srgbClr val="459FED"/>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3" name="TextBox 92">
              <a:extLst>
                <a:ext uri="{FF2B5EF4-FFF2-40B4-BE49-F238E27FC236}">
                  <a16:creationId xmlns:a16="http://schemas.microsoft.com/office/drawing/2014/main" id="{48E48845-02F7-2121-80CF-E4A6CF329962}"/>
                </a:ext>
              </a:extLst>
            </p:cNvPr>
            <p:cNvSpPr txBox="1"/>
            <p:nvPr/>
          </p:nvSpPr>
          <p:spPr>
            <a:xfrm>
              <a:off x="4548556" y="3674085"/>
              <a:ext cx="465408" cy="200055"/>
            </a:xfrm>
            <a:prstGeom prst="rect">
              <a:avLst/>
            </a:prstGeom>
            <a:noFill/>
          </p:spPr>
          <p:txBody>
            <a:bodyPr vert="horz" wrap="square" lIns="0" tIns="0" rIns="0" bIns="0" rtlCol="0">
              <a:spAutoFit/>
            </a:bodyPr>
            <a:lstStyle/>
            <a:p>
              <a:pPr algn="ctr"/>
              <a:r>
                <a:rPr lang="en-IN" sz="1300" b="1">
                  <a:solidFill>
                    <a:srgbClr val="000000"/>
                  </a:solidFill>
                  <a:latin typeface="Arial" panose="020B0604020202020204" pitchFamily="34" charset="0"/>
                </a:rPr>
                <a:t>2016</a:t>
              </a:r>
            </a:p>
          </p:txBody>
        </p:sp>
      </p:grpSp>
      <p:grpSp>
        <p:nvGrpSpPr>
          <p:cNvPr id="114" name="Group 113">
            <a:extLst>
              <a:ext uri="{FF2B5EF4-FFF2-40B4-BE49-F238E27FC236}">
                <a16:creationId xmlns:a16="http://schemas.microsoft.com/office/drawing/2014/main" id="{63B07364-E8EE-B764-DE16-884BC01AE0C6}"/>
              </a:ext>
            </a:extLst>
          </p:cNvPr>
          <p:cNvGrpSpPr/>
          <p:nvPr/>
        </p:nvGrpSpPr>
        <p:grpSpPr>
          <a:xfrm>
            <a:off x="3217511" y="2427356"/>
            <a:ext cx="2080344" cy="982996"/>
            <a:chOff x="3217511" y="2427356"/>
            <a:chExt cx="2080344" cy="982996"/>
          </a:xfrm>
        </p:grpSpPr>
        <p:sp>
          <p:nvSpPr>
            <p:cNvPr id="105" name="Rectangle: Rounded Corners 104">
              <a:extLst>
                <a:ext uri="{FF2B5EF4-FFF2-40B4-BE49-F238E27FC236}">
                  <a16:creationId xmlns:a16="http://schemas.microsoft.com/office/drawing/2014/main" id="{852EA133-7DB2-4BDD-948B-1AA10D019862}"/>
                </a:ext>
              </a:extLst>
            </p:cNvPr>
            <p:cNvSpPr/>
            <p:nvPr/>
          </p:nvSpPr>
          <p:spPr>
            <a:xfrm>
              <a:off x="3430545" y="2427356"/>
              <a:ext cx="1867310" cy="365760"/>
            </a:xfrm>
            <a:prstGeom prst="roundRect">
              <a:avLst>
                <a:gd name="adj" fmla="val 13755"/>
              </a:avLst>
            </a:prstGeom>
            <a:solidFill>
              <a:srgbClr val="F46262"/>
            </a:solidFill>
            <a:ln w="6350" cmpd="sng">
              <a:noFill/>
            </a:ln>
            <a:effectLst>
              <a:outerShdw blurRad="190500" dist="38100" dir="5400000" rotWithShape="0">
                <a:srgbClr val="F34B4B">
                  <a:alpha val="20000"/>
                </a:srgbClr>
              </a:outerShdw>
            </a:effectLst>
          </p:spPr>
          <p:txBody>
            <a:bodyPr wrap="non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Ortadapibusviv Amussus</a:t>
              </a:r>
            </a:p>
          </p:txBody>
        </p:sp>
        <p:sp>
          <p:nvSpPr>
            <p:cNvPr id="106" name="Rectangle 105">
              <a:extLst>
                <a:ext uri="{FF2B5EF4-FFF2-40B4-BE49-F238E27FC236}">
                  <a16:creationId xmlns:a16="http://schemas.microsoft.com/office/drawing/2014/main" id="{67E32BD9-2041-891C-8616-DBDE6FA4539C}"/>
                </a:ext>
              </a:extLst>
            </p:cNvPr>
            <p:cNvSpPr/>
            <p:nvPr/>
          </p:nvSpPr>
          <p:spPr>
            <a:xfrm>
              <a:off x="3217511" y="2833271"/>
              <a:ext cx="2080344" cy="577081"/>
            </a:xfrm>
            <a:prstGeom prst="rect">
              <a:avLst/>
            </a:prstGeom>
            <a:noFill/>
            <a:ln>
              <a:noFill/>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Cipittortorege tfelis por 4 ttitorv </a:t>
              </a:r>
              <a:r>
                <a:rPr kumimoji="0" lang="en-US" sz="1050" b="0" i="0" u="none" strike="noStrike" kern="1200" cap="none" spc="0" normalizeH="0" baseline="0" noProof="0">
                  <a:ln>
                    <a:noFill/>
                  </a:ln>
                  <a:solidFill>
                    <a:srgbClr val="262626"/>
                  </a:solidFill>
                  <a:effectLst/>
                  <a:uLnTx/>
                  <a:uFillTx/>
                  <a:latin typeface="Arial" panose="020B0604020202020204" pitchFamily="34" charset="0"/>
                  <a:ea typeface="+mn-ea"/>
                  <a:cs typeface="Arial"/>
                </a:rPr>
                <a:t>olut patcr as ultric iesligula, SED &amp; Magnadictu</a:t>
              </a:r>
            </a:p>
          </p:txBody>
        </p:sp>
      </p:grpSp>
      <p:grpSp>
        <p:nvGrpSpPr>
          <p:cNvPr id="99" name="Group 98">
            <a:extLst>
              <a:ext uri="{FF2B5EF4-FFF2-40B4-BE49-F238E27FC236}">
                <a16:creationId xmlns:a16="http://schemas.microsoft.com/office/drawing/2014/main" id="{9C687A19-734E-B60F-2977-6FE5B0532E17}"/>
              </a:ext>
            </a:extLst>
          </p:cNvPr>
          <p:cNvGrpSpPr/>
          <p:nvPr/>
        </p:nvGrpSpPr>
        <p:grpSpPr>
          <a:xfrm>
            <a:off x="6615691" y="3012963"/>
            <a:ext cx="579114" cy="832072"/>
            <a:chOff x="6342773" y="2997274"/>
            <a:chExt cx="579114" cy="832072"/>
          </a:xfrm>
        </p:grpSpPr>
        <p:grpSp>
          <p:nvGrpSpPr>
            <p:cNvPr id="63" name="Group 62">
              <a:extLst>
                <a:ext uri="{FF2B5EF4-FFF2-40B4-BE49-F238E27FC236}">
                  <a16:creationId xmlns:a16="http://schemas.microsoft.com/office/drawing/2014/main" id="{E78C843F-698E-E480-A672-DAE2A009C709}"/>
                </a:ext>
              </a:extLst>
            </p:cNvPr>
            <p:cNvGrpSpPr/>
            <p:nvPr/>
          </p:nvGrpSpPr>
          <p:grpSpPr>
            <a:xfrm>
              <a:off x="6342773" y="2997274"/>
              <a:ext cx="579114" cy="832072"/>
              <a:chOff x="708343" y="5127535"/>
              <a:chExt cx="662352" cy="951668"/>
            </a:xfrm>
            <a:effectLst>
              <a:reflection blurRad="76200" stA="52000" endA="300" endPos="35000" dir="5400000" sy="-100000" algn="bl" rotWithShape="0"/>
            </a:effectLst>
          </p:grpSpPr>
          <p:sp>
            <p:nvSpPr>
              <p:cNvPr id="64" name="Freeform: Shape 63">
                <a:extLst>
                  <a:ext uri="{FF2B5EF4-FFF2-40B4-BE49-F238E27FC236}">
                    <a16:creationId xmlns:a16="http://schemas.microsoft.com/office/drawing/2014/main" id="{36D93FBA-60B8-0B30-B37E-B714AE2CF82A}"/>
                  </a:ext>
                </a:extLst>
              </p:cNvPr>
              <p:cNvSpPr/>
              <p:nvPr/>
            </p:nvSpPr>
            <p:spPr>
              <a:xfrm>
                <a:off x="976347" y="5952859"/>
                <a:ext cx="126344" cy="126344"/>
              </a:xfrm>
              <a:custGeom>
                <a:avLst/>
                <a:gdLst>
                  <a:gd name="connsiteX0" fmla="*/ 223941 w 224017"/>
                  <a:gd name="connsiteY0" fmla="*/ 114867 h 224017"/>
                  <a:gd name="connsiteX1" fmla="*/ 114867 w 224017"/>
                  <a:gd name="connsiteY1" fmla="*/ 223941 h 224017"/>
                  <a:gd name="connsiteX2" fmla="*/ 5794 w 224017"/>
                  <a:gd name="connsiteY2" fmla="*/ 114867 h 224017"/>
                  <a:gd name="connsiteX3" fmla="*/ 114867 w 224017"/>
                  <a:gd name="connsiteY3" fmla="*/ 5794 h 224017"/>
                  <a:gd name="connsiteX4" fmla="*/ 223941 w 224017"/>
                  <a:gd name="connsiteY4" fmla="*/ 114867 h 224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17" h="224017">
                    <a:moveTo>
                      <a:pt x="223941" y="114867"/>
                    </a:moveTo>
                    <a:cubicBezTo>
                      <a:pt x="223941" y="175107"/>
                      <a:pt x="175107" y="223941"/>
                      <a:pt x="114867" y="223941"/>
                    </a:cubicBezTo>
                    <a:cubicBezTo>
                      <a:pt x="54627" y="223941"/>
                      <a:pt x="5794" y="175107"/>
                      <a:pt x="5794" y="114867"/>
                    </a:cubicBezTo>
                    <a:cubicBezTo>
                      <a:pt x="5794" y="54628"/>
                      <a:pt x="54627" y="5794"/>
                      <a:pt x="114867" y="5794"/>
                    </a:cubicBezTo>
                    <a:cubicBezTo>
                      <a:pt x="175107" y="5794"/>
                      <a:pt x="223941" y="54628"/>
                      <a:pt x="223941" y="114867"/>
                    </a:cubicBez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p:spPr>
            <p:txBody>
              <a:bodyPr wrap="square" rtlCol="0" anchor="ctr"/>
              <a:lstStyle/>
              <a:p>
                <a:pPr algn="ctr"/>
                <a:endParaRPr lang="en-US" sz="1400">
                  <a:solidFill>
                    <a:schemeClr val="bg1"/>
                  </a:solidFill>
                </a:endParaRPr>
              </a:p>
            </p:txBody>
          </p:sp>
          <p:sp>
            <p:nvSpPr>
              <p:cNvPr id="65" name="Freeform: Shape 64">
                <a:extLst>
                  <a:ext uri="{FF2B5EF4-FFF2-40B4-BE49-F238E27FC236}">
                    <a16:creationId xmlns:a16="http://schemas.microsoft.com/office/drawing/2014/main" id="{09421A1A-2023-90BC-B54C-5DFA00F14826}"/>
                  </a:ext>
                </a:extLst>
              </p:cNvPr>
              <p:cNvSpPr/>
              <p:nvPr/>
            </p:nvSpPr>
            <p:spPr>
              <a:xfrm>
                <a:off x="708343" y="5127535"/>
                <a:ext cx="662352" cy="801615"/>
              </a:xfrm>
              <a:custGeom>
                <a:avLst/>
                <a:gdLst>
                  <a:gd name="connsiteX0" fmla="*/ 764237 w 1506327"/>
                  <a:gd name="connsiteY0" fmla="*/ 1819315 h 1823042"/>
                  <a:gd name="connsiteX1" fmla="*/ 1289443 w 1506327"/>
                  <a:gd name="connsiteY1" fmla="*/ 1282367 h 1823042"/>
                  <a:gd name="connsiteX2" fmla="*/ 770803 w 1506327"/>
                  <a:gd name="connsiteY2" fmla="*/ 5852 h 1823042"/>
                  <a:gd name="connsiteX3" fmla="*/ 743071 w 1506327"/>
                  <a:gd name="connsiteY3" fmla="*/ 5852 h 1823042"/>
                  <a:gd name="connsiteX4" fmla="*/ 224431 w 1506327"/>
                  <a:gd name="connsiteY4" fmla="*/ 1282445 h 1823042"/>
                  <a:gd name="connsiteX5" fmla="*/ 764237 w 1506327"/>
                  <a:gd name="connsiteY5" fmla="*/ 1819315 h 182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327" h="1823042">
                    <a:moveTo>
                      <a:pt x="764237" y="1819315"/>
                    </a:moveTo>
                    <a:lnTo>
                      <a:pt x="1289443" y="1282367"/>
                    </a:lnTo>
                    <a:cubicBezTo>
                      <a:pt x="1754551" y="813320"/>
                      <a:pt x="1428644" y="10795"/>
                      <a:pt x="770803" y="5852"/>
                    </a:cubicBezTo>
                    <a:cubicBezTo>
                      <a:pt x="761534" y="5774"/>
                      <a:pt x="752341" y="5774"/>
                      <a:pt x="743071" y="5852"/>
                    </a:cubicBezTo>
                    <a:cubicBezTo>
                      <a:pt x="85154" y="10795"/>
                      <a:pt x="-240754" y="813320"/>
                      <a:pt x="224431" y="1282445"/>
                    </a:cubicBezTo>
                    <a:lnTo>
                      <a:pt x="764237" y="1819315"/>
                    </a:ln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algn="ctr"/>
                <a:endParaRPr lang="en-US" sz="1400">
                  <a:solidFill>
                    <a:schemeClr val="bg1"/>
                  </a:solidFill>
                </a:endParaRPr>
              </a:p>
            </p:txBody>
          </p:sp>
          <p:sp>
            <p:nvSpPr>
              <p:cNvPr id="66" name="Oval 65">
                <a:extLst>
                  <a:ext uri="{FF2B5EF4-FFF2-40B4-BE49-F238E27FC236}">
                    <a16:creationId xmlns:a16="http://schemas.microsoft.com/office/drawing/2014/main" id="{0110328A-A5F3-ABB0-3F68-FCE170709501}"/>
                  </a:ext>
                </a:extLst>
              </p:cNvPr>
              <p:cNvSpPr/>
              <p:nvPr/>
            </p:nvSpPr>
            <p:spPr>
              <a:xfrm>
                <a:off x="755135" y="5174167"/>
                <a:ext cx="568768" cy="568768"/>
              </a:xfrm>
              <a:prstGeom prst="ellipse">
                <a:avLst/>
              </a:prstGeom>
              <a:solidFill>
                <a:srgbClr val="FFFFFF"/>
              </a:solidFill>
              <a:ln w="635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6350" cap="flat" cmpd="sng" algn="ctr">
                    <a:solidFill>
                      <a:srgbClr val="459FED"/>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4" name="TextBox 93">
              <a:extLst>
                <a:ext uri="{FF2B5EF4-FFF2-40B4-BE49-F238E27FC236}">
                  <a16:creationId xmlns:a16="http://schemas.microsoft.com/office/drawing/2014/main" id="{456FB24A-EF93-66C4-08DC-ADCD4734ABE0}"/>
                </a:ext>
              </a:extLst>
            </p:cNvPr>
            <p:cNvSpPr txBox="1"/>
            <p:nvPr/>
          </p:nvSpPr>
          <p:spPr>
            <a:xfrm>
              <a:off x="6399626" y="3188240"/>
              <a:ext cx="465408" cy="192360"/>
            </a:xfrm>
            <a:prstGeom prst="rect">
              <a:avLst/>
            </a:prstGeom>
            <a:noFill/>
          </p:spPr>
          <p:txBody>
            <a:bodyPr vert="horz" wrap="square" lIns="0" tIns="0" rIns="0" bIns="0" rtlCol="0">
              <a:spAutoFit/>
            </a:bodyPr>
            <a:lstStyle/>
            <a:p>
              <a:pPr algn="ctr"/>
              <a:r>
                <a:rPr lang="en-IN" sz="1250" b="1">
                  <a:solidFill>
                    <a:srgbClr val="000000"/>
                  </a:solidFill>
                  <a:latin typeface="Arial" panose="020B0604020202020204" pitchFamily="34" charset="0"/>
                </a:rPr>
                <a:t>2021</a:t>
              </a:r>
            </a:p>
          </p:txBody>
        </p:sp>
      </p:grpSp>
      <p:grpSp>
        <p:nvGrpSpPr>
          <p:cNvPr id="113" name="Group 112">
            <a:extLst>
              <a:ext uri="{FF2B5EF4-FFF2-40B4-BE49-F238E27FC236}">
                <a16:creationId xmlns:a16="http://schemas.microsoft.com/office/drawing/2014/main" id="{B15C5DA9-B9B1-A3B0-2FA2-9228AED57E20}"/>
              </a:ext>
            </a:extLst>
          </p:cNvPr>
          <p:cNvGrpSpPr/>
          <p:nvPr/>
        </p:nvGrpSpPr>
        <p:grpSpPr>
          <a:xfrm>
            <a:off x="5283243" y="1807825"/>
            <a:ext cx="2181119" cy="992009"/>
            <a:chOff x="5283243" y="1807825"/>
            <a:chExt cx="2181119" cy="992009"/>
          </a:xfrm>
        </p:grpSpPr>
        <p:sp>
          <p:nvSpPr>
            <p:cNvPr id="107" name="Rectangle: Rounded Corners 106">
              <a:extLst>
                <a:ext uri="{FF2B5EF4-FFF2-40B4-BE49-F238E27FC236}">
                  <a16:creationId xmlns:a16="http://schemas.microsoft.com/office/drawing/2014/main" id="{3A491A1D-718D-A99F-589A-2CC7F90ABCE2}"/>
                </a:ext>
              </a:extLst>
            </p:cNvPr>
            <p:cNvSpPr/>
            <p:nvPr/>
          </p:nvSpPr>
          <p:spPr>
            <a:xfrm>
              <a:off x="5517291" y="1807825"/>
              <a:ext cx="1947071" cy="365760"/>
            </a:xfrm>
            <a:prstGeom prst="roundRect">
              <a:avLst>
                <a:gd name="adj" fmla="val 13755"/>
              </a:avLst>
            </a:prstGeom>
            <a:solidFill>
              <a:srgbClr val="F46262"/>
            </a:solidFill>
            <a:ln w="6350" cmpd="sng">
              <a:noFill/>
            </a:ln>
            <a:effectLst>
              <a:outerShdw blurRad="190500" dist="38100" dir="5400000" rotWithShape="0">
                <a:srgbClr val="F34B4B">
                  <a:alpha val="20000"/>
                </a:srgbClr>
              </a:outerShdw>
            </a:effectLst>
          </p:spPr>
          <p:txBody>
            <a:bodyPr wrap="non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Mportalor Emipsumd Olor</a:t>
              </a:r>
            </a:p>
          </p:txBody>
        </p:sp>
        <p:sp>
          <p:nvSpPr>
            <p:cNvPr id="108" name="Rectangle 107">
              <a:extLst>
                <a:ext uri="{FF2B5EF4-FFF2-40B4-BE49-F238E27FC236}">
                  <a16:creationId xmlns:a16="http://schemas.microsoft.com/office/drawing/2014/main" id="{5DDE7EC8-C6FD-BF93-B37D-0A0C6081B8D9}"/>
                </a:ext>
              </a:extLst>
            </p:cNvPr>
            <p:cNvSpPr/>
            <p:nvPr/>
          </p:nvSpPr>
          <p:spPr>
            <a:xfrm>
              <a:off x="5283243" y="2222753"/>
              <a:ext cx="2181119" cy="577081"/>
            </a:xfrm>
            <a:prstGeom prst="rect">
              <a:avLst/>
            </a:prstGeom>
            <a:noFill/>
            <a:ln>
              <a:noFill/>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262626"/>
                  </a:solidFill>
                  <a:effectLst/>
                  <a:uLnTx/>
                  <a:uFillTx/>
                  <a:latin typeface="Arial" panose="020B0604020202020204" pitchFamily="34" charset="0"/>
                  <a:ea typeface="+mn-ea"/>
                  <a:cs typeface="Arial"/>
                </a:rPr>
                <a:t>Sitametc onse cteturadip, </a:t>
              </a: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iscinge litseddoeiu smo dtemporincididu</a:t>
              </a:r>
            </a:p>
          </p:txBody>
        </p:sp>
      </p:grpSp>
      <p:grpSp>
        <p:nvGrpSpPr>
          <p:cNvPr id="100" name="Group 99">
            <a:extLst>
              <a:ext uri="{FF2B5EF4-FFF2-40B4-BE49-F238E27FC236}">
                <a16:creationId xmlns:a16="http://schemas.microsoft.com/office/drawing/2014/main" id="{C6FAA662-8249-237F-D541-4F2C042525EB}"/>
              </a:ext>
            </a:extLst>
          </p:cNvPr>
          <p:cNvGrpSpPr/>
          <p:nvPr/>
        </p:nvGrpSpPr>
        <p:grpSpPr>
          <a:xfrm>
            <a:off x="8445749" y="2459275"/>
            <a:ext cx="487674" cy="700690"/>
            <a:chOff x="8161026" y="2442849"/>
            <a:chExt cx="487674" cy="700690"/>
          </a:xfrm>
        </p:grpSpPr>
        <p:grpSp>
          <p:nvGrpSpPr>
            <p:cNvPr id="67" name="Group 66">
              <a:extLst>
                <a:ext uri="{FF2B5EF4-FFF2-40B4-BE49-F238E27FC236}">
                  <a16:creationId xmlns:a16="http://schemas.microsoft.com/office/drawing/2014/main" id="{2E4BF995-EE17-F761-5E3F-F910E693B62B}"/>
                </a:ext>
              </a:extLst>
            </p:cNvPr>
            <p:cNvGrpSpPr/>
            <p:nvPr/>
          </p:nvGrpSpPr>
          <p:grpSpPr>
            <a:xfrm>
              <a:off x="8161026" y="2442849"/>
              <a:ext cx="487674" cy="700690"/>
              <a:chOff x="708343" y="5127535"/>
              <a:chExt cx="662352" cy="951668"/>
            </a:xfrm>
            <a:effectLst>
              <a:reflection blurRad="76200" stA="52000" endA="300" endPos="35000" dir="5400000" sy="-100000" algn="bl" rotWithShape="0"/>
            </a:effectLst>
          </p:grpSpPr>
          <p:sp>
            <p:nvSpPr>
              <p:cNvPr id="68" name="Freeform: Shape 67">
                <a:extLst>
                  <a:ext uri="{FF2B5EF4-FFF2-40B4-BE49-F238E27FC236}">
                    <a16:creationId xmlns:a16="http://schemas.microsoft.com/office/drawing/2014/main" id="{08F1B0A9-8614-9102-FD75-C5726CDA221B}"/>
                  </a:ext>
                </a:extLst>
              </p:cNvPr>
              <p:cNvSpPr/>
              <p:nvPr/>
            </p:nvSpPr>
            <p:spPr>
              <a:xfrm>
                <a:off x="976347" y="5952859"/>
                <a:ext cx="126344" cy="126344"/>
              </a:xfrm>
              <a:custGeom>
                <a:avLst/>
                <a:gdLst>
                  <a:gd name="connsiteX0" fmla="*/ 223941 w 224017"/>
                  <a:gd name="connsiteY0" fmla="*/ 114867 h 224017"/>
                  <a:gd name="connsiteX1" fmla="*/ 114867 w 224017"/>
                  <a:gd name="connsiteY1" fmla="*/ 223941 h 224017"/>
                  <a:gd name="connsiteX2" fmla="*/ 5794 w 224017"/>
                  <a:gd name="connsiteY2" fmla="*/ 114867 h 224017"/>
                  <a:gd name="connsiteX3" fmla="*/ 114867 w 224017"/>
                  <a:gd name="connsiteY3" fmla="*/ 5794 h 224017"/>
                  <a:gd name="connsiteX4" fmla="*/ 223941 w 224017"/>
                  <a:gd name="connsiteY4" fmla="*/ 114867 h 224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017" h="224017">
                    <a:moveTo>
                      <a:pt x="223941" y="114867"/>
                    </a:moveTo>
                    <a:cubicBezTo>
                      <a:pt x="223941" y="175107"/>
                      <a:pt x="175107" y="223941"/>
                      <a:pt x="114867" y="223941"/>
                    </a:cubicBezTo>
                    <a:cubicBezTo>
                      <a:pt x="54627" y="223941"/>
                      <a:pt x="5794" y="175107"/>
                      <a:pt x="5794" y="114867"/>
                    </a:cubicBezTo>
                    <a:cubicBezTo>
                      <a:pt x="5794" y="54628"/>
                      <a:pt x="54627" y="5794"/>
                      <a:pt x="114867" y="5794"/>
                    </a:cubicBezTo>
                    <a:cubicBezTo>
                      <a:pt x="175107" y="5794"/>
                      <a:pt x="223941" y="54628"/>
                      <a:pt x="223941" y="114867"/>
                    </a:cubicBez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p:spPr>
            <p:txBody>
              <a:bodyPr wrap="square" rtlCol="0" anchor="ctr"/>
              <a:lstStyle/>
              <a:p>
                <a:pPr algn="ctr"/>
                <a:endParaRPr lang="en-US" sz="1400">
                  <a:solidFill>
                    <a:schemeClr val="bg1"/>
                  </a:solidFill>
                </a:endParaRPr>
              </a:p>
            </p:txBody>
          </p:sp>
          <p:sp>
            <p:nvSpPr>
              <p:cNvPr id="69" name="Freeform: Shape 68">
                <a:extLst>
                  <a:ext uri="{FF2B5EF4-FFF2-40B4-BE49-F238E27FC236}">
                    <a16:creationId xmlns:a16="http://schemas.microsoft.com/office/drawing/2014/main" id="{ABCD2479-C887-AA24-4D27-08F326565793}"/>
                  </a:ext>
                </a:extLst>
              </p:cNvPr>
              <p:cNvSpPr/>
              <p:nvPr/>
            </p:nvSpPr>
            <p:spPr>
              <a:xfrm>
                <a:off x="708343" y="5127535"/>
                <a:ext cx="662352" cy="801615"/>
              </a:xfrm>
              <a:custGeom>
                <a:avLst/>
                <a:gdLst>
                  <a:gd name="connsiteX0" fmla="*/ 764237 w 1506327"/>
                  <a:gd name="connsiteY0" fmla="*/ 1819315 h 1823042"/>
                  <a:gd name="connsiteX1" fmla="*/ 1289443 w 1506327"/>
                  <a:gd name="connsiteY1" fmla="*/ 1282367 h 1823042"/>
                  <a:gd name="connsiteX2" fmla="*/ 770803 w 1506327"/>
                  <a:gd name="connsiteY2" fmla="*/ 5852 h 1823042"/>
                  <a:gd name="connsiteX3" fmla="*/ 743071 w 1506327"/>
                  <a:gd name="connsiteY3" fmla="*/ 5852 h 1823042"/>
                  <a:gd name="connsiteX4" fmla="*/ 224431 w 1506327"/>
                  <a:gd name="connsiteY4" fmla="*/ 1282445 h 1823042"/>
                  <a:gd name="connsiteX5" fmla="*/ 764237 w 1506327"/>
                  <a:gd name="connsiteY5" fmla="*/ 1819315 h 182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327" h="1823042">
                    <a:moveTo>
                      <a:pt x="764237" y="1819315"/>
                    </a:moveTo>
                    <a:lnTo>
                      <a:pt x="1289443" y="1282367"/>
                    </a:lnTo>
                    <a:cubicBezTo>
                      <a:pt x="1754551" y="813320"/>
                      <a:pt x="1428644" y="10795"/>
                      <a:pt x="770803" y="5852"/>
                    </a:cubicBezTo>
                    <a:cubicBezTo>
                      <a:pt x="761534" y="5774"/>
                      <a:pt x="752341" y="5774"/>
                      <a:pt x="743071" y="5852"/>
                    </a:cubicBezTo>
                    <a:cubicBezTo>
                      <a:pt x="85154" y="10795"/>
                      <a:pt x="-240754" y="813320"/>
                      <a:pt x="224431" y="1282445"/>
                    </a:cubicBezTo>
                    <a:lnTo>
                      <a:pt x="764237" y="1819315"/>
                    </a:lnTo>
                    <a:close/>
                  </a:path>
                </a:pathLst>
              </a:custGeom>
              <a:solidFill>
                <a:srgbClr val="F46262"/>
              </a:solidFill>
              <a:ln w="6350" cmpd="sng">
                <a:noFill/>
                <a:miter lim="800000"/>
                <a:headEnd/>
                <a:tailEnd/>
              </a:ln>
              <a:effectLst>
                <a:outerShdw blurRad="190500" dist="38100" dir="5400000" algn="t" rotWithShape="0">
                  <a:srgbClr val="F34B4B">
                    <a:alpha val="20000"/>
                  </a:srgbClr>
                </a:outerShdw>
              </a:effectLst>
              <a:extLst>
                <a:ext uri="{91240B29-F687-4F45-9708-019B960494DF}">
                  <a14:hiddenLine xmlns:a14="http://schemas.microsoft.com/office/drawing/2010/main" w="6350" cmpd="sng">
                    <a:solidFill>
                      <a:srgbClr val="A1D8FD"/>
                    </a:solidFill>
                    <a:miter lim="800000"/>
                    <a:headEnd/>
                    <a:tailEnd/>
                  </a14:hiddenLine>
                </a:ext>
              </a:extLst>
            </p:spPr>
            <p:txBody>
              <a:bodyPr wrap="square" rtlCol="0" anchor="ctr"/>
              <a:lstStyle/>
              <a:p>
                <a:pPr algn="ctr"/>
                <a:endParaRPr lang="en-US" sz="1400">
                  <a:solidFill>
                    <a:schemeClr val="bg1"/>
                  </a:solidFill>
                </a:endParaRPr>
              </a:p>
            </p:txBody>
          </p:sp>
          <p:sp>
            <p:nvSpPr>
              <p:cNvPr id="70" name="Oval 69">
                <a:extLst>
                  <a:ext uri="{FF2B5EF4-FFF2-40B4-BE49-F238E27FC236}">
                    <a16:creationId xmlns:a16="http://schemas.microsoft.com/office/drawing/2014/main" id="{2F68EFBE-3D19-AAC8-07B7-93136A76DCDB}"/>
                  </a:ext>
                </a:extLst>
              </p:cNvPr>
              <p:cNvSpPr/>
              <p:nvPr/>
            </p:nvSpPr>
            <p:spPr>
              <a:xfrm>
                <a:off x="755135" y="5174167"/>
                <a:ext cx="568768" cy="568768"/>
              </a:xfrm>
              <a:prstGeom prst="ellipse">
                <a:avLst/>
              </a:prstGeom>
              <a:solidFill>
                <a:srgbClr val="FFFFFF"/>
              </a:solidFill>
              <a:ln w="635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6350" cap="flat" cmpd="sng" algn="ctr">
                    <a:solidFill>
                      <a:srgbClr val="459FED"/>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5" name="TextBox 94">
              <a:extLst>
                <a:ext uri="{FF2B5EF4-FFF2-40B4-BE49-F238E27FC236}">
                  <a16:creationId xmlns:a16="http://schemas.microsoft.com/office/drawing/2014/main" id="{066849C3-2D38-CE67-4E5A-BCDB854B57F1}"/>
                </a:ext>
              </a:extLst>
            </p:cNvPr>
            <p:cNvSpPr txBox="1"/>
            <p:nvPr/>
          </p:nvSpPr>
          <p:spPr>
            <a:xfrm>
              <a:off x="8172159" y="2594240"/>
              <a:ext cx="465408" cy="184666"/>
            </a:xfrm>
            <a:prstGeom prst="rect">
              <a:avLst/>
            </a:prstGeom>
            <a:noFill/>
          </p:spPr>
          <p:txBody>
            <a:bodyPr vert="horz" wrap="square" lIns="0" tIns="0" rIns="0" bIns="0" rtlCol="0">
              <a:spAutoFit/>
            </a:bodyPr>
            <a:lstStyle/>
            <a:p>
              <a:pPr algn="ctr"/>
              <a:r>
                <a:rPr lang="en-IN" sz="1200" b="1">
                  <a:solidFill>
                    <a:srgbClr val="000000"/>
                  </a:solidFill>
                  <a:latin typeface="Arial" panose="020B0604020202020204" pitchFamily="34" charset="0"/>
                </a:rPr>
                <a:t>2025</a:t>
              </a:r>
            </a:p>
          </p:txBody>
        </p:sp>
      </p:grpSp>
      <p:grpSp>
        <p:nvGrpSpPr>
          <p:cNvPr id="112" name="Group 111">
            <a:extLst>
              <a:ext uri="{FF2B5EF4-FFF2-40B4-BE49-F238E27FC236}">
                <a16:creationId xmlns:a16="http://schemas.microsoft.com/office/drawing/2014/main" id="{A51D1334-21AB-62D7-A3C0-38806AC9177D}"/>
              </a:ext>
            </a:extLst>
          </p:cNvPr>
          <p:cNvGrpSpPr/>
          <p:nvPr/>
        </p:nvGrpSpPr>
        <p:grpSpPr>
          <a:xfrm>
            <a:off x="7412848" y="1114719"/>
            <a:ext cx="1998585" cy="976148"/>
            <a:chOff x="7412848" y="1114719"/>
            <a:chExt cx="1998585" cy="976148"/>
          </a:xfrm>
        </p:grpSpPr>
        <p:sp>
          <p:nvSpPr>
            <p:cNvPr id="109" name="Rectangle: Rounded Corners 108">
              <a:extLst>
                <a:ext uri="{FF2B5EF4-FFF2-40B4-BE49-F238E27FC236}">
                  <a16:creationId xmlns:a16="http://schemas.microsoft.com/office/drawing/2014/main" id="{1CEEECDA-1879-0F66-2DBF-A92266EF24FA}"/>
                </a:ext>
              </a:extLst>
            </p:cNvPr>
            <p:cNvSpPr/>
            <p:nvPr/>
          </p:nvSpPr>
          <p:spPr>
            <a:xfrm>
              <a:off x="7464362" y="1114719"/>
              <a:ext cx="1947071" cy="365760"/>
            </a:xfrm>
            <a:prstGeom prst="roundRect">
              <a:avLst>
                <a:gd name="adj" fmla="val 13755"/>
              </a:avLst>
            </a:prstGeom>
            <a:solidFill>
              <a:srgbClr val="F46262"/>
            </a:solidFill>
            <a:ln w="6350" cmpd="sng">
              <a:noFill/>
            </a:ln>
            <a:effectLst>
              <a:outerShdw blurRad="190500" dist="38100" dir="5400000" rotWithShape="0">
                <a:srgbClr val="F34B4B">
                  <a:alpha val="20000"/>
                </a:srgbClr>
              </a:outerShdw>
            </a:effectLst>
          </p:spPr>
          <p:txBody>
            <a:bodyPr wrap="non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panose="020B0604020202020204" pitchFamily="34" charset="0"/>
                  <a:ea typeface="+mn-ea"/>
                  <a:cs typeface="Arial"/>
                </a:rPr>
                <a:t>Ntut-la-boree Tdolore</a:t>
              </a:r>
            </a:p>
          </p:txBody>
        </p:sp>
        <p:sp>
          <p:nvSpPr>
            <p:cNvPr id="110" name="Rectangle 109">
              <a:extLst>
                <a:ext uri="{FF2B5EF4-FFF2-40B4-BE49-F238E27FC236}">
                  <a16:creationId xmlns:a16="http://schemas.microsoft.com/office/drawing/2014/main" id="{854A1001-A64C-FFBE-65E7-5E34F829D167}"/>
                </a:ext>
              </a:extLst>
            </p:cNvPr>
            <p:cNvSpPr/>
            <p:nvPr/>
          </p:nvSpPr>
          <p:spPr>
            <a:xfrm>
              <a:off x="7412848" y="1513786"/>
              <a:ext cx="1998585" cy="577081"/>
            </a:xfrm>
            <a:prstGeom prst="rect">
              <a:avLst/>
            </a:prstGeom>
            <a:noFill/>
            <a:ln>
              <a:noFill/>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Magn-aa-Liqua UTE NIMa,</a:t>
              </a:r>
              <a:endParaRPr kumimoji="0" lang="en-US" sz="1050" b="0" i="0" u="none" strike="noStrike" kern="1200" cap="none" spc="0" normalizeH="0" baseline="0" noProof="0">
                <a:ln>
                  <a:noFill/>
                </a:ln>
                <a:solidFill>
                  <a:srgbClr val="262626"/>
                </a:solidFill>
                <a:effectLst/>
                <a:uLnTx/>
                <a:uFillTx/>
                <a:latin typeface="Arial" panose="020B0604020202020204" pitchFamily="34" charset="0"/>
                <a:ea typeface="+mn-ea"/>
                <a:cs typeface="Arial"/>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262626"/>
                  </a:solidFill>
                  <a:effectLst/>
                  <a:uLnTx/>
                  <a:uFillTx/>
                  <a:latin typeface="Arial" panose="020B0604020202020204" pitchFamily="34" charset="0"/>
                  <a:ea typeface="+mn-ea"/>
                  <a:cs typeface="Arial"/>
                </a:rPr>
                <a:t>50+ DMIn, imveniamquisno st Rudexerc Itatio</a:t>
              </a:r>
            </a:p>
          </p:txBody>
        </p:sp>
      </p:grpSp>
    </p:spTree>
    <p:custDataLst>
      <p:tags r:id="rId1"/>
    </p:custDataLst>
    <p:extLst>
      <p:ext uri="{BB962C8B-B14F-4D97-AF65-F5344CB8AC3E}">
        <p14:creationId xmlns:p14="http://schemas.microsoft.com/office/powerpoint/2010/main" val="2391129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fade">
                                      <p:cBhvr>
                                        <p:cTn id="7" dur="700"/>
                                        <p:tgtEl>
                                          <p:spTgt spid="111"/>
                                        </p:tgtEl>
                                      </p:cBhvr>
                                    </p:animEffect>
                                  </p:childTnLst>
                                </p:cTn>
                              </p:par>
                              <p:par>
                                <p:cTn id="8" presetID="42" presetClass="path" presetSubtype="0" decel="100000" fill="hold" nodeType="withEffect">
                                  <p:stCondLst>
                                    <p:cond delay="0"/>
                                  </p:stCondLst>
                                  <p:childTnLst>
                                    <p:animMotion origin="layout" path="M -0.02005 -3.33333E-6 L -1.04167E-6 -3.33333E-6 " pathEditMode="relative" rAng="0" ptsTypes="AA">
                                      <p:cBhvr>
                                        <p:cTn id="9" dur="700" fill="hold"/>
                                        <p:tgtEl>
                                          <p:spTgt spid="111"/>
                                        </p:tgtEl>
                                        <p:attrNameLst>
                                          <p:attrName>ppt_x</p:attrName>
                                          <p:attrName>ppt_y</p:attrName>
                                        </p:attrNameLst>
                                      </p:cBhvr>
                                      <p:rCtr x="1003" y="0"/>
                                    </p:animMotion>
                                  </p:childTnLst>
                                </p:cTn>
                              </p:par>
                              <p:par>
                                <p:cTn id="10" presetID="10" presetClass="entr" presetSubtype="0" fill="hold" nodeType="withEffect">
                                  <p:stCondLst>
                                    <p:cond delay="1000"/>
                                  </p:stCondLst>
                                  <p:childTnLst>
                                    <p:set>
                                      <p:cBhvr>
                                        <p:cTn id="11" dur="1" fill="hold">
                                          <p:stCondLst>
                                            <p:cond delay="0"/>
                                          </p:stCondLst>
                                        </p:cTn>
                                        <p:tgtEl>
                                          <p:spTgt spid="115"/>
                                        </p:tgtEl>
                                        <p:attrNameLst>
                                          <p:attrName>style.visibility</p:attrName>
                                        </p:attrNameLst>
                                      </p:cBhvr>
                                      <p:to>
                                        <p:strVal val="visible"/>
                                      </p:to>
                                    </p:set>
                                    <p:animEffect transition="in" filter="fade">
                                      <p:cBhvr>
                                        <p:cTn id="12" dur="700"/>
                                        <p:tgtEl>
                                          <p:spTgt spid="115"/>
                                        </p:tgtEl>
                                      </p:cBhvr>
                                    </p:animEffect>
                                  </p:childTnLst>
                                </p:cTn>
                              </p:par>
                              <p:par>
                                <p:cTn id="13" presetID="42" presetClass="path" presetSubtype="0" decel="100000" fill="hold" nodeType="withEffect">
                                  <p:stCondLst>
                                    <p:cond delay="1000"/>
                                  </p:stCondLst>
                                  <p:childTnLst>
                                    <p:animMotion origin="layout" path="M -0.02005 -3.33333E-6 L -1.04167E-6 -3.33333E-6 " pathEditMode="relative" rAng="0" ptsTypes="AA">
                                      <p:cBhvr>
                                        <p:cTn id="14" dur="700" fill="hold"/>
                                        <p:tgtEl>
                                          <p:spTgt spid="115"/>
                                        </p:tgtEl>
                                        <p:attrNameLst>
                                          <p:attrName>ppt_x</p:attrName>
                                          <p:attrName>ppt_y</p:attrName>
                                        </p:attrNameLst>
                                      </p:cBhvr>
                                      <p:rCtr x="1003" y="0"/>
                                    </p:animMotion>
                                  </p:childTnLst>
                                </p:cTn>
                              </p:par>
                              <p:par>
                                <p:cTn id="15" presetID="10" presetClass="entr" presetSubtype="0" fill="hold" nodeType="withEffect">
                                  <p:stCondLst>
                                    <p:cond delay="2000"/>
                                  </p:stCondLst>
                                  <p:childTnLst>
                                    <p:set>
                                      <p:cBhvr>
                                        <p:cTn id="16" dur="1" fill="hold">
                                          <p:stCondLst>
                                            <p:cond delay="0"/>
                                          </p:stCondLst>
                                        </p:cTn>
                                        <p:tgtEl>
                                          <p:spTgt spid="114"/>
                                        </p:tgtEl>
                                        <p:attrNameLst>
                                          <p:attrName>style.visibility</p:attrName>
                                        </p:attrNameLst>
                                      </p:cBhvr>
                                      <p:to>
                                        <p:strVal val="visible"/>
                                      </p:to>
                                    </p:set>
                                    <p:animEffect transition="in" filter="fade">
                                      <p:cBhvr>
                                        <p:cTn id="17" dur="700"/>
                                        <p:tgtEl>
                                          <p:spTgt spid="114"/>
                                        </p:tgtEl>
                                      </p:cBhvr>
                                    </p:animEffect>
                                  </p:childTnLst>
                                </p:cTn>
                              </p:par>
                              <p:par>
                                <p:cTn id="18" presetID="42" presetClass="path" presetSubtype="0" decel="100000" fill="hold" nodeType="withEffect">
                                  <p:stCondLst>
                                    <p:cond delay="2000"/>
                                  </p:stCondLst>
                                  <p:childTnLst>
                                    <p:animMotion origin="layout" path="M -0.02005 -3.33333E-6 L -1.04167E-6 -3.33333E-6 " pathEditMode="relative" rAng="0" ptsTypes="AA">
                                      <p:cBhvr>
                                        <p:cTn id="19" dur="700" fill="hold"/>
                                        <p:tgtEl>
                                          <p:spTgt spid="114"/>
                                        </p:tgtEl>
                                        <p:attrNameLst>
                                          <p:attrName>ppt_x</p:attrName>
                                          <p:attrName>ppt_y</p:attrName>
                                        </p:attrNameLst>
                                      </p:cBhvr>
                                      <p:rCtr x="1003" y="0"/>
                                    </p:animMotion>
                                  </p:childTnLst>
                                </p:cTn>
                              </p:par>
                              <p:par>
                                <p:cTn id="20" presetID="10" presetClass="entr" presetSubtype="0" fill="hold" nodeType="withEffect">
                                  <p:stCondLst>
                                    <p:cond delay="3000"/>
                                  </p:stCondLst>
                                  <p:childTnLst>
                                    <p:set>
                                      <p:cBhvr>
                                        <p:cTn id="21" dur="1" fill="hold">
                                          <p:stCondLst>
                                            <p:cond delay="0"/>
                                          </p:stCondLst>
                                        </p:cTn>
                                        <p:tgtEl>
                                          <p:spTgt spid="113"/>
                                        </p:tgtEl>
                                        <p:attrNameLst>
                                          <p:attrName>style.visibility</p:attrName>
                                        </p:attrNameLst>
                                      </p:cBhvr>
                                      <p:to>
                                        <p:strVal val="visible"/>
                                      </p:to>
                                    </p:set>
                                    <p:animEffect transition="in" filter="fade">
                                      <p:cBhvr>
                                        <p:cTn id="22" dur="700"/>
                                        <p:tgtEl>
                                          <p:spTgt spid="113"/>
                                        </p:tgtEl>
                                      </p:cBhvr>
                                    </p:animEffect>
                                  </p:childTnLst>
                                </p:cTn>
                              </p:par>
                              <p:par>
                                <p:cTn id="23" presetID="42" presetClass="path" presetSubtype="0" decel="100000" fill="hold" nodeType="withEffect">
                                  <p:stCondLst>
                                    <p:cond delay="3000"/>
                                  </p:stCondLst>
                                  <p:childTnLst>
                                    <p:animMotion origin="layout" path="M -0.02005 -3.33333E-6 L -1.04167E-6 -3.33333E-6 " pathEditMode="relative" rAng="0" ptsTypes="AA">
                                      <p:cBhvr>
                                        <p:cTn id="24" dur="700" fill="hold"/>
                                        <p:tgtEl>
                                          <p:spTgt spid="113"/>
                                        </p:tgtEl>
                                        <p:attrNameLst>
                                          <p:attrName>ppt_x</p:attrName>
                                          <p:attrName>ppt_y</p:attrName>
                                        </p:attrNameLst>
                                      </p:cBhvr>
                                      <p:rCtr x="1003" y="0"/>
                                    </p:animMotion>
                                  </p:childTnLst>
                                </p:cTn>
                              </p:par>
                              <p:par>
                                <p:cTn id="25" presetID="10" presetClass="entr" presetSubtype="0" fill="hold" nodeType="withEffect">
                                  <p:stCondLst>
                                    <p:cond delay="4000"/>
                                  </p:stCondLst>
                                  <p:childTnLst>
                                    <p:set>
                                      <p:cBhvr>
                                        <p:cTn id="26" dur="1" fill="hold">
                                          <p:stCondLst>
                                            <p:cond delay="0"/>
                                          </p:stCondLst>
                                        </p:cTn>
                                        <p:tgtEl>
                                          <p:spTgt spid="112"/>
                                        </p:tgtEl>
                                        <p:attrNameLst>
                                          <p:attrName>style.visibility</p:attrName>
                                        </p:attrNameLst>
                                      </p:cBhvr>
                                      <p:to>
                                        <p:strVal val="visible"/>
                                      </p:to>
                                    </p:set>
                                    <p:animEffect transition="in" filter="fade">
                                      <p:cBhvr>
                                        <p:cTn id="27" dur="700"/>
                                        <p:tgtEl>
                                          <p:spTgt spid="112"/>
                                        </p:tgtEl>
                                      </p:cBhvr>
                                    </p:animEffect>
                                  </p:childTnLst>
                                </p:cTn>
                              </p:par>
                              <p:par>
                                <p:cTn id="28" presetID="42" presetClass="path" presetSubtype="0" decel="100000" fill="hold" nodeType="withEffect">
                                  <p:stCondLst>
                                    <p:cond delay="4000"/>
                                  </p:stCondLst>
                                  <p:childTnLst>
                                    <p:animMotion origin="layout" path="M -0.02005 -3.33333E-6 L -1.04167E-6 -3.33333E-6 " pathEditMode="relative" rAng="0" ptsTypes="AA">
                                      <p:cBhvr>
                                        <p:cTn id="29" dur="700" fill="hold"/>
                                        <p:tgtEl>
                                          <p:spTgt spid="112"/>
                                        </p:tgtEl>
                                        <p:attrNameLst>
                                          <p:attrName>ppt_x</p:attrName>
                                          <p:attrName>ppt_y</p:attrName>
                                        </p:attrNameLst>
                                      </p:cBhvr>
                                      <p:rCtr x="1003" y="0"/>
                                    </p:animMotion>
                                  </p:childTnLst>
                                </p:cTn>
                              </p:par>
                              <p:par>
                                <p:cTn id="30" presetID="10" presetClass="entr" presetSubtype="0" fill="hold" nodeType="withEffect">
                                  <p:stCondLst>
                                    <p:cond delay="5000"/>
                                  </p:stCondLst>
                                  <p:childTnLst>
                                    <p:set>
                                      <p:cBhvr>
                                        <p:cTn id="31" dur="1" fill="hold">
                                          <p:stCondLst>
                                            <p:cond delay="0"/>
                                          </p:stCondLst>
                                        </p:cTn>
                                        <p:tgtEl>
                                          <p:spTgt spid="122"/>
                                        </p:tgtEl>
                                        <p:attrNameLst>
                                          <p:attrName>style.visibility</p:attrName>
                                        </p:attrNameLst>
                                      </p:cBhvr>
                                      <p:to>
                                        <p:strVal val="visible"/>
                                      </p:to>
                                    </p:set>
                                    <p:animEffect transition="in" filter="fade">
                                      <p:cBhvr>
                                        <p:cTn id="32" dur="700"/>
                                        <p:tgtEl>
                                          <p:spTgt spid="122"/>
                                        </p:tgtEl>
                                      </p:cBhvr>
                                    </p:animEffect>
                                  </p:childTnLst>
                                </p:cTn>
                              </p:par>
                              <p:par>
                                <p:cTn id="33" presetID="42" presetClass="path" presetSubtype="0" decel="100000" fill="hold" nodeType="withEffect">
                                  <p:stCondLst>
                                    <p:cond delay="5000"/>
                                  </p:stCondLst>
                                  <p:childTnLst>
                                    <p:animMotion origin="layout" path="M -0.02005 -3.33333E-6 L -1.04167E-6 -3.33333E-6 " pathEditMode="relative" rAng="0" ptsTypes="AA">
                                      <p:cBhvr>
                                        <p:cTn id="34" dur="700" fill="hold"/>
                                        <p:tgtEl>
                                          <p:spTgt spid="122"/>
                                        </p:tgtEl>
                                        <p:attrNameLst>
                                          <p:attrName>ppt_x</p:attrName>
                                          <p:attrName>ppt_y</p:attrName>
                                        </p:attrNameLst>
                                      </p:cBhvr>
                                      <p:rCtr x="100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AE0E8-4F37-BB13-9126-D0AA5311BD50}"/>
            </a:ext>
          </a:extLst>
        </p:cNvPr>
        <p:cNvGrpSpPr/>
        <p:nvPr/>
      </p:nvGrpSpPr>
      <p:grpSpPr>
        <a:xfrm>
          <a:off x="0" y="0"/>
          <a:ext cx="0" cy="0"/>
          <a:chOff x="0" y="0"/>
          <a:chExt cx="0" cy="0"/>
        </a:xfrm>
      </p:grpSpPr>
      <p:sp>
        <p:nvSpPr>
          <p:cNvPr id="79" name="Rectangle: Rounded Corners 78">
            <a:extLst>
              <a:ext uri="{FF2B5EF4-FFF2-40B4-BE49-F238E27FC236}">
                <a16:creationId xmlns:a16="http://schemas.microsoft.com/office/drawing/2014/main" id="{D35281E4-EE1D-0ED2-D06F-561F9E828A01}"/>
              </a:ext>
            </a:extLst>
          </p:cNvPr>
          <p:cNvSpPr/>
          <p:nvPr/>
        </p:nvSpPr>
        <p:spPr>
          <a:xfrm>
            <a:off x="276329" y="3005132"/>
            <a:ext cx="1706081" cy="1787510"/>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3" name="Title 1">
            <a:extLst>
              <a:ext uri="{FF2B5EF4-FFF2-40B4-BE49-F238E27FC236}">
                <a16:creationId xmlns:a16="http://schemas.microsoft.com/office/drawing/2014/main" id="{10F3D377-35A3-9D21-6B79-C747DA94D7FE}"/>
              </a:ext>
            </a:extLst>
          </p:cNvPr>
          <p:cNvSpPr>
            <a:spLocks noGrp="1"/>
          </p:cNvSpPr>
          <p:nvPr>
            <p:ph type="title"/>
          </p:nvPr>
        </p:nvSpPr>
        <p:spPr/>
        <p:txBody>
          <a:bodyPr/>
          <a:lstStyle/>
          <a:p>
            <a:r>
              <a:rPr lang="en-US" sz="1800"/>
              <a:t>Null Amcol 3: </a:t>
            </a:r>
            <a:r>
              <a:rPr lang="en-US" sz="1800" b="0"/>
              <a:t>ABO ris Nisiuta liqu i 17+ pexea Commodocons Equatdu. Is aute irur edolorin reprehe nder </a:t>
            </a:r>
          </a:p>
        </p:txBody>
      </p:sp>
      <p:grpSp>
        <p:nvGrpSpPr>
          <p:cNvPr id="63" name="Graphic 25">
            <a:extLst>
              <a:ext uri="{FF2B5EF4-FFF2-40B4-BE49-F238E27FC236}">
                <a16:creationId xmlns:a16="http://schemas.microsoft.com/office/drawing/2014/main" id="{CADB0E78-FBCF-E8E1-DD9B-0204985BA362}"/>
              </a:ext>
            </a:extLst>
          </p:cNvPr>
          <p:cNvGrpSpPr/>
          <p:nvPr/>
        </p:nvGrpSpPr>
        <p:grpSpPr>
          <a:xfrm>
            <a:off x="-1452019" y="3409765"/>
            <a:ext cx="13367690" cy="3554915"/>
            <a:chOff x="-1452019" y="3302498"/>
            <a:chExt cx="13367690" cy="3554915"/>
          </a:xfrm>
        </p:grpSpPr>
        <p:sp>
          <p:nvSpPr>
            <p:cNvPr id="64" name="Freeform: Shape 63">
              <a:extLst>
                <a:ext uri="{FF2B5EF4-FFF2-40B4-BE49-F238E27FC236}">
                  <a16:creationId xmlns:a16="http://schemas.microsoft.com/office/drawing/2014/main" id="{D72F472B-5343-D47D-49A2-C36773257047}"/>
                </a:ext>
              </a:extLst>
            </p:cNvPr>
            <p:cNvSpPr/>
            <p:nvPr/>
          </p:nvSpPr>
          <p:spPr>
            <a:xfrm>
              <a:off x="-1229443" y="3334084"/>
              <a:ext cx="13140529" cy="3523329"/>
            </a:xfrm>
            <a:custGeom>
              <a:avLst/>
              <a:gdLst>
                <a:gd name="connsiteX0" fmla="*/ 13140529 w 13140529"/>
                <a:gd name="connsiteY0" fmla="*/ 102835 h 3523329"/>
                <a:gd name="connsiteX1" fmla="*/ 12968281 w 13140529"/>
                <a:gd name="connsiteY1" fmla="*/ 68528 h 3523329"/>
                <a:gd name="connsiteX2" fmla="*/ 0 w 13140529"/>
                <a:gd name="connsiteY2" fmla="*/ 3523330 h 3523329"/>
                <a:gd name="connsiteX3" fmla="*/ 1818275 w 13140529"/>
                <a:gd name="connsiteY3" fmla="*/ 3523330 h 3523329"/>
                <a:gd name="connsiteX4" fmla="*/ 13140529 w 13140529"/>
                <a:gd name="connsiteY4" fmla="*/ 102835 h 3523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40529" h="3523329">
                  <a:moveTo>
                    <a:pt x="13140529" y="102835"/>
                  </a:moveTo>
                  <a:cubicBezTo>
                    <a:pt x="13083148" y="91883"/>
                    <a:pt x="13025740" y="80448"/>
                    <a:pt x="12968281" y="68528"/>
                  </a:cubicBezTo>
                  <a:cubicBezTo>
                    <a:pt x="8521146" y="-302431"/>
                    <a:pt x="4161116" y="830364"/>
                    <a:pt x="0" y="3523330"/>
                  </a:cubicBezTo>
                  <a:lnTo>
                    <a:pt x="1818275" y="3523330"/>
                  </a:lnTo>
                  <a:cubicBezTo>
                    <a:pt x="5459717" y="952515"/>
                    <a:pt x="9258507" y="-173200"/>
                    <a:pt x="13140529" y="102835"/>
                  </a:cubicBezTo>
                  <a:close/>
                </a:path>
              </a:pathLst>
            </a:custGeom>
            <a:gradFill>
              <a:gsLst>
                <a:gs pos="0">
                  <a:srgbClr val="636975"/>
                </a:gs>
                <a:gs pos="35000">
                  <a:srgbClr val="656B77"/>
                </a:gs>
                <a:gs pos="51000">
                  <a:srgbClr val="6C727E"/>
                </a:gs>
                <a:gs pos="63000">
                  <a:srgbClr val="797F8A"/>
                </a:gs>
                <a:gs pos="73000">
                  <a:srgbClr val="8B919C"/>
                </a:gs>
                <a:gs pos="82000">
                  <a:srgbClr val="A3A8B3"/>
                </a:gs>
                <a:gs pos="90000">
                  <a:srgbClr val="C0C5D0"/>
                </a:gs>
                <a:gs pos="97000">
                  <a:srgbClr val="E1E7F1"/>
                </a:gs>
                <a:gs pos="100000">
                  <a:srgbClr val="F0F5FF"/>
                </a:gs>
              </a:gsLst>
              <a:lin ang="20674904" scaled="1"/>
            </a:gradFill>
            <a:ln w="2546"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ED65FA5F-025D-D2D7-0C19-E7FB38613F1A}"/>
                </a:ext>
              </a:extLst>
            </p:cNvPr>
            <p:cNvSpPr/>
            <p:nvPr/>
          </p:nvSpPr>
          <p:spPr>
            <a:xfrm>
              <a:off x="-1452019" y="3302498"/>
              <a:ext cx="13367690" cy="3554915"/>
            </a:xfrm>
            <a:custGeom>
              <a:avLst/>
              <a:gdLst>
                <a:gd name="connsiteX0" fmla="*/ 13367691 w 13367690"/>
                <a:gd name="connsiteY0" fmla="*/ 120617 h 3554915"/>
                <a:gd name="connsiteX1" fmla="*/ 13195340 w 13367690"/>
                <a:gd name="connsiteY1" fmla="*/ 84654 h 3554915"/>
                <a:gd name="connsiteX2" fmla="*/ 0 w 13367690"/>
                <a:gd name="connsiteY2" fmla="*/ 3554916 h 3554915"/>
                <a:gd name="connsiteX3" fmla="*/ 1863280 w 13367690"/>
                <a:gd name="connsiteY3" fmla="*/ 3554916 h 3554915"/>
                <a:gd name="connsiteX4" fmla="*/ 13367691 w 13367690"/>
                <a:gd name="connsiteY4" fmla="*/ 120617 h 3554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67690" h="3554915">
                  <a:moveTo>
                    <a:pt x="13367691" y="120617"/>
                  </a:moveTo>
                  <a:cubicBezTo>
                    <a:pt x="13310283" y="109105"/>
                    <a:pt x="13252824" y="97109"/>
                    <a:pt x="13195340" y="84654"/>
                  </a:cubicBezTo>
                  <a:cubicBezTo>
                    <a:pt x="8667467" y="-334850"/>
                    <a:pt x="4229730" y="802123"/>
                    <a:pt x="0" y="3554916"/>
                  </a:cubicBezTo>
                  <a:lnTo>
                    <a:pt x="1863280" y="3554916"/>
                  </a:lnTo>
                  <a:cubicBezTo>
                    <a:pt x="5560371" y="933213"/>
                    <a:pt x="9421077" y="-196373"/>
                    <a:pt x="13367691" y="120617"/>
                  </a:cubicBezTo>
                  <a:close/>
                </a:path>
              </a:pathLst>
            </a:custGeom>
            <a:gradFill>
              <a:gsLst>
                <a:gs pos="0">
                  <a:srgbClr val="8B8F9C"/>
                </a:gs>
                <a:gs pos="30000">
                  <a:srgbClr val="8D919E"/>
                </a:gs>
                <a:gs pos="48000">
                  <a:srgbClr val="969AA6"/>
                </a:gs>
                <a:gs pos="63000">
                  <a:srgbClr val="A4A8B4"/>
                </a:gs>
                <a:gs pos="77000">
                  <a:srgbClr val="B8BDC8"/>
                </a:gs>
                <a:gs pos="89000">
                  <a:srgbClr val="D2D7E2"/>
                </a:gs>
                <a:gs pos="100000">
                  <a:srgbClr val="F0F5FF">
                    <a:alpha val="0"/>
                  </a:srgbClr>
                </a:gs>
              </a:gsLst>
              <a:lin ang="20675522" scaled="1"/>
            </a:gradFill>
            <a:ln w="2546"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496C4DC4-BBF6-F2CC-F9A8-272B5E5F87BE}"/>
                </a:ext>
              </a:extLst>
            </p:cNvPr>
            <p:cNvSpPr/>
            <p:nvPr/>
          </p:nvSpPr>
          <p:spPr>
            <a:xfrm>
              <a:off x="-248112" y="3348388"/>
              <a:ext cx="10447640" cy="3307945"/>
            </a:xfrm>
            <a:custGeom>
              <a:avLst/>
              <a:gdLst>
                <a:gd name="connsiteX0" fmla="*/ 5930439 w 10447640"/>
                <a:gd name="connsiteY0" fmla="*/ 588951 h 3307945"/>
                <a:gd name="connsiteX1" fmla="*/ 0 w 10447640"/>
                <a:gd name="connsiteY1" fmla="*/ 3295848 h 3307945"/>
                <a:gd name="connsiteX2" fmla="*/ 8048 w 10447640"/>
                <a:gd name="connsiteY2" fmla="*/ 3307946 h 3307945"/>
                <a:gd name="connsiteX3" fmla="*/ 5934158 w 10447640"/>
                <a:gd name="connsiteY3" fmla="*/ 603010 h 3307945"/>
                <a:gd name="connsiteX4" fmla="*/ 10447640 w 10447640"/>
                <a:gd name="connsiteY4" fmla="*/ 2420 h 3307945"/>
                <a:gd name="connsiteX5" fmla="*/ 10447640 w 10447640"/>
                <a:gd name="connsiteY5" fmla="*/ 0 h 3307945"/>
                <a:gd name="connsiteX6" fmla="*/ 5930439 w 10447640"/>
                <a:gd name="connsiteY6" fmla="*/ 588951 h 330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47640" h="3307945">
                  <a:moveTo>
                    <a:pt x="5930439" y="588951"/>
                  </a:moveTo>
                  <a:cubicBezTo>
                    <a:pt x="3882406" y="1129179"/>
                    <a:pt x="1887119" y="2039909"/>
                    <a:pt x="0" y="3295848"/>
                  </a:cubicBezTo>
                  <a:lnTo>
                    <a:pt x="8048" y="3307946"/>
                  </a:lnTo>
                  <a:cubicBezTo>
                    <a:pt x="1893843" y="2052898"/>
                    <a:pt x="3887678" y="1142831"/>
                    <a:pt x="5934158" y="603010"/>
                  </a:cubicBezTo>
                  <a:cubicBezTo>
                    <a:pt x="7411655" y="213305"/>
                    <a:pt x="8924146" y="10468"/>
                    <a:pt x="10447640" y="2420"/>
                  </a:cubicBezTo>
                  <a:lnTo>
                    <a:pt x="10447640" y="0"/>
                  </a:lnTo>
                  <a:cubicBezTo>
                    <a:pt x="8922873" y="3846"/>
                    <a:pt x="7409490" y="198838"/>
                    <a:pt x="5930439" y="588951"/>
                  </a:cubicBezTo>
                  <a:close/>
                </a:path>
              </a:pathLst>
            </a:custGeom>
            <a:solidFill>
              <a:srgbClr val="FFFFFF"/>
            </a:solidFill>
            <a:ln w="2546" cap="flat">
              <a:noFill/>
              <a:prstDash val="solid"/>
              <a:miter/>
            </a:ln>
          </p:spPr>
          <p:txBody>
            <a:bodyPr rtlCol="0" anchor="ctr"/>
            <a:lstStyle/>
            <a:p>
              <a:endParaRPr lang="en-IN"/>
            </a:p>
          </p:txBody>
        </p:sp>
      </p:grpSp>
      <p:sp>
        <p:nvSpPr>
          <p:cNvPr id="75" name="TextBox 74">
            <a:extLst>
              <a:ext uri="{FF2B5EF4-FFF2-40B4-BE49-F238E27FC236}">
                <a16:creationId xmlns:a16="http://schemas.microsoft.com/office/drawing/2014/main" id="{511B7B33-7C93-E321-8ED4-CAE58ACD4653}"/>
              </a:ext>
            </a:extLst>
          </p:cNvPr>
          <p:cNvSpPr txBox="1"/>
          <p:nvPr/>
        </p:nvSpPr>
        <p:spPr>
          <a:xfrm>
            <a:off x="857385" y="5602596"/>
            <a:ext cx="674355"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2007</a:t>
            </a:r>
          </a:p>
        </p:txBody>
      </p:sp>
      <p:sp>
        <p:nvSpPr>
          <p:cNvPr id="78" name="TextBox 77">
            <a:extLst>
              <a:ext uri="{FF2B5EF4-FFF2-40B4-BE49-F238E27FC236}">
                <a16:creationId xmlns:a16="http://schemas.microsoft.com/office/drawing/2014/main" id="{A17AC5AD-ACCD-2AF6-4851-BCDF6CC88C39}"/>
              </a:ext>
            </a:extLst>
          </p:cNvPr>
          <p:cNvSpPr txBox="1"/>
          <p:nvPr/>
        </p:nvSpPr>
        <p:spPr>
          <a:xfrm>
            <a:off x="329571" y="3201466"/>
            <a:ext cx="1599596" cy="1585049"/>
          </a:xfrm>
          <a:prstGeom prst="rect">
            <a:avLst/>
          </a:prstGeom>
          <a:noFill/>
        </p:spPr>
        <p:txBody>
          <a:bodyPr wrap="square">
            <a:spAutoFit/>
          </a:bodyPr>
          <a:lstStyle/>
          <a:p>
            <a:pPr marL="117475" marR="0" lvl="0" indent="-117475"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Itinv ol Uptatev-ELI tessecillum dolor eeufugiatnull APA</a:t>
            </a:r>
          </a:p>
          <a:p>
            <a:pPr marL="117475" marR="0" lvl="0" indent="-117475"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i="0" u="none" strike="noStrike" kern="1200" cap="none" spc="0" normalizeH="0" baseline="0" noProof="0">
                <a:ln>
                  <a:noFill/>
                </a:ln>
                <a:solidFill>
                  <a:srgbClr val="000000"/>
                </a:solidFill>
                <a:effectLst/>
                <a:uLnTx/>
                <a:uFillTx/>
                <a:latin typeface="Arial" panose="020B0604020202020204" pitchFamily="34" charset="0"/>
                <a:ea typeface="+mn-ea"/>
                <a:cs typeface="Arial"/>
              </a:rPr>
              <a:t>Riatu re xcepteu rsinto ccaec at cupidat $100AT </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nonproi de 3 ntsun tinculp aquio ff Iciadese</a:t>
            </a:r>
          </a:p>
        </p:txBody>
      </p:sp>
      <p:grpSp>
        <p:nvGrpSpPr>
          <p:cNvPr id="80" name="Group 79">
            <a:extLst>
              <a:ext uri="{FF2B5EF4-FFF2-40B4-BE49-F238E27FC236}">
                <a16:creationId xmlns:a16="http://schemas.microsoft.com/office/drawing/2014/main" id="{314040EC-0F0B-27A1-F812-6E4C799192ED}"/>
              </a:ext>
            </a:extLst>
          </p:cNvPr>
          <p:cNvGrpSpPr/>
          <p:nvPr/>
        </p:nvGrpSpPr>
        <p:grpSpPr>
          <a:xfrm>
            <a:off x="1014892" y="4880950"/>
            <a:ext cx="359340" cy="721646"/>
            <a:chOff x="901704" y="3924676"/>
            <a:chExt cx="519451" cy="1043188"/>
          </a:xfrm>
        </p:grpSpPr>
        <p:sp>
          <p:nvSpPr>
            <p:cNvPr id="73" name="Rectangle: Rounded Corners 72">
              <a:extLst>
                <a:ext uri="{FF2B5EF4-FFF2-40B4-BE49-F238E27FC236}">
                  <a16:creationId xmlns:a16="http://schemas.microsoft.com/office/drawing/2014/main" id="{3F7CBBA2-2AD4-0779-C680-F53EBA8D88D3}"/>
                </a:ext>
              </a:extLst>
            </p:cNvPr>
            <p:cNvSpPr/>
            <p:nvPr/>
          </p:nvSpPr>
          <p:spPr>
            <a:xfrm>
              <a:off x="1138571" y="4141670"/>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70" name="Graphic 67">
              <a:extLst>
                <a:ext uri="{FF2B5EF4-FFF2-40B4-BE49-F238E27FC236}">
                  <a16:creationId xmlns:a16="http://schemas.microsoft.com/office/drawing/2014/main" id="{0B0BF711-2437-E8E7-3BEB-22B4C4596A1A}"/>
                </a:ext>
              </a:extLst>
            </p:cNvPr>
            <p:cNvSpPr/>
            <p:nvPr/>
          </p:nvSpPr>
          <p:spPr>
            <a:xfrm>
              <a:off x="901704" y="3924676"/>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72" name="Group 71">
              <a:extLst>
                <a:ext uri="{FF2B5EF4-FFF2-40B4-BE49-F238E27FC236}">
                  <a16:creationId xmlns:a16="http://schemas.microsoft.com/office/drawing/2014/main" id="{756D83A0-9378-F383-8721-7DD045AF5968}"/>
                </a:ext>
              </a:extLst>
            </p:cNvPr>
            <p:cNvGrpSpPr/>
            <p:nvPr/>
          </p:nvGrpSpPr>
          <p:grpSpPr>
            <a:xfrm>
              <a:off x="968275" y="3998226"/>
              <a:ext cx="386309" cy="386309"/>
              <a:chOff x="1002196" y="3965031"/>
              <a:chExt cx="386309" cy="386309"/>
            </a:xfrm>
          </p:grpSpPr>
          <p:sp>
            <p:nvSpPr>
              <p:cNvPr id="69" name="Oval 68">
                <a:extLst>
                  <a:ext uri="{FF2B5EF4-FFF2-40B4-BE49-F238E27FC236}">
                    <a16:creationId xmlns:a16="http://schemas.microsoft.com/office/drawing/2014/main" id="{5B978833-BD19-FCE3-D79A-9BE5477C4BC2}"/>
                  </a:ext>
                </a:extLst>
              </p:cNvPr>
              <p:cNvSpPr/>
              <p:nvPr/>
            </p:nvSpPr>
            <p:spPr>
              <a:xfrm>
                <a:off x="1002196" y="3965031"/>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71" name="Picture 70">
                <a:extLst>
                  <a:ext uri="{FF2B5EF4-FFF2-40B4-BE49-F238E27FC236}">
                    <a16:creationId xmlns:a16="http://schemas.microsoft.com/office/drawing/2014/main" id="{30F3203D-88D5-7898-E486-E176EE48DD9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0929" y="4053764"/>
                <a:ext cx="208842" cy="208842"/>
              </a:xfrm>
              <a:prstGeom prst="rect">
                <a:avLst/>
              </a:prstGeom>
            </p:spPr>
          </p:pic>
        </p:grpSp>
      </p:grpSp>
      <p:sp>
        <p:nvSpPr>
          <p:cNvPr id="81" name="Rectangle: Rounded Corners 80">
            <a:extLst>
              <a:ext uri="{FF2B5EF4-FFF2-40B4-BE49-F238E27FC236}">
                <a16:creationId xmlns:a16="http://schemas.microsoft.com/office/drawing/2014/main" id="{A70866E7-0946-7901-6B57-38BFF4A9002F}"/>
              </a:ext>
            </a:extLst>
          </p:cNvPr>
          <p:cNvSpPr/>
          <p:nvPr/>
        </p:nvSpPr>
        <p:spPr>
          <a:xfrm>
            <a:off x="2169730" y="5610538"/>
            <a:ext cx="1890750" cy="1002589"/>
          </a:xfrm>
          <a:prstGeom prst="roundRect">
            <a:avLst>
              <a:gd name="adj" fmla="val 3552"/>
            </a:avLst>
          </a:prstGeom>
          <a:gradFill>
            <a:gsLst>
              <a:gs pos="0">
                <a:srgbClr val="5BA1E7">
                  <a:alpha val="0"/>
                </a:srgbClr>
              </a:gs>
              <a:gs pos="100000">
                <a:srgbClr val="CAE8FD">
                  <a:alpha val="38000"/>
                </a:srgbClr>
              </a:gs>
            </a:gsLst>
            <a:lin ang="5400000" scaled="1"/>
          </a:gradFill>
          <a:ln w="12700" cap="flat" cmpd="sng" algn="ctr">
            <a:gradFill>
              <a:gsLst>
                <a:gs pos="100000">
                  <a:srgbClr val="5BA1E7"/>
                </a:gs>
                <a:gs pos="0">
                  <a:srgbClr val="EAF3FB">
                    <a:alpha val="0"/>
                  </a:srgbClr>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83" name="TextBox 82">
            <a:extLst>
              <a:ext uri="{FF2B5EF4-FFF2-40B4-BE49-F238E27FC236}">
                <a16:creationId xmlns:a16="http://schemas.microsoft.com/office/drawing/2014/main" id="{C00E4D69-6312-583A-6CCE-ACE05E4DD38D}"/>
              </a:ext>
            </a:extLst>
          </p:cNvPr>
          <p:cNvSpPr txBox="1"/>
          <p:nvPr/>
        </p:nvSpPr>
        <p:spPr>
          <a:xfrm>
            <a:off x="2293744" y="5785010"/>
            <a:ext cx="1766736" cy="577081"/>
          </a:xfrm>
          <a:prstGeom prst="rect">
            <a:avLst/>
          </a:prstGeom>
          <a:noFill/>
        </p:spPr>
        <p:txBody>
          <a:bodyPr wrap="square">
            <a:spAutoFit/>
          </a:bodyPr>
          <a:lstStyle/>
          <a:p>
            <a:pPr marL="111125" marR="0" lvl="0" indent="-1111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a:ln>
                  <a:noFill/>
                </a:ln>
                <a:solidFill>
                  <a:srgbClr val="000000"/>
                </a:solidFill>
                <a:effectLst/>
                <a:uLnTx/>
                <a:uFillTx/>
                <a:latin typeface="Arial" panose="020B0604020202020204" pitchFamily="34" charset="0"/>
                <a:ea typeface="+mn-ea"/>
                <a:cs typeface="Arial"/>
              </a:rPr>
              <a:t>RUN. 5000 </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tmollitanim</a:t>
            </a:r>
          </a:p>
          <a:p>
            <a:pPr marL="111125" marR="0" lvl="0" indent="-1111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a:solidFill>
                  <a:srgbClr val="000000"/>
                </a:solidFill>
                <a:latin typeface="Arial" panose="020B0604020202020204" pitchFamily="34" charset="0"/>
                <a:cs typeface="Arial"/>
              </a:rPr>
              <a:t>‘</a:t>
            </a:r>
            <a:r>
              <a:rPr kumimoji="0" lang="en-US" sz="1050" b="1" i="0" u="none" strike="noStrike" kern="1200" cap="none" spc="0" normalizeH="0" baseline="0" noProof="0">
                <a:ln>
                  <a:noFill/>
                </a:ln>
                <a:solidFill>
                  <a:srgbClr val="000000"/>
                </a:solidFill>
                <a:effectLst/>
                <a:uLnTx/>
                <a:uFillTx/>
                <a:latin typeface="Arial" panose="020B0604020202020204" pitchFamily="34" charset="0"/>
                <a:ea typeface="+mn-ea"/>
                <a:cs typeface="Arial"/>
              </a:rPr>
              <a:t>Idestlaboru’ </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mc Urabi Turnonnu</a:t>
            </a:r>
          </a:p>
        </p:txBody>
      </p:sp>
      <p:sp>
        <p:nvSpPr>
          <p:cNvPr id="82" name="TextBox 81">
            <a:extLst>
              <a:ext uri="{FF2B5EF4-FFF2-40B4-BE49-F238E27FC236}">
                <a16:creationId xmlns:a16="http://schemas.microsoft.com/office/drawing/2014/main" id="{88277C22-A063-0EA8-843F-2A77EC0C8079}"/>
              </a:ext>
            </a:extLst>
          </p:cNvPr>
          <p:cNvSpPr txBox="1"/>
          <p:nvPr/>
        </p:nvSpPr>
        <p:spPr>
          <a:xfrm>
            <a:off x="2088095" y="4972008"/>
            <a:ext cx="674355" cy="309146"/>
          </a:xfrm>
          <a:prstGeom prst="roundRect">
            <a:avLst>
              <a:gd name="adj" fmla="val 18648"/>
            </a:avLst>
          </a:prstGeom>
          <a:solidFill>
            <a:srgbClr val="FFFFFF">
              <a:alpha val="73000"/>
            </a:srgbClr>
          </a:solidFill>
          <a:ln>
            <a:gradFill>
              <a:gsLst>
                <a:gs pos="0">
                  <a:srgbClr val="CAE8FD"/>
                </a:gs>
                <a:gs pos="100000">
                  <a:srgbClr val="5BA1E7"/>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2008</a:t>
            </a:r>
          </a:p>
        </p:txBody>
      </p:sp>
      <p:grpSp>
        <p:nvGrpSpPr>
          <p:cNvPr id="149" name="Group 148">
            <a:extLst>
              <a:ext uri="{FF2B5EF4-FFF2-40B4-BE49-F238E27FC236}">
                <a16:creationId xmlns:a16="http://schemas.microsoft.com/office/drawing/2014/main" id="{ED44237C-0922-2276-71EF-ACDD883B4AE2}"/>
              </a:ext>
            </a:extLst>
          </p:cNvPr>
          <p:cNvGrpSpPr/>
          <p:nvPr/>
        </p:nvGrpSpPr>
        <p:grpSpPr>
          <a:xfrm>
            <a:off x="2242955" y="4230214"/>
            <a:ext cx="364635" cy="738596"/>
            <a:chOff x="2165545" y="3564384"/>
            <a:chExt cx="519451" cy="1052187"/>
          </a:xfrm>
        </p:grpSpPr>
        <p:grpSp>
          <p:nvGrpSpPr>
            <p:cNvPr id="84" name="Group 83">
              <a:extLst>
                <a:ext uri="{FF2B5EF4-FFF2-40B4-BE49-F238E27FC236}">
                  <a16:creationId xmlns:a16="http://schemas.microsoft.com/office/drawing/2014/main" id="{EB584E13-BB01-7C58-9D6B-6BD32AE7812B}"/>
                </a:ext>
              </a:extLst>
            </p:cNvPr>
            <p:cNvGrpSpPr/>
            <p:nvPr/>
          </p:nvGrpSpPr>
          <p:grpSpPr>
            <a:xfrm>
              <a:off x="2165545" y="3564384"/>
              <a:ext cx="519451" cy="1052187"/>
              <a:chOff x="901704" y="3924676"/>
              <a:chExt cx="519451" cy="1052187"/>
            </a:xfrm>
          </p:grpSpPr>
          <p:sp>
            <p:nvSpPr>
              <p:cNvPr id="85" name="Rectangle: Rounded Corners 84">
                <a:extLst>
                  <a:ext uri="{FF2B5EF4-FFF2-40B4-BE49-F238E27FC236}">
                    <a16:creationId xmlns:a16="http://schemas.microsoft.com/office/drawing/2014/main" id="{4CD0A2E3-4B89-6A26-DD66-2BFF6573BDDF}"/>
                  </a:ext>
                </a:extLst>
              </p:cNvPr>
              <p:cNvSpPr/>
              <p:nvPr/>
            </p:nvSpPr>
            <p:spPr>
              <a:xfrm>
                <a:off x="1138571" y="4150669"/>
                <a:ext cx="45719" cy="826194"/>
              </a:xfrm>
              <a:prstGeom prst="roundRect">
                <a:avLst>
                  <a:gd name="adj" fmla="val 0"/>
                </a:avLst>
              </a:prstGeom>
              <a:solidFill>
                <a:srgbClr val="5BA1E7"/>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86" name="Graphic 67">
                <a:extLst>
                  <a:ext uri="{FF2B5EF4-FFF2-40B4-BE49-F238E27FC236}">
                    <a16:creationId xmlns:a16="http://schemas.microsoft.com/office/drawing/2014/main" id="{4A8EDEBE-73E0-A095-289F-E228D2904F9C}"/>
                  </a:ext>
                </a:extLst>
              </p:cNvPr>
              <p:cNvSpPr/>
              <p:nvPr/>
            </p:nvSpPr>
            <p:spPr>
              <a:xfrm>
                <a:off x="901704" y="3924676"/>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5BA1E7"/>
              </a:solidFill>
              <a:ln w="1592" cap="flat">
                <a:noFill/>
                <a:prstDash val="solid"/>
                <a:miter/>
              </a:ln>
            </p:spPr>
            <p:txBody>
              <a:bodyPr rtlCol="0" anchor="ctr"/>
              <a:lstStyle/>
              <a:p>
                <a:endParaRPr lang="en-IN"/>
              </a:p>
            </p:txBody>
          </p:sp>
          <p:sp>
            <p:nvSpPr>
              <p:cNvPr id="88" name="Oval 87">
                <a:extLst>
                  <a:ext uri="{FF2B5EF4-FFF2-40B4-BE49-F238E27FC236}">
                    <a16:creationId xmlns:a16="http://schemas.microsoft.com/office/drawing/2014/main" id="{B55E31B4-D0CB-A68F-2B36-DD8480250C94}"/>
                  </a:ext>
                </a:extLst>
              </p:cNvPr>
              <p:cNvSpPr/>
              <p:nvPr/>
            </p:nvSpPr>
            <p:spPr>
              <a:xfrm>
                <a:off x="968275" y="3998226"/>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grpSp>
        <p:pic>
          <p:nvPicPr>
            <p:cNvPr id="90" name="Picture 14" descr="Image result for gep logo swirl png">
              <a:extLst>
                <a:ext uri="{FF2B5EF4-FFF2-40B4-BE49-F238E27FC236}">
                  <a16:creationId xmlns:a16="http://schemas.microsoft.com/office/drawing/2014/main" id="{357BB7B3-84F2-A56E-7EF0-CF3BDF644021}"/>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2314457" y="3709468"/>
              <a:ext cx="221626" cy="216623"/>
            </a:xfrm>
            <a:prstGeom prst="rect">
              <a:avLst/>
            </a:prstGeom>
            <a:noFill/>
            <a:extLst>
              <a:ext uri="{909E8E84-426E-40DD-AFC4-6F175D3DCCD1}">
                <a14:hiddenFill xmlns:a14="http://schemas.microsoft.com/office/drawing/2010/main">
                  <a:solidFill>
                    <a:srgbClr val="FFFFFF"/>
                  </a:solidFill>
                </a14:hiddenFill>
              </a:ext>
            </a:extLst>
          </p:spPr>
        </p:pic>
      </p:grpSp>
      <p:sp>
        <p:nvSpPr>
          <p:cNvPr id="91" name="Rectangle: Rounded Corners 90">
            <a:extLst>
              <a:ext uri="{FF2B5EF4-FFF2-40B4-BE49-F238E27FC236}">
                <a16:creationId xmlns:a16="http://schemas.microsoft.com/office/drawing/2014/main" id="{BDE023D7-E555-3903-F0D4-8CB1CE0895C5}"/>
              </a:ext>
            </a:extLst>
          </p:cNvPr>
          <p:cNvSpPr/>
          <p:nvPr/>
        </p:nvSpPr>
        <p:spPr>
          <a:xfrm>
            <a:off x="2252682" y="1943976"/>
            <a:ext cx="1737635" cy="1787510"/>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92" name="TextBox 91">
            <a:extLst>
              <a:ext uri="{FF2B5EF4-FFF2-40B4-BE49-F238E27FC236}">
                <a16:creationId xmlns:a16="http://schemas.microsoft.com/office/drawing/2014/main" id="{EEEC09EB-ED57-8521-2687-833B0A21615B}"/>
              </a:ext>
            </a:extLst>
          </p:cNvPr>
          <p:cNvSpPr txBox="1"/>
          <p:nvPr/>
        </p:nvSpPr>
        <p:spPr>
          <a:xfrm>
            <a:off x="2871408" y="4588279"/>
            <a:ext cx="674355"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2009</a:t>
            </a:r>
          </a:p>
        </p:txBody>
      </p:sp>
      <p:sp>
        <p:nvSpPr>
          <p:cNvPr id="93" name="TextBox 92">
            <a:extLst>
              <a:ext uri="{FF2B5EF4-FFF2-40B4-BE49-F238E27FC236}">
                <a16:creationId xmlns:a16="http://schemas.microsoft.com/office/drawing/2014/main" id="{24CB8590-5FDD-15EF-565E-42B37B3D22F6}"/>
              </a:ext>
            </a:extLst>
          </p:cNvPr>
          <p:cNvSpPr txBox="1"/>
          <p:nvPr/>
        </p:nvSpPr>
        <p:spPr>
          <a:xfrm>
            <a:off x="2352410" y="2093549"/>
            <a:ext cx="1512406" cy="1585049"/>
          </a:xfrm>
          <a:prstGeom prst="rect">
            <a:avLst/>
          </a:prstGeom>
          <a:noFill/>
        </p:spPr>
        <p:txBody>
          <a:bodyPr wrap="square">
            <a:spAutoFit/>
          </a:bodyPr>
          <a:lstStyle/>
          <a:p>
            <a:pPr marL="117475" marR="0" lvl="0" indent="-117475"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i="0" u="none" strike="noStrike" kern="1200" cap="none" spc="0" normalizeH="0" baseline="0" noProof="0">
                <a:ln>
                  <a:noFill/>
                </a:ln>
                <a:solidFill>
                  <a:srgbClr val="000000"/>
                </a:solidFill>
                <a:effectLst/>
                <a:uLnTx/>
                <a:uFillTx/>
                <a:latin typeface="Arial" panose="020B0604020202020204" pitchFamily="34" charset="0"/>
                <a:ea typeface="+mn-ea"/>
                <a:cs typeface="Arial"/>
              </a:rPr>
              <a:t>Llasita metnis lt empusco Nvalli sq   $100UI saclect uspell ent es 2 quein</a:t>
            </a:r>
          </a:p>
          <a:p>
            <a:pPr marL="117475" marR="0" lvl="0" indent="-117475"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050" i="0" u="none" strike="noStrike" kern="1200" cap="none" spc="0" normalizeH="0" baseline="0" noProof="0">
                <a:ln>
                  <a:noFill/>
                </a:ln>
                <a:solidFill>
                  <a:srgbClr val="000000"/>
                </a:solidFill>
                <a:effectLst/>
                <a:uLnTx/>
                <a:uFillTx/>
                <a:latin typeface="Arial" panose="020B0604020202020204" pitchFamily="34" charset="0"/>
                <a:ea typeface="+mn-ea"/>
                <a:cs typeface="Arial"/>
              </a:rPr>
              <a:t>Ipsumidorci portadapi bus Vivamu Ssuscipi ttortore</a:t>
            </a:r>
          </a:p>
        </p:txBody>
      </p:sp>
      <p:grpSp>
        <p:nvGrpSpPr>
          <p:cNvPr id="94" name="Group 93">
            <a:extLst>
              <a:ext uri="{FF2B5EF4-FFF2-40B4-BE49-F238E27FC236}">
                <a16:creationId xmlns:a16="http://schemas.microsoft.com/office/drawing/2014/main" id="{F135FFCD-352A-0C53-E11D-85C491902CCC}"/>
              </a:ext>
            </a:extLst>
          </p:cNvPr>
          <p:cNvGrpSpPr/>
          <p:nvPr/>
        </p:nvGrpSpPr>
        <p:grpSpPr>
          <a:xfrm>
            <a:off x="3006898" y="3806131"/>
            <a:ext cx="403375" cy="782148"/>
            <a:chOff x="901704" y="3924676"/>
            <a:chExt cx="519451" cy="1007221"/>
          </a:xfrm>
        </p:grpSpPr>
        <p:sp>
          <p:nvSpPr>
            <p:cNvPr id="95" name="Rectangle: Rounded Corners 94">
              <a:extLst>
                <a:ext uri="{FF2B5EF4-FFF2-40B4-BE49-F238E27FC236}">
                  <a16:creationId xmlns:a16="http://schemas.microsoft.com/office/drawing/2014/main" id="{41C1959B-0850-5EC5-0AF9-36C84D930979}"/>
                </a:ext>
              </a:extLst>
            </p:cNvPr>
            <p:cNvSpPr/>
            <p:nvPr/>
          </p:nvSpPr>
          <p:spPr>
            <a:xfrm>
              <a:off x="1138571" y="4105703"/>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96" name="Graphic 67">
              <a:extLst>
                <a:ext uri="{FF2B5EF4-FFF2-40B4-BE49-F238E27FC236}">
                  <a16:creationId xmlns:a16="http://schemas.microsoft.com/office/drawing/2014/main" id="{0BDA3A37-3F81-ED72-4076-A41F9266ABFC}"/>
                </a:ext>
              </a:extLst>
            </p:cNvPr>
            <p:cNvSpPr/>
            <p:nvPr/>
          </p:nvSpPr>
          <p:spPr>
            <a:xfrm>
              <a:off x="901704" y="3924676"/>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97" name="Group 96">
              <a:extLst>
                <a:ext uri="{FF2B5EF4-FFF2-40B4-BE49-F238E27FC236}">
                  <a16:creationId xmlns:a16="http://schemas.microsoft.com/office/drawing/2014/main" id="{85EC76F4-BBD8-484C-6093-5EAF3AAB9089}"/>
                </a:ext>
              </a:extLst>
            </p:cNvPr>
            <p:cNvGrpSpPr/>
            <p:nvPr/>
          </p:nvGrpSpPr>
          <p:grpSpPr>
            <a:xfrm>
              <a:off x="968275" y="3998226"/>
              <a:ext cx="386309" cy="386309"/>
              <a:chOff x="1002196" y="3965031"/>
              <a:chExt cx="386309" cy="386309"/>
            </a:xfrm>
          </p:grpSpPr>
          <p:sp>
            <p:nvSpPr>
              <p:cNvPr id="98" name="Oval 97">
                <a:extLst>
                  <a:ext uri="{FF2B5EF4-FFF2-40B4-BE49-F238E27FC236}">
                    <a16:creationId xmlns:a16="http://schemas.microsoft.com/office/drawing/2014/main" id="{824C9D40-3E81-88C8-4980-B5C7E736BDF5}"/>
                  </a:ext>
                </a:extLst>
              </p:cNvPr>
              <p:cNvSpPr/>
              <p:nvPr/>
            </p:nvSpPr>
            <p:spPr>
              <a:xfrm>
                <a:off x="1002196" y="3965031"/>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99" name="Picture 98">
                <a:extLst>
                  <a:ext uri="{FF2B5EF4-FFF2-40B4-BE49-F238E27FC236}">
                    <a16:creationId xmlns:a16="http://schemas.microsoft.com/office/drawing/2014/main" id="{4515E46D-C95D-C29B-A7A7-D450DD021321}"/>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90929" y="4053764"/>
                <a:ext cx="208842" cy="208842"/>
              </a:xfrm>
              <a:prstGeom prst="rect">
                <a:avLst/>
              </a:prstGeom>
            </p:spPr>
          </p:pic>
        </p:grpSp>
      </p:grpSp>
      <p:sp>
        <p:nvSpPr>
          <p:cNvPr id="107" name="TextBox 106">
            <a:extLst>
              <a:ext uri="{FF2B5EF4-FFF2-40B4-BE49-F238E27FC236}">
                <a16:creationId xmlns:a16="http://schemas.microsoft.com/office/drawing/2014/main" id="{23888C40-A7E8-4724-0DB6-082DF073AAFF}"/>
              </a:ext>
            </a:extLst>
          </p:cNvPr>
          <p:cNvSpPr txBox="1"/>
          <p:nvPr/>
        </p:nvSpPr>
        <p:spPr>
          <a:xfrm>
            <a:off x="4198696" y="4280459"/>
            <a:ext cx="674355" cy="309146"/>
          </a:xfrm>
          <a:prstGeom prst="roundRect">
            <a:avLst>
              <a:gd name="adj" fmla="val 18648"/>
            </a:avLst>
          </a:prstGeom>
          <a:solidFill>
            <a:srgbClr val="FFFFFF">
              <a:alpha val="73000"/>
            </a:srgbClr>
          </a:solidFill>
          <a:ln>
            <a:gradFill>
              <a:gsLst>
                <a:gs pos="0">
                  <a:srgbClr val="CAE8FD"/>
                </a:gs>
                <a:gs pos="100000">
                  <a:srgbClr val="5BA1E7"/>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2011</a:t>
            </a:r>
          </a:p>
        </p:txBody>
      </p:sp>
      <p:grpSp>
        <p:nvGrpSpPr>
          <p:cNvPr id="194" name="Group 193">
            <a:extLst>
              <a:ext uri="{FF2B5EF4-FFF2-40B4-BE49-F238E27FC236}">
                <a16:creationId xmlns:a16="http://schemas.microsoft.com/office/drawing/2014/main" id="{9A2B0103-3594-4046-F16D-070346C27031}"/>
              </a:ext>
            </a:extLst>
          </p:cNvPr>
          <p:cNvGrpSpPr/>
          <p:nvPr/>
        </p:nvGrpSpPr>
        <p:grpSpPr>
          <a:xfrm>
            <a:off x="4309837" y="3321463"/>
            <a:ext cx="452072" cy="957275"/>
            <a:chOff x="4299429" y="2884703"/>
            <a:chExt cx="519451" cy="1099952"/>
          </a:xfrm>
        </p:grpSpPr>
        <p:grpSp>
          <p:nvGrpSpPr>
            <p:cNvPr id="108" name="Group 107">
              <a:extLst>
                <a:ext uri="{FF2B5EF4-FFF2-40B4-BE49-F238E27FC236}">
                  <a16:creationId xmlns:a16="http://schemas.microsoft.com/office/drawing/2014/main" id="{91E0B00F-5812-E594-04CF-B69FAD69BECD}"/>
                </a:ext>
              </a:extLst>
            </p:cNvPr>
            <p:cNvGrpSpPr/>
            <p:nvPr/>
          </p:nvGrpSpPr>
          <p:grpSpPr>
            <a:xfrm>
              <a:off x="4299429" y="2884703"/>
              <a:ext cx="519451" cy="1099952"/>
              <a:chOff x="901704" y="4034244"/>
              <a:chExt cx="519451" cy="1099952"/>
            </a:xfrm>
          </p:grpSpPr>
          <p:sp>
            <p:nvSpPr>
              <p:cNvPr id="110" name="Rectangle: Rounded Corners 109">
                <a:extLst>
                  <a:ext uri="{FF2B5EF4-FFF2-40B4-BE49-F238E27FC236}">
                    <a16:creationId xmlns:a16="http://schemas.microsoft.com/office/drawing/2014/main" id="{73A5F87A-B326-8637-89B2-FD34B5677E99}"/>
                  </a:ext>
                </a:extLst>
              </p:cNvPr>
              <p:cNvSpPr/>
              <p:nvPr/>
            </p:nvSpPr>
            <p:spPr>
              <a:xfrm>
                <a:off x="1138571" y="4308002"/>
                <a:ext cx="45719" cy="826194"/>
              </a:xfrm>
              <a:prstGeom prst="roundRect">
                <a:avLst>
                  <a:gd name="adj" fmla="val 0"/>
                </a:avLst>
              </a:prstGeom>
              <a:solidFill>
                <a:srgbClr val="5BA1E7"/>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11" name="Graphic 67">
                <a:extLst>
                  <a:ext uri="{FF2B5EF4-FFF2-40B4-BE49-F238E27FC236}">
                    <a16:creationId xmlns:a16="http://schemas.microsoft.com/office/drawing/2014/main" id="{398CB4D8-6A51-87B1-5A09-B1C1CB09986F}"/>
                  </a:ext>
                </a:extLst>
              </p:cNvPr>
              <p:cNvSpPr/>
              <p:nvPr/>
            </p:nvSpPr>
            <p:spPr>
              <a:xfrm>
                <a:off x="901704" y="4034244"/>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5BA1E7"/>
              </a:solidFill>
              <a:ln w="1592" cap="flat">
                <a:noFill/>
                <a:prstDash val="solid"/>
                <a:miter/>
              </a:ln>
            </p:spPr>
            <p:txBody>
              <a:bodyPr rtlCol="0" anchor="ctr"/>
              <a:lstStyle/>
              <a:p>
                <a:endParaRPr lang="en-IN"/>
              </a:p>
            </p:txBody>
          </p:sp>
          <p:sp>
            <p:nvSpPr>
              <p:cNvPr id="112" name="Oval 111">
                <a:extLst>
                  <a:ext uri="{FF2B5EF4-FFF2-40B4-BE49-F238E27FC236}">
                    <a16:creationId xmlns:a16="http://schemas.microsoft.com/office/drawing/2014/main" id="{06BB18E4-9D52-A35C-F65E-34006CA28AAC}"/>
                  </a:ext>
                </a:extLst>
              </p:cNvPr>
              <p:cNvSpPr/>
              <p:nvPr/>
            </p:nvSpPr>
            <p:spPr>
              <a:xfrm>
                <a:off x="968275" y="4107794"/>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grpSp>
        <p:pic>
          <p:nvPicPr>
            <p:cNvPr id="109" name="Picture 14" descr="Image result for gep logo swirl png">
              <a:extLst>
                <a:ext uri="{FF2B5EF4-FFF2-40B4-BE49-F238E27FC236}">
                  <a16:creationId xmlns:a16="http://schemas.microsoft.com/office/drawing/2014/main" id="{0AD9A55B-203B-DF81-1016-1D05E4FD3C4C}"/>
                </a:ext>
              </a:extLst>
            </p:cNvPr>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a:stretch/>
          </p:blipFill>
          <p:spPr bwMode="auto">
            <a:xfrm>
              <a:off x="4448341" y="3029787"/>
              <a:ext cx="221626" cy="216623"/>
            </a:xfrm>
            <a:prstGeom prst="rect">
              <a:avLst/>
            </a:prstGeom>
            <a:noFill/>
            <a:extLst>
              <a:ext uri="{909E8E84-426E-40DD-AFC4-6F175D3DCCD1}">
                <a14:hiddenFill xmlns:a14="http://schemas.microsoft.com/office/drawing/2010/main">
                  <a:solidFill>
                    <a:srgbClr val="FFFFFF"/>
                  </a:solidFill>
                </a14:hiddenFill>
              </a:ext>
            </a:extLst>
          </p:spPr>
        </p:pic>
      </p:grpSp>
      <p:sp>
        <p:nvSpPr>
          <p:cNvPr id="113" name="Rectangle: Rounded Corners 112">
            <a:extLst>
              <a:ext uri="{FF2B5EF4-FFF2-40B4-BE49-F238E27FC236}">
                <a16:creationId xmlns:a16="http://schemas.microsoft.com/office/drawing/2014/main" id="{C8FA235C-44F7-8201-0AF2-07885360BA09}"/>
              </a:ext>
            </a:extLst>
          </p:cNvPr>
          <p:cNvSpPr/>
          <p:nvPr/>
        </p:nvSpPr>
        <p:spPr>
          <a:xfrm>
            <a:off x="4189079" y="4685878"/>
            <a:ext cx="2368437" cy="1441567"/>
          </a:xfrm>
          <a:prstGeom prst="roundRect">
            <a:avLst>
              <a:gd name="adj" fmla="val 3552"/>
            </a:avLst>
          </a:prstGeom>
          <a:gradFill>
            <a:gsLst>
              <a:gs pos="0">
                <a:srgbClr val="5BA1E7">
                  <a:alpha val="0"/>
                </a:srgbClr>
              </a:gs>
              <a:gs pos="100000">
                <a:srgbClr val="CAE8FD">
                  <a:alpha val="38000"/>
                </a:srgbClr>
              </a:gs>
            </a:gsLst>
            <a:lin ang="5400000" scaled="1"/>
          </a:gradFill>
          <a:ln w="12700" cap="flat" cmpd="sng" algn="ctr">
            <a:gradFill>
              <a:gsLst>
                <a:gs pos="100000">
                  <a:srgbClr val="5BA1E7"/>
                </a:gs>
                <a:gs pos="0">
                  <a:srgbClr val="EAF3FB">
                    <a:alpha val="0"/>
                  </a:srgbClr>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15" name="TextBox 114">
            <a:extLst>
              <a:ext uri="{FF2B5EF4-FFF2-40B4-BE49-F238E27FC236}">
                <a16:creationId xmlns:a16="http://schemas.microsoft.com/office/drawing/2014/main" id="{0D2B1020-FC00-8206-F7B7-1773ED1FD58C}"/>
              </a:ext>
            </a:extLst>
          </p:cNvPr>
          <p:cNvSpPr txBox="1"/>
          <p:nvPr/>
        </p:nvSpPr>
        <p:spPr>
          <a:xfrm>
            <a:off x="4189080" y="4880950"/>
            <a:ext cx="2368438" cy="1061829"/>
          </a:xfrm>
          <a:prstGeom prst="rect">
            <a:avLst/>
          </a:prstGeom>
          <a:noFill/>
        </p:spPr>
        <p:txBody>
          <a:bodyPr wrap="square">
            <a:spAutoFit/>
          </a:bodyPr>
          <a:lstStyle/>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Getfelis</a:t>
            </a:r>
            <a:r>
              <a:rPr kumimoji="0" lang="en-US" sz="1050" b="1"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p>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endParaRPr>
          </a:p>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Porttit</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orvolutpatc</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rasultri</a:t>
            </a:r>
            <a:endPar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endParaRPr>
          </a:p>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Ciesli</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gu</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lased,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magnad</a:t>
            </a:r>
            <a:endPar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endParaRPr>
          </a:p>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Ictu</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mportalo</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remipsum</a:t>
            </a:r>
            <a:endPar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endParaRPr>
          </a:p>
          <a:p>
            <a:pPr marL="117475" marR="0" lvl="0" indent="-1174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Dolorsit</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amet</a:t>
            </a:r>
            <a:r>
              <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rPr>
              <a:t> </a:t>
            </a:r>
            <a:r>
              <a:rPr kumimoji="0" lang="en-US" sz="105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a:rPr>
              <a:t>consectetu</a:t>
            </a:r>
            <a:endParaRPr kumimoji="0" lang="en-US" sz="10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a:endParaRPr>
          </a:p>
        </p:txBody>
      </p:sp>
      <p:pic>
        <p:nvPicPr>
          <p:cNvPr id="118" name="Graphic 117">
            <a:extLst>
              <a:ext uri="{FF2B5EF4-FFF2-40B4-BE49-F238E27FC236}">
                <a16:creationId xmlns:a16="http://schemas.microsoft.com/office/drawing/2014/main" id="{B6F6F119-13D6-0C2D-F605-7D28F963CB3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87539" y="4921868"/>
            <a:ext cx="1043336" cy="152037"/>
          </a:xfrm>
          <a:prstGeom prst="rect">
            <a:avLst/>
          </a:prstGeom>
        </p:spPr>
      </p:pic>
      <p:sp>
        <p:nvSpPr>
          <p:cNvPr id="119" name="TextBox 118">
            <a:extLst>
              <a:ext uri="{FF2B5EF4-FFF2-40B4-BE49-F238E27FC236}">
                <a16:creationId xmlns:a16="http://schemas.microsoft.com/office/drawing/2014/main" id="{193BF5F0-6B66-0BEA-DBC6-33425ABBFBEB}"/>
              </a:ext>
            </a:extLst>
          </p:cNvPr>
          <p:cNvSpPr txBox="1"/>
          <p:nvPr/>
        </p:nvSpPr>
        <p:spPr>
          <a:xfrm>
            <a:off x="5120492" y="3895501"/>
            <a:ext cx="821441"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2016-17</a:t>
            </a:r>
          </a:p>
        </p:txBody>
      </p:sp>
      <p:grpSp>
        <p:nvGrpSpPr>
          <p:cNvPr id="120" name="Group 119">
            <a:extLst>
              <a:ext uri="{FF2B5EF4-FFF2-40B4-BE49-F238E27FC236}">
                <a16:creationId xmlns:a16="http://schemas.microsoft.com/office/drawing/2014/main" id="{B1F31244-7A28-38F7-DB69-CDCE11107A18}"/>
              </a:ext>
            </a:extLst>
          </p:cNvPr>
          <p:cNvGrpSpPr/>
          <p:nvPr/>
        </p:nvGrpSpPr>
        <p:grpSpPr>
          <a:xfrm>
            <a:off x="5305076" y="3012391"/>
            <a:ext cx="480181" cy="868093"/>
            <a:chOff x="901704" y="4090570"/>
            <a:chExt cx="519451" cy="939087"/>
          </a:xfrm>
        </p:grpSpPr>
        <p:sp>
          <p:nvSpPr>
            <p:cNvPr id="121" name="Rectangle: Rounded Corners 120">
              <a:extLst>
                <a:ext uri="{FF2B5EF4-FFF2-40B4-BE49-F238E27FC236}">
                  <a16:creationId xmlns:a16="http://schemas.microsoft.com/office/drawing/2014/main" id="{C30883EF-8C4F-28BA-E53C-96B35378ECA8}"/>
                </a:ext>
              </a:extLst>
            </p:cNvPr>
            <p:cNvSpPr/>
            <p:nvPr/>
          </p:nvSpPr>
          <p:spPr>
            <a:xfrm>
              <a:off x="1138571" y="4203463"/>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22" name="Graphic 67">
              <a:extLst>
                <a:ext uri="{FF2B5EF4-FFF2-40B4-BE49-F238E27FC236}">
                  <a16:creationId xmlns:a16="http://schemas.microsoft.com/office/drawing/2014/main" id="{88FD25FA-B3DC-26F2-EFB6-318698B3C051}"/>
                </a:ext>
              </a:extLst>
            </p:cNvPr>
            <p:cNvSpPr/>
            <p:nvPr/>
          </p:nvSpPr>
          <p:spPr>
            <a:xfrm>
              <a:off x="901704" y="4090570"/>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123" name="Group 122">
              <a:extLst>
                <a:ext uri="{FF2B5EF4-FFF2-40B4-BE49-F238E27FC236}">
                  <a16:creationId xmlns:a16="http://schemas.microsoft.com/office/drawing/2014/main" id="{AA74984C-923F-45F8-FEBD-2FF6185268C4}"/>
                </a:ext>
              </a:extLst>
            </p:cNvPr>
            <p:cNvGrpSpPr/>
            <p:nvPr/>
          </p:nvGrpSpPr>
          <p:grpSpPr>
            <a:xfrm>
              <a:off x="968275" y="4164120"/>
              <a:ext cx="386309" cy="386309"/>
              <a:chOff x="1002196" y="4130925"/>
              <a:chExt cx="386309" cy="386309"/>
            </a:xfrm>
          </p:grpSpPr>
          <p:sp>
            <p:nvSpPr>
              <p:cNvPr id="124" name="Oval 123">
                <a:extLst>
                  <a:ext uri="{FF2B5EF4-FFF2-40B4-BE49-F238E27FC236}">
                    <a16:creationId xmlns:a16="http://schemas.microsoft.com/office/drawing/2014/main" id="{6900397F-9AFE-ED53-8444-2EB3A3586355}"/>
                  </a:ext>
                </a:extLst>
              </p:cNvPr>
              <p:cNvSpPr/>
              <p:nvPr/>
            </p:nvSpPr>
            <p:spPr>
              <a:xfrm>
                <a:off x="1002196" y="4130925"/>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125" name="Picture 124">
                <a:extLst>
                  <a:ext uri="{FF2B5EF4-FFF2-40B4-BE49-F238E27FC236}">
                    <a16:creationId xmlns:a16="http://schemas.microsoft.com/office/drawing/2014/main" id="{B8573B1C-C81F-6A50-BAE4-D8FA3CC98BF8}"/>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090929" y="4219658"/>
                <a:ext cx="208842" cy="208842"/>
              </a:xfrm>
              <a:prstGeom prst="rect">
                <a:avLst/>
              </a:prstGeom>
            </p:spPr>
          </p:pic>
        </p:grpSp>
      </p:grpSp>
      <p:sp>
        <p:nvSpPr>
          <p:cNvPr id="126" name="Rectangle: Rounded Corners 125">
            <a:extLst>
              <a:ext uri="{FF2B5EF4-FFF2-40B4-BE49-F238E27FC236}">
                <a16:creationId xmlns:a16="http://schemas.microsoft.com/office/drawing/2014/main" id="{8D473FB9-D46F-6627-DF60-0AAD77545CCF}"/>
              </a:ext>
            </a:extLst>
          </p:cNvPr>
          <p:cNvSpPr/>
          <p:nvPr/>
        </p:nvSpPr>
        <p:spPr>
          <a:xfrm>
            <a:off x="4305616" y="1072436"/>
            <a:ext cx="2552263" cy="1906844"/>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28" name="TextBox 127">
            <a:extLst>
              <a:ext uri="{FF2B5EF4-FFF2-40B4-BE49-F238E27FC236}">
                <a16:creationId xmlns:a16="http://schemas.microsoft.com/office/drawing/2014/main" id="{BCFB9A77-88F3-2C33-10A6-ED67E71ED459}"/>
              </a:ext>
            </a:extLst>
          </p:cNvPr>
          <p:cNvSpPr txBox="1"/>
          <p:nvPr/>
        </p:nvSpPr>
        <p:spPr>
          <a:xfrm>
            <a:off x="4367740" y="1192431"/>
            <a:ext cx="2404941" cy="1708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Arial" panose="020B0604020202020204" pitchFamily="34" charset="0"/>
                <a:ea typeface="+mn-ea"/>
                <a:cs typeface="Arial"/>
              </a:rPr>
              <a:t>Radipis-CIN </a:t>
            </a: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Gelitseddoe Iusmodt</a:t>
            </a:r>
          </a:p>
          <a:p>
            <a:pPr marL="176213" marR="0" lvl="0"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Emporinc idi Duntutlabo</a:t>
            </a:r>
          </a:p>
          <a:p>
            <a:pPr marL="176213" marR="0" lvl="0"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“REet” dolore</a:t>
            </a:r>
          </a:p>
          <a:p>
            <a:pPr marL="176213" marR="0" lvl="0"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pitchFamily="34" charset="0"/>
                <a:ea typeface="+mn-ea"/>
                <a:cs typeface="Arial"/>
              </a:rPr>
              <a:t>Magnaaliqua Utenim</a:t>
            </a:r>
          </a:p>
          <a:p>
            <a:pPr marL="280988" marR="0" lvl="1"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a:ln>
                  <a:noFill/>
                </a:ln>
                <a:solidFill>
                  <a:srgbClr val="000000"/>
                </a:solidFill>
                <a:effectLst/>
                <a:uLnTx/>
                <a:uFillTx/>
                <a:latin typeface="Arial" panose="020B0604020202020204" pitchFamily="34" charset="0"/>
                <a:ea typeface="+mn-ea"/>
                <a:cs typeface="Arial"/>
              </a:rPr>
              <a:t>62 ad 88%+ minim venia mquisnostr</a:t>
            </a:r>
          </a:p>
          <a:p>
            <a:pPr marL="280988" marR="0" lvl="1"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a:ln>
                  <a:noFill/>
                </a:ln>
                <a:solidFill>
                  <a:srgbClr val="000000"/>
                </a:solidFill>
                <a:effectLst/>
                <a:uLnTx/>
                <a:uFillTx/>
                <a:latin typeface="Arial" panose="020B0604020202020204" pitchFamily="34" charset="0"/>
                <a:ea typeface="+mn-ea"/>
                <a:cs typeface="Arial"/>
              </a:rPr>
              <a:t>3.5% ud ~5% exerci tationu;40-50% ll A&amp;M</a:t>
            </a:r>
          </a:p>
          <a:p>
            <a:pPr marL="280988" marR="0" lvl="1"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a:ln>
                  <a:noFill/>
                </a:ln>
                <a:solidFill>
                  <a:srgbClr val="000000"/>
                </a:solidFill>
                <a:effectLst/>
                <a:uLnTx/>
                <a:uFillTx/>
                <a:latin typeface="Arial" panose="020B0604020202020204" pitchFamily="34" charset="0"/>
                <a:ea typeface="+mn-ea"/>
                <a:cs typeface="Arial"/>
              </a:rPr>
              <a:t>Colaborisnis iutaliqui pexeacom</a:t>
            </a:r>
          </a:p>
          <a:p>
            <a:pPr marL="280988" marR="0" lvl="1" indent="-1762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1" u="none" strike="noStrike" kern="1200" cap="none" spc="0" normalizeH="0" baseline="0" noProof="0">
                <a:ln>
                  <a:noFill/>
                </a:ln>
                <a:solidFill>
                  <a:srgbClr val="000000"/>
                </a:solidFill>
                <a:effectLst/>
                <a:uLnTx/>
                <a:uFillTx/>
                <a:latin typeface="Arial" panose="020B0604020202020204" pitchFamily="34" charset="0"/>
                <a:ea typeface="+mn-ea"/>
                <a:cs typeface="Arial"/>
              </a:rPr>
              <a:t>100% Modo Con sequatduisa </a:t>
            </a:r>
            <a:endParaRPr lang="en-IN" sz="1050">
              <a:latin typeface="Arial" panose="020B0604020202020204" pitchFamily="34" charset="0"/>
            </a:endParaRPr>
          </a:p>
        </p:txBody>
      </p:sp>
      <p:sp>
        <p:nvSpPr>
          <p:cNvPr id="129" name="TextBox 128">
            <a:extLst>
              <a:ext uri="{FF2B5EF4-FFF2-40B4-BE49-F238E27FC236}">
                <a16:creationId xmlns:a16="http://schemas.microsoft.com/office/drawing/2014/main" id="{0F451402-8069-875A-8AA8-122296ABA333}"/>
              </a:ext>
            </a:extLst>
          </p:cNvPr>
          <p:cNvSpPr txBox="1"/>
          <p:nvPr/>
        </p:nvSpPr>
        <p:spPr>
          <a:xfrm>
            <a:off x="6799544" y="3465421"/>
            <a:ext cx="889000"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2020-22</a:t>
            </a:r>
          </a:p>
        </p:txBody>
      </p:sp>
      <p:grpSp>
        <p:nvGrpSpPr>
          <p:cNvPr id="130" name="Group 129">
            <a:extLst>
              <a:ext uri="{FF2B5EF4-FFF2-40B4-BE49-F238E27FC236}">
                <a16:creationId xmlns:a16="http://schemas.microsoft.com/office/drawing/2014/main" id="{64BAD47F-C1FD-1075-7677-A6C8BC79C057}"/>
              </a:ext>
            </a:extLst>
          </p:cNvPr>
          <p:cNvGrpSpPr/>
          <p:nvPr/>
        </p:nvGrpSpPr>
        <p:grpSpPr>
          <a:xfrm>
            <a:off x="6948989" y="2405095"/>
            <a:ext cx="590087" cy="1066796"/>
            <a:chOff x="901704" y="4090570"/>
            <a:chExt cx="519451" cy="939087"/>
          </a:xfrm>
        </p:grpSpPr>
        <p:sp>
          <p:nvSpPr>
            <p:cNvPr id="131" name="Rectangle: Rounded Corners 130">
              <a:extLst>
                <a:ext uri="{FF2B5EF4-FFF2-40B4-BE49-F238E27FC236}">
                  <a16:creationId xmlns:a16="http://schemas.microsoft.com/office/drawing/2014/main" id="{E5DB0147-ACB5-F368-6279-73A3A22F0D27}"/>
                </a:ext>
              </a:extLst>
            </p:cNvPr>
            <p:cNvSpPr/>
            <p:nvPr/>
          </p:nvSpPr>
          <p:spPr>
            <a:xfrm>
              <a:off x="1138571" y="4203463"/>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32" name="Graphic 67">
              <a:extLst>
                <a:ext uri="{FF2B5EF4-FFF2-40B4-BE49-F238E27FC236}">
                  <a16:creationId xmlns:a16="http://schemas.microsoft.com/office/drawing/2014/main" id="{9BDD166A-6C1E-D6CA-6494-0E3E804A0E23}"/>
                </a:ext>
              </a:extLst>
            </p:cNvPr>
            <p:cNvSpPr/>
            <p:nvPr/>
          </p:nvSpPr>
          <p:spPr>
            <a:xfrm>
              <a:off x="901704" y="4090570"/>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133" name="Group 132">
              <a:extLst>
                <a:ext uri="{FF2B5EF4-FFF2-40B4-BE49-F238E27FC236}">
                  <a16:creationId xmlns:a16="http://schemas.microsoft.com/office/drawing/2014/main" id="{973E7C7E-9279-18FF-EE57-2218302CDEC1}"/>
                </a:ext>
              </a:extLst>
            </p:cNvPr>
            <p:cNvGrpSpPr/>
            <p:nvPr/>
          </p:nvGrpSpPr>
          <p:grpSpPr>
            <a:xfrm>
              <a:off x="968275" y="4164120"/>
              <a:ext cx="386309" cy="386309"/>
              <a:chOff x="1002196" y="4130925"/>
              <a:chExt cx="386309" cy="386309"/>
            </a:xfrm>
          </p:grpSpPr>
          <p:sp>
            <p:nvSpPr>
              <p:cNvPr id="134" name="Oval 133">
                <a:extLst>
                  <a:ext uri="{FF2B5EF4-FFF2-40B4-BE49-F238E27FC236}">
                    <a16:creationId xmlns:a16="http://schemas.microsoft.com/office/drawing/2014/main" id="{3C307A8F-1FAA-5ED7-DCC2-B860A174F0E6}"/>
                  </a:ext>
                </a:extLst>
              </p:cNvPr>
              <p:cNvSpPr/>
              <p:nvPr/>
            </p:nvSpPr>
            <p:spPr>
              <a:xfrm>
                <a:off x="1002196" y="4130925"/>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135" name="Picture 134">
                <a:extLst>
                  <a:ext uri="{FF2B5EF4-FFF2-40B4-BE49-F238E27FC236}">
                    <a16:creationId xmlns:a16="http://schemas.microsoft.com/office/drawing/2014/main" id="{91281934-19D4-46F3-039B-D8711959F2AF}"/>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090929" y="4219658"/>
                <a:ext cx="208842" cy="208842"/>
              </a:xfrm>
              <a:prstGeom prst="rect">
                <a:avLst/>
              </a:prstGeom>
            </p:spPr>
          </p:pic>
        </p:grpSp>
      </p:grpSp>
      <p:sp>
        <p:nvSpPr>
          <p:cNvPr id="136" name="Rectangle: Rounded Corners 135">
            <a:extLst>
              <a:ext uri="{FF2B5EF4-FFF2-40B4-BE49-F238E27FC236}">
                <a16:creationId xmlns:a16="http://schemas.microsoft.com/office/drawing/2014/main" id="{B56FC97D-5FB9-9D63-DF01-AF1544D733AC}"/>
              </a:ext>
            </a:extLst>
          </p:cNvPr>
          <p:cNvSpPr/>
          <p:nvPr/>
        </p:nvSpPr>
        <p:spPr>
          <a:xfrm>
            <a:off x="6683552" y="3840643"/>
            <a:ext cx="1959341" cy="1875322"/>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38" name="TextBox 137">
            <a:extLst>
              <a:ext uri="{FF2B5EF4-FFF2-40B4-BE49-F238E27FC236}">
                <a16:creationId xmlns:a16="http://schemas.microsoft.com/office/drawing/2014/main" id="{74D864E3-FC44-727E-7BB9-FCB495E88CE8}"/>
              </a:ext>
            </a:extLst>
          </p:cNvPr>
          <p:cNvSpPr txBox="1"/>
          <p:nvPr/>
        </p:nvSpPr>
        <p:spPr>
          <a:xfrm>
            <a:off x="6734301" y="3930861"/>
            <a:ext cx="1857843" cy="178510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Uteirur-EDO Lorinrepr Ehenderitin</a:t>
            </a:r>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endParaRP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Volu pt Ateve LIT essec</a:t>
            </a: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“ILlu” 2.0 mdolor</a:t>
            </a: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Eeu FUG iatnulla pari at 3.5 urexc (ep 5)</a:t>
            </a: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TE ursintocca ecatcupid</a:t>
            </a: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At-atnon proidentsuntin cu lpaqu iofficia</a:t>
            </a:r>
          </a:p>
          <a:p>
            <a:pPr marL="175895" marR="0" lvl="0" indent="-1758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a:rPr>
              <a:t>DE seruntm</a:t>
            </a:r>
          </a:p>
          <a:p>
            <a:pPr marR="0" lvl="0" algn="l" defTabSz="914400" rtl="0" eaLnBrk="1" fontAlgn="auto" latinLnBrk="0" hangingPunct="1">
              <a:lnSpc>
                <a:spcPct val="100000"/>
              </a:lnSpc>
              <a:spcBef>
                <a:spcPts val="0"/>
              </a:spcBef>
              <a:spcAft>
                <a:spcPts val="0"/>
              </a:spcAft>
              <a:buClrTx/>
              <a:buSzTx/>
              <a:tabLst/>
              <a:defRPr/>
            </a:pPr>
            <a:endParaRPr lang="en-IN" sz="1000" strike="sngStrike">
              <a:highlight>
                <a:srgbClr val="FFFF00"/>
              </a:highlight>
              <a:latin typeface="Arial" panose="020B0604020202020204" pitchFamily="34" charset="0"/>
            </a:endParaRPr>
          </a:p>
        </p:txBody>
      </p:sp>
      <p:grpSp>
        <p:nvGrpSpPr>
          <p:cNvPr id="163" name="Group 162">
            <a:extLst>
              <a:ext uri="{FF2B5EF4-FFF2-40B4-BE49-F238E27FC236}">
                <a16:creationId xmlns:a16="http://schemas.microsoft.com/office/drawing/2014/main" id="{70264BFA-1180-7EF8-9804-9E0241C3BFAE}"/>
              </a:ext>
            </a:extLst>
          </p:cNvPr>
          <p:cNvGrpSpPr/>
          <p:nvPr/>
        </p:nvGrpSpPr>
        <p:grpSpPr>
          <a:xfrm>
            <a:off x="8321553" y="2282576"/>
            <a:ext cx="898579" cy="1158772"/>
            <a:chOff x="8472653" y="2367284"/>
            <a:chExt cx="806627" cy="1040195"/>
          </a:xfrm>
        </p:grpSpPr>
        <p:grpSp>
          <p:nvGrpSpPr>
            <p:cNvPr id="150" name="Group 149">
              <a:extLst>
                <a:ext uri="{FF2B5EF4-FFF2-40B4-BE49-F238E27FC236}">
                  <a16:creationId xmlns:a16="http://schemas.microsoft.com/office/drawing/2014/main" id="{97D3E244-EC1B-577D-A6F8-60FE1770082C}"/>
                </a:ext>
              </a:extLst>
            </p:cNvPr>
            <p:cNvGrpSpPr/>
            <p:nvPr/>
          </p:nvGrpSpPr>
          <p:grpSpPr>
            <a:xfrm>
              <a:off x="8472653" y="2367284"/>
              <a:ext cx="519451" cy="1040195"/>
              <a:chOff x="2165548" y="3564385"/>
              <a:chExt cx="519451" cy="1040195"/>
            </a:xfrm>
          </p:grpSpPr>
          <p:grpSp>
            <p:nvGrpSpPr>
              <p:cNvPr id="151" name="Group 150">
                <a:extLst>
                  <a:ext uri="{FF2B5EF4-FFF2-40B4-BE49-F238E27FC236}">
                    <a16:creationId xmlns:a16="http://schemas.microsoft.com/office/drawing/2014/main" id="{952E7503-8816-E4F9-031D-DEB7164E8F70}"/>
                  </a:ext>
                </a:extLst>
              </p:cNvPr>
              <p:cNvGrpSpPr/>
              <p:nvPr/>
            </p:nvGrpSpPr>
            <p:grpSpPr>
              <a:xfrm>
                <a:off x="2165548" y="3564385"/>
                <a:ext cx="519451" cy="1040195"/>
                <a:chOff x="901707" y="3924677"/>
                <a:chExt cx="519451" cy="1040195"/>
              </a:xfrm>
            </p:grpSpPr>
            <p:sp>
              <p:nvSpPr>
                <p:cNvPr id="153" name="Rectangle: Rounded Corners 152">
                  <a:extLst>
                    <a:ext uri="{FF2B5EF4-FFF2-40B4-BE49-F238E27FC236}">
                      <a16:creationId xmlns:a16="http://schemas.microsoft.com/office/drawing/2014/main" id="{C07049AE-6554-04EB-E5EF-036CE84CEA6B}"/>
                    </a:ext>
                  </a:extLst>
                </p:cNvPr>
                <p:cNvSpPr/>
                <p:nvPr/>
              </p:nvSpPr>
              <p:spPr>
                <a:xfrm>
                  <a:off x="1138571" y="4138678"/>
                  <a:ext cx="45719" cy="826194"/>
                </a:xfrm>
                <a:prstGeom prst="roundRect">
                  <a:avLst>
                    <a:gd name="adj" fmla="val 0"/>
                  </a:avLst>
                </a:prstGeom>
                <a:solidFill>
                  <a:srgbClr val="5BA1E7"/>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54" name="Graphic 67">
                  <a:extLst>
                    <a:ext uri="{FF2B5EF4-FFF2-40B4-BE49-F238E27FC236}">
                      <a16:creationId xmlns:a16="http://schemas.microsoft.com/office/drawing/2014/main" id="{D4925309-8819-88FA-1ACF-C8B9A86D81F5}"/>
                    </a:ext>
                  </a:extLst>
                </p:cNvPr>
                <p:cNvSpPr/>
                <p:nvPr/>
              </p:nvSpPr>
              <p:spPr>
                <a:xfrm>
                  <a:off x="901707" y="3924677"/>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5BA1E7"/>
                </a:solidFill>
                <a:ln w="1592" cap="flat">
                  <a:noFill/>
                  <a:prstDash val="solid"/>
                  <a:miter/>
                </a:ln>
              </p:spPr>
              <p:txBody>
                <a:bodyPr rtlCol="0" anchor="ctr"/>
                <a:lstStyle/>
                <a:p>
                  <a:endParaRPr lang="en-IN"/>
                </a:p>
              </p:txBody>
            </p:sp>
            <p:sp>
              <p:nvSpPr>
                <p:cNvPr id="155" name="Oval 154">
                  <a:extLst>
                    <a:ext uri="{FF2B5EF4-FFF2-40B4-BE49-F238E27FC236}">
                      <a16:creationId xmlns:a16="http://schemas.microsoft.com/office/drawing/2014/main" id="{43B2B3F3-6CF4-113B-A246-A5A856E08510}"/>
                    </a:ext>
                  </a:extLst>
                </p:cNvPr>
                <p:cNvSpPr/>
                <p:nvPr/>
              </p:nvSpPr>
              <p:spPr>
                <a:xfrm>
                  <a:off x="968275" y="3998226"/>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grpSp>
          <p:pic>
            <p:nvPicPr>
              <p:cNvPr id="152" name="Picture 14" descr="Image result for gep logo swirl png">
                <a:extLst>
                  <a:ext uri="{FF2B5EF4-FFF2-40B4-BE49-F238E27FC236}">
                    <a16:creationId xmlns:a16="http://schemas.microsoft.com/office/drawing/2014/main" id="{F7F75BAD-B2F6-5921-AF3F-516FA4C65970}"/>
                  </a:ext>
                </a:extLst>
              </p:cNvPr>
              <p:cNvPicPr>
                <a:picLocks noChangeAspect="1" noChangeArrowheads="1"/>
              </p:cNvPicPr>
              <p:nvPr/>
            </p:nvPicPr>
            <p:blipFill rotWithShape="1">
              <a:blip r:embed="rId11" cstate="email">
                <a:extLst>
                  <a:ext uri="{28A0092B-C50C-407E-A947-70E740481C1C}">
                    <a14:useLocalDpi xmlns:a14="http://schemas.microsoft.com/office/drawing/2010/main"/>
                  </a:ext>
                </a:extLst>
              </a:blip>
              <a:srcRect/>
              <a:stretch/>
            </p:blipFill>
            <p:spPr bwMode="auto">
              <a:xfrm>
                <a:off x="2314457" y="3709468"/>
                <a:ext cx="221626" cy="21662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6" name="Group 155">
              <a:extLst>
                <a:ext uri="{FF2B5EF4-FFF2-40B4-BE49-F238E27FC236}">
                  <a16:creationId xmlns:a16="http://schemas.microsoft.com/office/drawing/2014/main" id="{36CBB93C-C09A-BDBE-3A7F-3127CD66A8AE}"/>
                </a:ext>
              </a:extLst>
            </p:cNvPr>
            <p:cNvGrpSpPr/>
            <p:nvPr/>
          </p:nvGrpSpPr>
          <p:grpSpPr>
            <a:xfrm>
              <a:off x="8759829" y="2367284"/>
              <a:ext cx="519451" cy="1027295"/>
              <a:chOff x="901714" y="3924677"/>
              <a:chExt cx="519451" cy="1027295"/>
            </a:xfrm>
          </p:grpSpPr>
          <p:sp>
            <p:nvSpPr>
              <p:cNvPr id="157" name="Rectangle: Rounded Corners 156">
                <a:extLst>
                  <a:ext uri="{FF2B5EF4-FFF2-40B4-BE49-F238E27FC236}">
                    <a16:creationId xmlns:a16="http://schemas.microsoft.com/office/drawing/2014/main" id="{881196E7-57F5-A092-AD0E-8DCD70B2E192}"/>
                  </a:ext>
                </a:extLst>
              </p:cNvPr>
              <p:cNvSpPr/>
              <p:nvPr/>
            </p:nvSpPr>
            <p:spPr>
              <a:xfrm>
                <a:off x="1138571" y="4125778"/>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58" name="Graphic 67">
                <a:extLst>
                  <a:ext uri="{FF2B5EF4-FFF2-40B4-BE49-F238E27FC236}">
                    <a16:creationId xmlns:a16="http://schemas.microsoft.com/office/drawing/2014/main" id="{76D5A056-2E85-4CAC-2AFC-38D5408CA4C2}"/>
                  </a:ext>
                </a:extLst>
              </p:cNvPr>
              <p:cNvSpPr/>
              <p:nvPr/>
            </p:nvSpPr>
            <p:spPr>
              <a:xfrm>
                <a:off x="901714" y="3924677"/>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159" name="Group 158">
                <a:extLst>
                  <a:ext uri="{FF2B5EF4-FFF2-40B4-BE49-F238E27FC236}">
                    <a16:creationId xmlns:a16="http://schemas.microsoft.com/office/drawing/2014/main" id="{1278A45B-C6A5-85A9-266B-822C544EA2CD}"/>
                  </a:ext>
                </a:extLst>
              </p:cNvPr>
              <p:cNvGrpSpPr/>
              <p:nvPr/>
            </p:nvGrpSpPr>
            <p:grpSpPr>
              <a:xfrm>
                <a:off x="968275" y="3998226"/>
                <a:ext cx="386309" cy="386309"/>
                <a:chOff x="1002196" y="3965031"/>
                <a:chExt cx="386309" cy="386309"/>
              </a:xfrm>
            </p:grpSpPr>
            <p:sp>
              <p:nvSpPr>
                <p:cNvPr id="160" name="Oval 159">
                  <a:extLst>
                    <a:ext uri="{FF2B5EF4-FFF2-40B4-BE49-F238E27FC236}">
                      <a16:creationId xmlns:a16="http://schemas.microsoft.com/office/drawing/2014/main" id="{30A920C2-8107-890A-A491-374B187BDAB7}"/>
                    </a:ext>
                  </a:extLst>
                </p:cNvPr>
                <p:cNvSpPr/>
                <p:nvPr/>
              </p:nvSpPr>
              <p:spPr>
                <a:xfrm>
                  <a:off x="1002196" y="3965031"/>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161" name="Picture 160">
                  <a:extLst>
                    <a:ext uri="{FF2B5EF4-FFF2-40B4-BE49-F238E27FC236}">
                      <a16:creationId xmlns:a16="http://schemas.microsoft.com/office/drawing/2014/main" id="{E32EE6E2-9ADF-2F88-680A-1800CED43815}"/>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090929" y="4053764"/>
                  <a:ext cx="208842" cy="208842"/>
                </a:xfrm>
                <a:prstGeom prst="rect">
                  <a:avLst/>
                </a:prstGeom>
              </p:spPr>
            </p:pic>
          </p:grpSp>
        </p:grpSp>
      </p:grpSp>
      <p:sp>
        <p:nvSpPr>
          <p:cNvPr id="162" name="TextBox 161">
            <a:extLst>
              <a:ext uri="{FF2B5EF4-FFF2-40B4-BE49-F238E27FC236}">
                <a16:creationId xmlns:a16="http://schemas.microsoft.com/office/drawing/2014/main" id="{3406F3AC-4A3F-44A3-8F16-A5591ACC2E4A}"/>
              </a:ext>
            </a:extLst>
          </p:cNvPr>
          <p:cNvSpPr txBox="1"/>
          <p:nvPr/>
        </p:nvSpPr>
        <p:spPr>
          <a:xfrm>
            <a:off x="8326333" y="3432916"/>
            <a:ext cx="889000"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2023-24</a:t>
            </a:r>
          </a:p>
        </p:txBody>
      </p:sp>
      <p:sp>
        <p:nvSpPr>
          <p:cNvPr id="164" name="Rectangle: Rounded Corners 163">
            <a:extLst>
              <a:ext uri="{FF2B5EF4-FFF2-40B4-BE49-F238E27FC236}">
                <a16:creationId xmlns:a16="http://schemas.microsoft.com/office/drawing/2014/main" id="{5505678F-4674-94A1-4263-2F1F71A0C822}"/>
              </a:ext>
            </a:extLst>
          </p:cNvPr>
          <p:cNvSpPr/>
          <p:nvPr/>
        </p:nvSpPr>
        <p:spPr>
          <a:xfrm>
            <a:off x="8783287" y="3868802"/>
            <a:ext cx="1959341" cy="857760"/>
          </a:xfrm>
          <a:prstGeom prst="roundRect">
            <a:avLst>
              <a:gd name="adj" fmla="val 3552"/>
            </a:avLst>
          </a:prstGeom>
          <a:gradFill>
            <a:gsLst>
              <a:gs pos="0">
                <a:srgbClr val="5BA1E7">
                  <a:alpha val="0"/>
                </a:srgbClr>
              </a:gs>
              <a:gs pos="100000">
                <a:srgbClr val="CAE8FD">
                  <a:alpha val="38000"/>
                </a:srgbClr>
              </a:gs>
            </a:gsLst>
            <a:lin ang="5400000" scaled="1"/>
          </a:gradFill>
          <a:ln w="12700" cap="flat" cmpd="sng" algn="ctr">
            <a:gradFill>
              <a:gsLst>
                <a:gs pos="100000">
                  <a:srgbClr val="5BA1E7"/>
                </a:gs>
                <a:gs pos="0">
                  <a:srgbClr val="EAF3FB">
                    <a:alpha val="0"/>
                  </a:srgbClr>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66" name="TextBox 165">
            <a:extLst>
              <a:ext uri="{FF2B5EF4-FFF2-40B4-BE49-F238E27FC236}">
                <a16:creationId xmlns:a16="http://schemas.microsoft.com/office/drawing/2014/main" id="{104BA0C4-F75C-385E-E389-7E0AFBC7CB1D}"/>
              </a:ext>
            </a:extLst>
          </p:cNvPr>
          <p:cNvSpPr txBox="1"/>
          <p:nvPr/>
        </p:nvSpPr>
        <p:spPr>
          <a:xfrm>
            <a:off x="8893878" y="4049991"/>
            <a:ext cx="1693806" cy="553998"/>
          </a:xfrm>
          <a:prstGeom prst="rect">
            <a:avLst/>
          </a:prstGeom>
          <a:noFill/>
        </p:spPr>
        <p:txBody>
          <a:bodyPr wrap="square">
            <a:spAutoFit/>
          </a:bodyPr>
          <a:lstStyle/>
          <a:p>
            <a:pPr marL="112395" marR="0" lvl="0" indent="-11239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a:ln>
                  <a:noFill/>
                </a:ln>
                <a:solidFill>
                  <a:srgbClr val="000000"/>
                </a:solidFill>
                <a:effectLst/>
                <a:uLnTx/>
                <a:uFillTx/>
                <a:latin typeface="Arial" panose="020B0604020202020204" pitchFamily="34" charset="0"/>
                <a:ea typeface="Arial"/>
                <a:cs typeface="Arial"/>
                <a:sym typeface="Arial"/>
              </a:rPr>
              <a:t>OLL Itanimi Destla</a:t>
            </a:r>
            <a:r>
              <a:rPr kumimoji="0" lang="en-US" sz="1000" i="0" u="none" strike="noStrike" kern="0" cap="none" spc="0" normalizeH="0" baseline="0" noProof="0">
                <a:ln>
                  <a:noFill/>
                </a:ln>
                <a:solidFill>
                  <a:srgbClr val="000000"/>
                </a:solidFill>
                <a:effectLst/>
                <a:uLnTx/>
                <a:uFillTx/>
                <a:latin typeface="Arial" panose="020B0604020202020204" pitchFamily="34" charset="0"/>
                <a:ea typeface="Arial"/>
                <a:cs typeface="Arial"/>
                <a:sym typeface="Arial"/>
              </a:rPr>
              <a:t>; BO- Rum Cura Biturno</a:t>
            </a:r>
            <a:endParaRPr kumimoji="0" lang="en-US" sz="1000" i="0" u="none" strike="noStrike" kern="0" cap="none" spc="0" normalizeH="0" baseline="0" noProof="0">
              <a:ln>
                <a:noFill/>
              </a:ln>
              <a:solidFill>
                <a:srgbClr val="000000"/>
              </a:solidFill>
              <a:effectLst/>
              <a:uLnTx/>
              <a:uFillTx/>
              <a:latin typeface="Arial" panose="020B0604020202020204" pitchFamily="34" charset="0"/>
              <a:ea typeface="Arial"/>
              <a:cs typeface="Arial"/>
            </a:endParaRPr>
          </a:p>
        </p:txBody>
      </p:sp>
      <p:grpSp>
        <p:nvGrpSpPr>
          <p:cNvPr id="178" name="Group 177">
            <a:extLst>
              <a:ext uri="{FF2B5EF4-FFF2-40B4-BE49-F238E27FC236}">
                <a16:creationId xmlns:a16="http://schemas.microsoft.com/office/drawing/2014/main" id="{625274C6-BC84-5270-608A-DDF77BDE9355}"/>
              </a:ext>
            </a:extLst>
          </p:cNvPr>
          <p:cNvGrpSpPr/>
          <p:nvPr/>
        </p:nvGrpSpPr>
        <p:grpSpPr>
          <a:xfrm>
            <a:off x="10781652" y="2353393"/>
            <a:ext cx="707462" cy="1155526"/>
            <a:chOff x="10971912" y="2077280"/>
            <a:chExt cx="519451" cy="848440"/>
          </a:xfrm>
        </p:grpSpPr>
        <p:grpSp>
          <p:nvGrpSpPr>
            <p:cNvPr id="173" name="Group 172">
              <a:extLst>
                <a:ext uri="{FF2B5EF4-FFF2-40B4-BE49-F238E27FC236}">
                  <a16:creationId xmlns:a16="http://schemas.microsoft.com/office/drawing/2014/main" id="{16EB92BB-EC61-72F4-A87D-4FF3F9E12BB1}"/>
                </a:ext>
              </a:extLst>
            </p:cNvPr>
            <p:cNvGrpSpPr/>
            <p:nvPr/>
          </p:nvGrpSpPr>
          <p:grpSpPr>
            <a:xfrm>
              <a:off x="10971912" y="2077280"/>
              <a:ext cx="519451" cy="848440"/>
              <a:chOff x="905196" y="4122802"/>
              <a:chExt cx="519451" cy="848440"/>
            </a:xfrm>
          </p:grpSpPr>
          <p:sp>
            <p:nvSpPr>
              <p:cNvPr id="174" name="Rectangle: Rounded Corners 173">
                <a:extLst>
                  <a:ext uri="{FF2B5EF4-FFF2-40B4-BE49-F238E27FC236}">
                    <a16:creationId xmlns:a16="http://schemas.microsoft.com/office/drawing/2014/main" id="{E0051072-540C-F4B7-0FBC-899F71E6D897}"/>
                  </a:ext>
                </a:extLst>
              </p:cNvPr>
              <p:cNvSpPr/>
              <p:nvPr/>
            </p:nvSpPr>
            <p:spPr>
              <a:xfrm>
                <a:off x="1142061" y="4471913"/>
                <a:ext cx="45721" cy="499329"/>
              </a:xfrm>
              <a:prstGeom prst="roundRect">
                <a:avLst>
                  <a:gd name="adj" fmla="val 0"/>
                </a:avLst>
              </a:prstGeom>
              <a:solidFill>
                <a:srgbClr val="5BA1E7"/>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75" name="Graphic 67">
                <a:extLst>
                  <a:ext uri="{FF2B5EF4-FFF2-40B4-BE49-F238E27FC236}">
                    <a16:creationId xmlns:a16="http://schemas.microsoft.com/office/drawing/2014/main" id="{6B055ADA-2F18-478A-5D75-E182104F44DF}"/>
                  </a:ext>
                </a:extLst>
              </p:cNvPr>
              <p:cNvSpPr/>
              <p:nvPr/>
            </p:nvSpPr>
            <p:spPr>
              <a:xfrm>
                <a:off x="905196" y="4122802"/>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5BA1E7"/>
              </a:solidFill>
              <a:ln w="1592" cap="flat">
                <a:noFill/>
                <a:prstDash val="solid"/>
                <a:miter/>
              </a:ln>
            </p:spPr>
            <p:txBody>
              <a:bodyPr rtlCol="0" anchor="ctr"/>
              <a:lstStyle/>
              <a:p>
                <a:endParaRPr lang="en-IN"/>
              </a:p>
            </p:txBody>
          </p:sp>
          <p:sp>
            <p:nvSpPr>
              <p:cNvPr id="176" name="Oval 175">
                <a:extLst>
                  <a:ext uri="{FF2B5EF4-FFF2-40B4-BE49-F238E27FC236}">
                    <a16:creationId xmlns:a16="http://schemas.microsoft.com/office/drawing/2014/main" id="{05B421F6-E7A8-FBC6-87E8-D87B879D4EB4}"/>
                  </a:ext>
                </a:extLst>
              </p:cNvPr>
              <p:cNvSpPr/>
              <p:nvPr/>
            </p:nvSpPr>
            <p:spPr>
              <a:xfrm>
                <a:off x="971767" y="4196352"/>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grpSp>
        <p:pic>
          <p:nvPicPr>
            <p:cNvPr id="177" name="Picture 14" descr="Image result for gep logo swirl png">
              <a:extLst>
                <a:ext uri="{FF2B5EF4-FFF2-40B4-BE49-F238E27FC236}">
                  <a16:creationId xmlns:a16="http://schemas.microsoft.com/office/drawing/2014/main" id="{39C00BB6-6EA7-34D2-D53C-9E10EFB4B717}"/>
                </a:ext>
              </a:extLst>
            </p:cNvPr>
            <p:cNvPicPr>
              <a:picLocks noChangeAspect="1" noChangeArrowheads="1"/>
            </p:cNvPicPr>
            <p:nvPr/>
          </p:nvPicPr>
          <p:blipFill rotWithShape="1">
            <a:blip r:embed="rId13" cstate="email">
              <a:extLst>
                <a:ext uri="{28A0092B-C50C-407E-A947-70E740481C1C}">
                  <a14:useLocalDpi xmlns:a14="http://schemas.microsoft.com/office/drawing/2010/main"/>
                </a:ext>
              </a:extLst>
            </a:blip>
            <a:srcRect/>
            <a:stretch/>
          </p:blipFill>
          <p:spPr bwMode="auto">
            <a:xfrm>
              <a:off x="11120824" y="2222364"/>
              <a:ext cx="221626" cy="21662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1" name="Group 190">
            <a:extLst>
              <a:ext uri="{FF2B5EF4-FFF2-40B4-BE49-F238E27FC236}">
                <a16:creationId xmlns:a16="http://schemas.microsoft.com/office/drawing/2014/main" id="{34F4C691-2B32-9728-F6B6-6A8279774FF7}"/>
              </a:ext>
            </a:extLst>
          </p:cNvPr>
          <p:cNvGrpSpPr/>
          <p:nvPr/>
        </p:nvGrpSpPr>
        <p:grpSpPr>
          <a:xfrm>
            <a:off x="11684278" y="3343530"/>
            <a:ext cx="282154" cy="380006"/>
            <a:chOff x="11599479" y="3239625"/>
            <a:chExt cx="282154" cy="380006"/>
          </a:xfrm>
        </p:grpSpPr>
        <p:sp>
          <p:nvSpPr>
            <p:cNvPr id="189" name="Isosceles Triangle 188">
              <a:extLst>
                <a:ext uri="{FF2B5EF4-FFF2-40B4-BE49-F238E27FC236}">
                  <a16:creationId xmlns:a16="http://schemas.microsoft.com/office/drawing/2014/main" id="{836AE602-BBD2-0940-EA8A-EE5FBF6537A1}"/>
                </a:ext>
              </a:extLst>
            </p:cNvPr>
            <p:cNvSpPr/>
            <p:nvPr/>
          </p:nvSpPr>
          <p:spPr>
            <a:xfrm rot="5400000">
              <a:off x="11587504" y="3318777"/>
              <a:ext cx="373281" cy="214977"/>
            </a:xfrm>
            <a:prstGeom prst="triangle">
              <a:avLst>
                <a:gd name="adj" fmla="val 50000"/>
              </a:avLst>
            </a:prstGeom>
            <a:gradFill>
              <a:gsLst>
                <a:gs pos="100000">
                  <a:srgbClr val="D6DBE6">
                    <a:alpha val="0"/>
                  </a:srgbClr>
                </a:gs>
                <a:gs pos="1000">
                  <a:srgbClr val="9FA4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a typeface="+mn-ea"/>
                <a:cs typeface="Arial"/>
              </a:endParaRPr>
            </a:p>
          </p:txBody>
        </p:sp>
        <p:sp>
          <p:nvSpPr>
            <p:cNvPr id="190" name="Isosceles Triangle 189">
              <a:extLst>
                <a:ext uri="{FF2B5EF4-FFF2-40B4-BE49-F238E27FC236}">
                  <a16:creationId xmlns:a16="http://schemas.microsoft.com/office/drawing/2014/main" id="{9D96AF93-E063-1715-A5FF-754B834C7C66}"/>
                </a:ext>
              </a:extLst>
            </p:cNvPr>
            <p:cNvSpPr/>
            <p:nvPr/>
          </p:nvSpPr>
          <p:spPr>
            <a:xfrm rot="5400000">
              <a:off x="11520327" y="3325502"/>
              <a:ext cx="373281" cy="214977"/>
            </a:xfrm>
            <a:prstGeom prst="triangle">
              <a:avLst>
                <a:gd name="adj" fmla="val 50000"/>
              </a:avLst>
            </a:prstGeom>
            <a:gradFill>
              <a:gsLst>
                <a:gs pos="100000">
                  <a:srgbClr val="D6DBE6">
                    <a:alpha val="0"/>
                  </a:srgbClr>
                </a:gs>
                <a:gs pos="0">
                  <a:srgbClr val="9FA4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Gothic" panose="020B0502020202020204" pitchFamily="34" charset="0"/>
                <a:ea typeface="+mn-ea"/>
                <a:cs typeface="Arial"/>
              </a:endParaRPr>
            </a:p>
          </p:txBody>
        </p:sp>
      </p:grpSp>
      <p:sp>
        <p:nvSpPr>
          <p:cNvPr id="193" name="TextBox 192">
            <a:extLst>
              <a:ext uri="{FF2B5EF4-FFF2-40B4-BE49-F238E27FC236}">
                <a16:creationId xmlns:a16="http://schemas.microsoft.com/office/drawing/2014/main" id="{18AB60F6-5AED-5CD5-8398-48E0476EFAAB}"/>
              </a:ext>
            </a:extLst>
          </p:cNvPr>
          <p:cNvSpPr txBox="1"/>
          <p:nvPr/>
        </p:nvSpPr>
        <p:spPr>
          <a:xfrm>
            <a:off x="11023178" y="3747159"/>
            <a:ext cx="1067199"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Nnullas Itametn Isltempusconv</a:t>
            </a:r>
          </a:p>
        </p:txBody>
      </p:sp>
      <p:sp>
        <p:nvSpPr>
          <p:cNvPr id="172" name="TextBox 171">
            <a:extLst>
              <a:ext uri="{FF2B5EF4-FFF2-40B4-BE49-F238E27FC236}">
                <a16:creationId xmlns:a16="http://schemas.microsoft.com/office/drawing/2014/main" id="{08C3B85B-CE5E-484B-D933-A97153810D7B}"/>
              </a:ext>
            </a:extLst>
          </p:cNvPr>
          <p:cNvSpPr txBox="1"/>
          <p:nvPr/>
        </p:nvSpPr>
        <p:spPr>
          <a:xfrm>
            <a:off x="10653830" y="3364645"/>
            <a:ext cx="963106" cy="309146"/>
          </a:xfrm>
          <a:prstGeom prst="roundRect">
            <a:avLst>
              <a:gd name="adj" fmla="val 18648"/>
            </a:avLst>
          </a:prstGeom>
          <a:gradFill>
            <a:gsLst>
              <a:gs pos="6000">
                <a:srgbClr val="CAE8FD"/>
              </a:gs>
              <a:gs pos="70000">
                <a:srgbClr val="5BA1E7"/>
              </a:gs>
            </a:gsLst>
            <a:lin ang="7800000" scaled="0"/>
          </a:gradFill>
          <a:ln>
            <a:gradFill>
              <a:gsLst>
                <a:gs pos="0">
                  <a:srgbClr val="CAE8FD"/>
                </a:gs>
                <a:gs pos="100000">
                  <a:srgbClr val="5BA1E7"/>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FFFFFF"/>
                </a:solidFill>
                <a:latin typeface="Arial" panose="020B0604020202020204" pitchFamily="34" charset="0"/>
                <a:cs typeface="Arial"/>
              </a:rPr>
              <a:t>Allisq</a:t>
            </a:r>
            <a:endParaRPr kumimoji="0" lang="en-US" sz="1200" b="1" i="0" u="none" strike="noStrike" kern="1200" cap="none" spc="0" normalizeH="0" baseline="0" noProof="0">
              <a:ln>
                <a:noFill/>
              </a:ln>
              <a:solidFill>
                <a:srgbClr val="FFFFFF"/>
              </a:solidFill>
              <a:effectLst/>
              <a:uLnTx/>
              <a:uFillTx/>
              <a:latin typeface="Arial" panose="020B0604020202020204" pitchFamily="34" charset="0"/>
              <a:ea typeface="+mn-ea"/>
              <a:cs typeface="Arial"/>
            </a:endParaRPr>
          </a:p>
        </p:txBody>
      </p:sp>
      <p:sp>
        <p:nvSpPr>
          <p:cNvPr id="2" name="Rectangle: Rounded Corners 1">
            <a:extLst>
              <a:ext uri="{FF2B5EF4-FFF2-40B4-BE49-F238E27FC236}">
                <a16:creationId xmlns:a16="http://schemas.microsoft.com/office/drawing/2014/main" id="{24536A1B-4DB2-E953-11CC-DF015EFFBF0F}"/>
              </a:ext>
            </a:extLst>
          </p:cNvPr>
          <p:cNvSpPr/>
          <p:nvPr/>
        </p:nvSpPr>
        <p:spPr>
          <a:xfrm>
            <a:off x="7273908" y="1251070"/>
            <a:ext cx="1422831" cy="897028"/>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4" name="TextBox 3">
            <a:extLst>
              <a:ext uri="{FF2B5EF4-FFF2-40B4-BE49-F238E27FC236}">
                <a16:creationId xmlns:a16="http://schemas.microsoft.com/office/drawing/2014/main" id="{8AE7BDC9-8D59-4C84-CFA6-63BD6BF8BC19}"/>
              </a:ext>
            </a:extLst>
          </p:cNvPr>
          <p:cNvSpPr txBox="1"/>
          <p:nvPr/>
        </p:nvSpPr>
        <p:spPr>
          <a:xfrm>
            <a:off x="7327048" y="1279026"/>
            <a:ext cx="1397400" cy="8925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Uisa cl Ectuspell &amp; ENTE</a:t>
            </a:r>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SQU – EI nipsumido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solidFill>
                  <a:srgbClr val="000000"/>
                </a:solidFill>
                <a:latin typeface="Arial" panose="020B0604020202020204" pitchFamily="34" charset="0"/>
                <a:cs typeface="Arial"/>
              </a:rPr>
              <a:t>Rcip or tadap ibusv</a:t>
            </a:r>
            <a:endPar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a:endParaRPr>
          </a:p>
        </p:txBody>
      </p:sp>
      <p:sp>
        <p:nvSpPr>
          <p:cNvPr id="6" name="TextBox 5">
            <a:extLst>
              <a:ext uri="{FF2B5EF4-FFF2-40B4-BE49-F238E27FC236}">
                <a16:creationId xmlns:a16="http://schemas.microsoft.com/office/drawing/2014/main" id="{B230FA11-9609-6066-25B9-6C5886AE1513}"/>
              </a:ext>
            </a:extLst>
          </p:cNvPr>
          <p:cNvSpPr txBox="1"/>
          <p:nvPr/>
        </p:nvSpPr>
        <p:spPr>
          <a:xfrm>
            <a:off x="9459988" y="3465421"/>
            <a:ext cx="889000" cy="309146"/>
          </a:xfrm>
          <a:prstGeom prst="roundRect">
            <a:avLst>
              <a:gd name="adj" fmla="val 18648"/>
            </a:avLst>
          </a:prstGeom>
          <a:solidFill>
            <a:srgbClr val="FFFFFF">
              <a:alpha val="73000"/>
            </a:srgbClr>
          </a:solidFill>
          <a:ln>
            <a:gradFill>
              <a:gsLst>
                <a:gs pos="0">
                  <a:srgbClr val="FCB4C6"/>
                </a:gs>
                <a:gs pos="100000">
                  <a:srgbClr val="FA85A1"/>
                </a:gs>
              </a:gsLst>
              <a:lin ang="5400000" scaled="1"/>
            </a:gradFill>
          </a:ln>
          <a:effectLst>
            <a:outerShdw blurRad="190500" dist="38100" dir="5400000" rotWithShape="0">
              <a:srgbClr val="43515C">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Arial"/>
              </a:rPr>
              <a:t>2025</a:t>
            </a:r>
          </a:p>
        </p:txBody>
      </p:sp>
      <p:grpSp>
        <p:nvGrpSpPr>
          <p:cNvPr id="7" name="Group 6">
            <a:extLst>
              <a:ext uri="{FF2B5EF4-FFF2-40B4-BE49-F238E27FC236}">
                <a16:creationId xmlns:a16="http://schemas.microsoft.com/office/drawing/2014/main" id="{C8CBD245-1E94-9BE4-A8D7-B23AACCE52EF}"/>
              </a:ext>
            </a:extLst>
          </p:cNvPr>
          <p:cNvGrpSpPr/>
          <p:nvPr/>
        </p:nvGrpSpPr>
        <p:grpSpPr>
          <a:xfrm>
            <a:off x="9609433" y="2405095"/>
            <a:ext cx="590087" cy="1066796"/>
            <a:chOff x="901704" y="4090570"/>
            <a:chExt cx="519451" cy="939087"/>
          </a:xfrm>
        </p:grpSpPr>
        <p:sp>
          <p:nvSpPr>
            <p:cNvPr id="8" name="Rectangle: Rounded Corners 7">
              <a:extLst>
                <a:ext uri="{FF2B5EF4-FFF2-40B4-BE49-F238E27FC236}">
                  <a16:creationId xmlns:a16="http://schemas.microsoft.com/office/drawing/2014/main" id="{E44B5E64-243D-25C1-3067-B51EA9F363C8}"/>
                </a:ext>
              </a:extLst>
            </p:cNvPr>
            <p:cNvSpPr/>
            <p:nvPr/>
          </p:nvSpPr>
          <p:spPr>
            <a:xfrm>
              <a:off x="1138571" y="4203463"/>
              <a:ext cx="45719" cy="826194"/>
            </a:xfrm>
            <a:prstGeom prst="roundRect">
              <a:avLst>
                <a:gd name="adj" fmla="val 0"/>
              </a:avLst>
            </a:prstGeom>
            <a:solidFill>
              <a:srgbClr val="FA85A1"/>
            </a:solidFill>
            <a:ln w="12700" cap="flat" cmpd="sng" algn="ctr">
              <a:noFill/>
              <a:prstDash val="solid"/>
              <a:miter lim="800000"/>
            </a:ln>
            <a:effectLst>
              <a:outerShdw blurRad="190500" dist="38100" dir="5400000" rotWithShape="0">
                <a:srgbClr val="FBBE26">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9" name="Graphic 67">
              <a:extLst>
                <a:ext uri="{FF2B5EF4-FFF2-40B4-BE49-F238E27FC236}">
                  <a16:creationId xmlns:a16="http://schemas.microsoft.com/office/drawing/2014/main" id="{E3B5D729-6349-8E74-1708-0E061992899D}"/>
                </a:ext>
              </a:extLst>
            </p:cNvPr>
            <p:cNvSpPr/>
            <p:nvPr/>
          </p:nvSpPr>
          <p:spPr>
            <a:xfrm>
              <a:off x="901704" y="4090570"/>
              <a:ext cx="519451" cy="768539"/>
            </a:xfrm>
            <a:custGeom>
              <a:avLst/>
              <a:gdLst>
                <a:gd name="connsiteX0" fmla="*/ 259742 w 519451"/>
                <a:gd name="connsiteY0" fmla="*/ 0 h 768539"/>
                <a:gd name="connsiteX1" fmla="*/ 0 w 519451"/>
                <a:gd name="connsiteY1" fmla="*/ 259726 h 768539"/>
                <a:gd name="connsiteX2" fmla="*/ 0 w 519451"/>
                <a:gd name="connsiteY2" fmla="*/ 259887 h 768539"/>
                <a:gd name="connsiteX3" fmla="*/ 1883 w 519451"/>
                <a:gd name="connsiteY3" fmla="*/ 289902 h 768539"/>
                <a:gd name="connsiteX4" fmla="*/ 210880 w 519451"/>
                <a:gd name="connsiteY4" fmla="*/ 768540 h 768539"/>
                <a:gd name="connsiteX5" fmla="*/ 308571 w 519451"/>
                <a:gd name="connsiteY5" fmla="*/ 768540 h 768539"/>
                <a:gd name="connsiteX6" fmla="*/ 517569 w 519451"/>
                <a:gd name="connsiteY6" fmla="*/ 289870 h 768539"/>
                <a:gd name="connsiteX7" fmla="*/ 519452 w 519451"/>
                <a:gd name="connsiteY7" fmla="*/ 260064 h 768539"/>
                <a:gd name="connsiteX8" fmla="*/ 519452 w 519451"/>
                <a:gd name="connsiteY8" fmla="*/ 259726 h 768539"/>
                <a:gd name="connsiteX9" fmla="*/ 259742 w 519451"/>
                <a:gd name="connsiteY9" fmla="*/ 0 h 76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451" h="768539">
                  <a:moveTo>
                    <a:pt x="259742" y="0"/>
                  </a:moveTo>
                  <a:cubicBezTo>
                    <a:pt x="116296" y="0"/>
                    <a:pt x="0" y="116280"/>
                    <a:pt x="0" y="259726"/>
                  </a:cubicBezTo>
                  <a:cubicBezTo>
                    <a:pt x="0" y="259790"/>
                    <a:pt x="0" y="259839"/>
                    <a:pt x="0" y="259887"/>
                  </a:cubicBezTo>
                  <a:cubicBezTo>
                    <a:pt x="0" y="270058"/>
                    <a:pt x="740" y="280037"/>
                    <a:pt x="1883" y="289902"/>
                  </a:cubicBezTo>
                  <a:cubicBezTo>
                    <a:pt x="20906" y="476062"/>
                    <a:pt x="210880" y="542933"/>
                    <a:pt x="210880" y="768540"/>
                  </a:cubicBezTo>
                  <a:lnTo>
                    <a:pt x="308571" y="768540"/>
                  </a:lnTo>
                  <a:cubicBezTo>
                    <a:pt x="308571" y="542933"/>
                    <a:pt x="498546" y="476062"/>
                    <a:pt x="517569" y="289870"/>
                  </a:cubicBezTo>
                  <a:cubicBezTo>
                    <a:pt x="518711" y="280069"/>
                    <a:pt x="519436" y="270155"/>
                    <a:pt x="519452" y="260064"/>
                  </a:cubicBezTo>
                  <a:cubicBezTo>
                    <a:pt x="519452" y="259951"/>
                    <a:pt x="519452" y="259839"/>
                    <a:pt x="519452" y="259726"/>
                  </a:cubicBezTo>
                  <a:cubicBezTo>
                    <a:pt x="519484" y="116280"/>
                    <a:pt x="403188" y="0"/>
                    <a:pt x="259742" y="0"/>
                  </a:cubicBezTo>
                  <a:close/>
                </a:path>
              </a:pathLst>
            </a:custGeom>
            <a:solidFill>
              <a:srgbClr val="FA84A2"/>
            </a:solidFill>
            <a:ln w="1592" cap="flat">
              <a:noFill/>
              <a:prstDash val="solid"/>
              <a:miter/>
            </a:ln>
          </p:spPr>
          <p:txBody>
            <a:bodyPr rtlCol="0" anchor="ctr"/>
            <a:lstStyle/>
            <a:p>
              <a:endParaRPr lang="en-IN"/>
            </a:p>
          </p:txBody>
        </p:sp>
        <p:grpSp>
          <p:nvGrpSpPr>
            <p:cNvPr id="10" name="Group 9">
              <a:extLst>
                <a:ext uri="{FF2B5EF4-FFF2-40B4-BE49-F238E27FC236}">
                  <a16:creationId xmlns:a16="http://schemas.microsoft.com/office/drawing/2014/main" id="{910C5D58-682C-AD62-2215-6A711C553FD6}"/>
                </a:ext>
              </a:extLst>
            </p:cNvPr>
            <p:cNvGrpSpPr/>
            <p:nvPr/>
          </p:nvGrpSpPr>
          <p:grpSpPr>
            <a:xfrm>
              <a:off x="968275" y="4164120"/>
              <a:ext cx="386309" cy="386309"/>
              <a:chOff x="1002196" y="4130925"/>
              <a:chExt cx="386309" cy="386309"/>
            </a:xfrm>
          </p:grpSpPr>
          <p:sp>
            <p:nvSpPr>
              <p:cNvPr id="11" name="Oval 10">
                <a:extLst>
                  <a:ext uri="{FF2B5EF4-FFF2-40B4-BE49-F238E27FC236}">
                    <a16:creationId xmlns:a16="http://schemas.microsoft.com/office/drawing/2014/main" id="{28CB60FB-5094-03BE-4205-07DDAD16B1D9}"/>
                  </a:ext>
                </a:extLst>
              </p:cNvPr>
              <p:cNvSpPr/>
              <p:nvPr/>
            </p:nvSpPr>
            <p:spPr>
              <a:xfrm>
                <a:off x="1002196" y="4130925"/>
                <a:ext cx="386309" cy="386309"/>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pic>
            <p:nvPicPr>
              <p:cNvPr id="12" name="Picture 11">
                <a:extLst>
                  <a:ext uri="{FF2B5EF4-FFF2-40B4-BE49-F238E27FC236}">
                    <a16:creationId xmlns:a16="http://schemas.microsoft.com/office/drawing/2014/main" id="{C96A1965-1BF8-B522-7AB1-10277492ACF5}"/>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090929" y="4219658"/>
                <a:ext cx="208842" cy="208842"/>
              </a:xfrm>
              <a:prstGeom prst="rect">
                <a:avLst/>
              </a:prstGeom>
            </p:spPr>
          </p:pic>
        </p:grpSp>
      </p:grpSp>
      <p:sp>
        <p:nvSpPr>
          <p:cNvPr id="13" name="Rectangle: Rounded Corners 12">
            <a:extLst>
              <a:ext uri="{FF2B5EF4-FFF2-40B4-BE49-F238E27FC236}">
                <a16:creationId xmlns:a16="http://schemas.microsoft.com/office/drawing/2014/main" id="{FB3359A4-6DE9-18AF-AE5F-E72DCCB27DD2}"/>
              </a:ext>
            </a:extLst>
          </p:cNvPr>
          <p:cNvSpPr/>
          <p:nvPr/>
        </p:nvSpPr>
        <p:spPr>
          <a:xfrm>
            <a:off x="9368153" y="1249161"/>
            <a:ext cx="1301802" cy="873054"/>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b="1">
              <a:solidFill>
                <a:schemeClr val="tx1"/>
              </a:solidFill>
            </a:endParaRPr>
          </a:p>
        </p:txBody>
      </p:sp>
      <p:sp>
        <p:nvSpPr>
          <p:cNvPr id="14" name="TextBox 13">
            <a:extLst>
              <a:ext uri="{FF2B5EF4-FFF2-40B4-BE49-F238E27FC236}">
                <a16:creationId xmlns:a16="http://schemas.microsoft.com/office/drawing/2014/main" id="{B34214B9-7003-C753-DF9C-06BC4931D45B}"/>
              </a:ext>
            </a:extLst>
          </p:cNvPr>
          <p:cNvSpPr txBox="1"/>
          <p:nvPr/>
        </p:nvSpPr>
        <p:spPr>
          <a:xfrm>
            <a:off x="9334626" y="1353676"/>
            <a:ext cx="1472664" cy="64633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Arial" panose="020B0604020202020204" pitchFamily="34" charset="0"/>
                <a:cs typeface="Arial"/>
              </a:rPr>
              <a:t>Ivamussus cipittortor egetfelis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Arial" panose="020B0604020202020204" pitchFamily="34" charset="0"/>
              <a:cs typeface="Arial"/>
            </a:endParaRPr>
          </a:p>
          <a:p>
            <a:pPr>
              <a:defRPr/>
            </a:pPr>
            <a:r>
              <a:rPr lang="en-US" sz="900" b="1">
                <a:solidFill>
                  <a:srgbClr val="000000"/>
                </a:solidFill>
                <a:latin typeface="Arial" panose="020B0604020202020204" pitchFamily="34" charset="0"/>
                <a:cs typeface="Arial"/>
              </a:rPr>
              <a:t>POR ttitorv olutpat</a:t>
            </a:r>
          </a:p>
        </p:txBody>
      </p:sp>
      <p:sp>
        <p:nvSpPr>
          <p:cNvPr id="5" name="Rectangle: Rounded Corners 4">
            <a:extLst>
              <a:ext uri="{FF2B5EF4-FFF2-40B4-BE49-F238E27FC236}">
                <a16:creationId xmlns:a16="http://schemas.microsoft.com/office/drawing/2014/main" id="{19D0E040-EB2D-A299-EE9B-F3E9A8756C2F}"/>
              </a:ext>
            </a:extLst>
          </p:cNvPr>
          <p:cNvSpPr/>
          <p:nvPr/>
        </p:nvSpPr>
        <p:spPr>
          <a:xfrm>
            <a:off x="6677008" y="5765142"/>
            <a:ext cx="2137455" cy="711858"/>
          </a:xfrm>
          <a:prstGeom prst="roundRect">
            <a:avLst>
              <a:gd name="adj" fmla="val 3552"/>
            </a:avLst>
          </a:prstGeom>
          <a:gradFill>
            <a:gsLst>
              <a:gs pos="0">
                <a:srgbClr val="FCB4C6">
                  <a:alpha val="20000"/>
                </a:srgbClr>
              </a:gs>
              <a:gs pos="100000">
                <a:srgbClr val="FA85A1">
                  <a:alpha val="11000"/>
                </a:srgbClr>
              </a:gs>
            </a:gsLst>
            <a:lin ang="5400000" scaled="1"/>
          </a:gradFill>
          <a:ln w="12700" cap="flat" cmpd="sng" algn="ctr">
            <a:gradFill>
              <a:gsLst>
                <a:gs pos="37000">
                  <a:srgbClr val="FA85A1">
                    <a:alpha val="0"/>
                  </a:srgbClr>
                </a:gs>
                <a:gs pos="100000">
                  <a:srgbClr val="FCB4C6"/>
                </a:gs>
              </a:gsLst>
              <a:lin ang="5400000" scaled="1"/>
            </a:gra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tx1"/>
                </a:solidFill>
                <a:latin typeface="Arial" panose="020B0604020202020204" pitchFamily="34" charset="0"/>
              </a:rPr>
              <a:t>Crasultri </a:t>
            </a:r>
            <a:r>
              <a:rPr lang="en-IN" sz="1200" b="1">
                <a:solidFill>
                  <a:schemeClr val="tx1"/>
                </a:solidFill>
                <a:latin typeface="Arial" panose="020B0604020202020204" pitchFamily="34" charset="0"/>
              </a:rPr>
              <a:t>$1C+</a:t>
            </a:r>
            <a:r>
              <a:rPr lang="en-IN" sz="1200">
                <a:solidFill>
                  <a:schemeClr val="tx1"/>
                </a:solidFill>
                <a:latin typeface="Arial" panose="020B0604020202020204" pitchFamily="34" charset="0"/>
              </a:rPr>
              <a:t> ie sligulas </a:t>
            </a:r>
            <a:r>
              <a:rPr lang="en-IN" sz="1200" b="1">
                <a:solidFill>
                  <a:schemeClr val="tx1"/>
                </a:solidFill>
                <a:latin typeface="Arial" panose="020B0604020202020204" pitchFamily="34" charset="0"/>
              </a:rPr>
              <a:t>edmagna</a:t>
            </a:r>
            <a:r>
              <a:rPr lang="en-IN" sz="1200">
                <a:solidFill>
                  <a:schemeClr val="tx1"/>
                </a:solidFill>
                <a:latin typeface="Arial" panose="020B0604020202020204" pitchFamily="34" charset="0"/>
              </a:rPr>
              <a:t> dictum portal oremipsum dolo 5 rsita</a:t>
            </a:r>
          </a:p>
        </p:txBody>
      </p:sp>
    </p:spTree>
    <p:extLst>
      <p:ext uri="{BB962C8B-B14F-4D97-AF65-F5344CB8AC3E}">
        <p14:creationId xmlns:p14="http://schemas.microsoft.com/office/powerpoint/2010/main" val="4065126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51" descr="A picture containing bed&#10;&#10;Description automatically generated">
            <a:extLst>
              <a:ext uri="{FF2B5EF4-FFF2-40B4-BE49-F238E27FC236}">
                <a16:creationId xmlns:a16="http://schemas.microsoft.com/office/drawing/2014/main" id="{2C86F4D8-41FF-4D51-B0BB-324186052DB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3654"/>
            <a:ext cx="12192000" cy="6858000"/>
          </a:xfrm>
          <a:prstGeom prst="rect">
            <a:avLst/>
          </a:prstGeom>
        </p:spPr>
      </p:pic>
      <p:pic>
        <p:nvPicPr>
          <p:cNvPr id="6" name="Graphic 5">
            <a:extLst>
              <a:ext uri="{FF2B5EF4-FFF2-40B4-BE49-F238E27FC236}">
                <a16:creationId xmlns:a16="http://schemas.microsoft.com/office/drawing/2014/main" id="{999B365C-05DB-4697-95F4-66CE285B90FA}"/>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855111" y="119034"/>
            <a:ext cx="1159334" cy="295372"/>
          </a:xfrm>
          <a:prstGeom prst="rect">
            <a:avLst/>
          </a:prstGeom>
        </p:spPr>
      </p:pic>
      <p:sp>
        <p:nvSpPr>
          <p:cNvPr id="7" name="TextBox 6">
            <a:extLst>
              <a:ext uri="{FF2B5EF4-FFF2-40B4-BE49-F238E27FC236}">
                <a16:creationId xmlns:a16="http://schemas.microsoft.com/office/drawing/2014/main" id="{D56D352A-BE27-48A1-B495-E12CB41F2DAC}"/>
              </a:ext>
            </a:extLst>
          </p:cNvPr>
          <p:cNvSpPr txBox="1"/>
          <p:nvPr/>
        </p:nvSpPr>
        <p:spPr>
          <a:xfrm>
            <a:off x="252357" y="2894724"/>
            <a:ext cx="1294504" cy="405157"/>
          </a:xfrm>
          <a:prstGeom prst="roundRect">
            <a:avLst>
              <a:gd name="adj" fmla="val 10969"/>
            </a:avLst>
          </a:prstGeom>
          <a:solidFill>
            <a:srgbClr val="FFFFFF">
              <a:alpha val="24000"/>
            </a:srgbClr>
          </a:solidFill>
          <a:ln w="6350" cmpd="sng">
            <a:solidFill>
              <a:srgbClr val="459FED"/>
            </a:solidFill>
          </a:ln>
          <a:effectLst>
            <a:glow>
              <a:scrgbClr r="0" g="0" b="0">
                <a:alpha val="0"/>
              </a:scrgbClr>
            </a:glow>
            <a:outerShdw blurRad="190500" dist="38100" dir="5400000" rotWithShape="0">
              <a:srgbClr val="0070C0">
                <a:alpha val="20000"/>
              </a:srgbClr>
            </a:outerShdw>
          </a:effectLst>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262626"/>
                </a:solidFill>
                <a:latin typeface="Arial" panose="020B0604020202020204" pitchFamily="34" charset="0"/>
              </a:rPr>
              <a:t>ISI Utaliqu</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262626"/>
                </a:solidFill>
                <a:latin typeface="Arial" panose="020B0604020202020204" pitchFamily="34" charset="0"/>
              </a:rPr>
              <a:t>Ipexea </a:t>
            </a:r>
            <a:r>
              <a:rPr kumimoji="0" lang="en-US" sz="1200" b="1" i="0" u="none" strike="noStrike" kern="1200" cap="none" spc="0" normalizeH="0" baseline="0" noProof="0">
                <a:ln>
                  <a:noFill/>
                </a:ln>
                <a:solidFill>
                  <a:srgbClr val="262626"/>
                </a:solidFill>
                <a:effectLst/>
                <a:uLnTx/>
                <a:uFillTx/>
                <a:latin typeface="Arial" panose="020B0604020202020204" pitchFamily="34" charset="0"/>
                <a:ea typeface="+mn-ea"/>
                <a:cs typeface="+mn-cs"/>
              </a:rPr>
              <a:t>(CO ’19)</a:t>
            </a:r>
          </a:p>
        </p:txBody>
      </p:sp>
      <p:sp>
        <p:nvSpPr>
          <p:cNvPr id="8" name="TextBox 7">
            <a:extLst>
              <a:ext uri="{FF2B5EF4-FFF2-40B4-BE49-F238E27FC236}">
                <a16:creationId xmlns:a16="http://schemas.microsoft.com/office/drawing/2014/main" id="{0AFFBC65-FEFD-4932-BCB5-6ABB16FDC190}"/>
              </a:ext>
            </a:extLst>
          </p:cNvPr>
          <p:cNvSpPr txBox="1"/>
          <p:nvPr/>
        </p:nvSpPr>
        <p:spPr>
          <a:xfrm>
            <a:off x="252357" y="1694699"/>
            <a:ext cx="1404858" cy="738664"/>
          </a:xfrm>
          <a:prstGeom prst="rect">
            <a:avLst/>
          </a:prstGeom>
          <a:noFill/>
          <a:effectLst>
            <a:glow>
              <a:scrgbClr r="0" g="0" b="0">
                <a:alpha val="0"/>
              </a:scrgbClr>
            </a:glow>
          </a:effectLst>
          <a:extLst>
            <a:ext uri="{909E8E84-426E-40DD-AFC4-6F175D3DCCD1}">
              <a14:hiddenFill xmlns:a14="http://schemas.microsoft.com/office/drawing/2010/main">
                <a:solidFill>
                  <a:schemeClr val="bg1"/>
                </a:solidFill>
              </a14:hiddenFill>
            </a:ext>
            <a:ext uri="{E45631CC-5BF2-4C18-A39C-3461C7D3F71A}">
              <a14:hiddenSp3d xmlns:a14="http://schemas.microsoft.com/office/drawing/2010/main"/>
            </a:ext>
          </a:ex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62626"/>
                </a:solidFill>
                <a:effectLst/>
                <a:uLnTx/>
                <a:uFillTx/>
                <a:latin typeface="Arial" panose="020B0604020202020204" pitchFamily="34" charset="0"/>
                <a:ea typeface="+mn-ea"/>
                <a:cs typeface="+mn-cs"/>
              </a:rPr>
              <a:t>Mmodoco Nsequ Atduisauteir</a:t>
            </a:r>
          </a:p>
        </p:txBody>
      </p:sp>
      <p:sp>
        <p:nvSpPr>
          <p:cNvPr id="9" name="Rectangle 8">
            <a:extLst>
              <a:ext uri="{FF2B5EF4-FFF2-40B4-BE49-F238E27FC236}">
                <a16:creationId xmlns:a16="http://schemas.microsoft.com/office/drawing/2014/main" id="{1FB9833B-44E0-4008-8D11-144762AA23FB}"/>
              </a:ext>
            </a:extLst>
          </p:cNvPr>
          <p:cNvSpPr/>
          <p:nvPr/>
        </p:nvSpPr>
        <p:spPr>
          <a:xfrm>
            <a:off x="2394299" y="1721374"/>
            <a:ext cx="862608" cy="276999"/>
          </a:xfrm>
          <a:prstGeom prst="rect">
            <a:avLst/>
          </a:prstGeom>
          <a:noFill/>
          <a:ln w="6350" cap="flat" cmpd="sng" algn="ctr">
            <a:noFill/>
            <a:prstDash val="solid"/>
            <a:miter lim="800000"/>
          </a:ln>
          <a:effectLst>
            <a:glow>
              <a:scrgbClr r="0" g="0" b="0">
                <a:alpha val="0"/>
              </a:scrgbClr>
            </a:glow>
          </a:effectLst>
          <a:extLst>
            <a:ext uri="{909E8E84-426E-40DD-AFC4-6F175D3DCCD1}">
              <a14:hiddenFill xmlns:a14="http://schemas.microsoft.com/office/drawing/2010/main">
                <a:solidFill>
                  <a:srgbClr val="306BE0"/>
                </a:solidFill>
              </a14:hiddenFill>
            </a:ext>
            <a:ext uri="{91240B29-F687-4F45-9708-019B960494DF}">
              <a14:hiddenLine xmlns:a14="http://schemas.microsoft.com/office/drawing/2010/main" w="6350" cap="flat" cmpd="sng" algn="ctr">
                <a:solidFill>
                  <a:schemeClr val="bg1"/>
                </a:solidFill>
                <a:prstDash val="solid"/>
                <a:miter lim="800000"/>
              </a14:hiddenLine>
            </a:ext>
            <a:ext uri="{AF507438-7753-43E0-B8FC-AC1667EBCBE1}">
              <a14:hiddenEffects xmlns:a14="http://schemas.microsoft.com/office/drawing/2010/main">
                <a:effectLst>
                  <a:glow>
                    <a:scrgbClr r="0" g="0" b="0">
                      <a:alpha val="0"/>
                    </a:scrgbClr>
                  </a:glow>
                  <a:outerShdw blurRad="190500" dist="38100" dir="5400000" rotWithShape="0">
                    <a:srgbClr val="66737C">
                      <a:alpha val="20000"/>
                    </a:srgbClr>
                  </a:outerShdw>
                </a:effectLst>
              </a14:hiddenEffects>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rgbClr val="306BE0"/>
                </a:solidFill>
                <a:effectLst/>
                <a:uLnTx/>
                <a:uFillTx/>
                <a:latin typeface="Calibri" panose="020F0502020204030204"/>
                <a:ea typeface="+mn-ea"/>
                <a:cs typeface="+mn-cs"/>
              </a:rPr>
              <a:t>1. Uredolo</a:t>
            </a:r>
          </a:p>
        </p:txBody>
      </p:sp>
      <p:sp>
        <p:nvSpPr>
          <p:cNvPr id="10" name="Rectangle 9">
            <a:extLst>
              <a:ext uri="{FF2B5EF4-FFF2-40B4-BE49-F238E27FC236}">
                <a16:creationId xmlns:a16="http://schemas.microsoft.com/office/drawing/2014/main" id="{711D6005-A303-4661-AA20-229A7D365DE9}"/>
              </a:ext>
            </a:extLst>
          </p:cNvPr>
          <p:cNvSpPr/>
          <p:nvPr/>
        </p:nvSpPr>
        <p:spPr>
          <a:xfrm>
            <a:off x="3347926" y="1356724"/>
            <a:ext cx="1140223" cy="461665"/>
          </a:xfrm>
          <a:prstGeom prst="rect">
            <a:avLst/>
          </a:prstGeom>
          <a:noFill/>
          <a:ln w="6350" cap="flat" cmpd="sng" algn="ctr">
            <a:noFill/>
            <a:prstDash val="solid"/>
            <a:miter lim="800000"/>
          </a:ln>
          <a:effectLst>
            <a:glow>
              <a:scrgbClr r="0" g="0" b="0">
                <a:alpha val="0"/>
              </a:scrgbClr>
            </a:glow>
          </a:effectLst>
          <a:extLst>
            <a:ext uri="{909E8E84-426E-40DD-AFC4-6F175D3DCCD1}">
              <a14:hiddenFill xmlns:a14="http://schemas.microsoft.com/office/drawing/2010/main">
                <a:solidFill>
                  <a:srgbClr val="306BE0"/>
                </a:solidFill>
              </a14:hiddenFill>
            </a:ext>
            <a:ext uri="{91240B29-F687-4F45-9708-019B960494DF}">
              <a14:hiddenLine xmlns:a14="http://schemas.microsoft.com/office/drawing/2010/main" w="6350" cap="flat" cmpd="sng" algn="ctr">
                <a:solidFill>
                  <a:schemeClr val="bg1"/>
                </a:solidFill>
                <a:prstDash val="solid"/>
                <a:miter lim="800000"/>
              </a14:hiddenLine>
            </a:ext>
            <a:ext uri="{AF507438-7753-43E0-B8FC-AC1667EBCBE1}">
              <a14:hiddenEffects xmlns:a14="http://schemas.microsoft.com/office/drawing/2010/main">
                <a:effectLst>
                  <a:glow>
                    <a:scrgbClr r="0" g="0" b="0">
                      <a:alpha val="0"/>
                    </a:scrgbClr>
                  </a:glow>
                  <a:outerShdw blurRad="190500" dist="38100" dir="5400000" rotWithShape="0">
                    <a:srgbClr val="66737C">
                      <a:alpha val="20000"/>
                    </a:srgbClr>
                  </a:outerShdw>
                </a:effectLst>
              </a14:hiddenEffects>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rgbClr val="306BE0"/>
                </a:solidFill>
                <a:latin typeface="Calibri" panose="020F0502020204030204"/>
              </a:rPr>
              <a:t>2. </a:t>
            </a:r>
            <a:r>
              <a:rPr lang="en-US" sz="1200" b="1" dirty="0" err="1">
                <a:solidFill>
                  <a:srgbClr val="306BE0"/>
                </a:solidFill>
                <a:latin typeface="Calibri" panose="020F0502020204030204"/>
              </a:rPr>
              <a:t>Rinrepr-ehe</a:t>
            </a:r>
            <a:r>
              <a:rPr lang="en-US" sz="1200" b="1" dirty="0">
                <a:solidFill>
                  <a:srgbClr val="306BE0"/>
                </a:solidFill>
                <a:latin typeface="Calibri" panose="020F0502020204030204"/>
              </a:rPr>
              <a:t> </a:t>
            </a:r>
            <a:r>
              <a:rPr lang="en-US" sz="1200" b="1" dirty="0" err="1">
                <a:solidFill>
                  <a:srgbClr val="306BE0"/>
                </a:solidFill>
                <a:latin typeface="Calibri" panose="020F0502020204030204"/>
              </a:rPr>
              <a:t>Nderitinvol</a:t>
            </a:r>
            <a:endParaRPr kumimoji="0" lang="en-US" sz="1200" b="1" u="none" strike="noStrike" kern="1200" cap="none" spc="0" normalizeH="0" baseline="0" noProof="0" dirty="0">
              <a:ln>
                <a:noFill/>
              </a:ln>
              <a:solidFill>
                <a:srgbClr val="306BE0"/>
              </a:solidFill>
              <a:effectLst/>
              <a:uLnTx/>
              <a:uFillTx/>
              <a:latin typeface="Calibri" panose="020F0502020204030204"/>
            </a:endParaRPr>
          </a:p>
        </p:txBody>
      </p:sp>
      <p:sp>
        <p:nvSpPr>
          <p:cNvPr id="11" name="Rectangle 10">
            <a:extLst>
              <a:ext uri="{FF2B5EF4-FFF2-40B4-BE49-F238E27FC236}">
                <a16:creationId xmlns:a16="http://schemas.microsoft.com/office/drawing/2014/main" id="{D5333C71-B40C-4F0F-89F9-0336C5761089}"/>
              </a:ext>
            </a:extLst>
          </p:cNvPr>
          <p:cNvSpPr/>
          <p:nvPr/>
        </p:nvSpPr>
        <p:spPr>
          <a:xfrm>
            <a:off x="4495745" y="1166142"/>
            <a:ext cx="1269422" cy="461665"/>
          </a:xfrm>
          <a:prstGeom prst="rect">
            <a:avLst/>
          </a:prstGeom>
          <a:noFill/>
          <a:ln w="6350" cap="flat" cmpd="sng" algn="ctr">
            <a:noFill/>
            <a:prstDash val="solid"/>
            <a:miter lim="800000"/>
          </a:ln>
          <a:effectLst>
            <a:glow>
              <a:scrgbClr r="0" g="0" b="0">
                <a:alpha val="0"/>
              </a:scrgbClr>
            </a:glow>
          </a:effectLst>
          <a:extLst>
            <a:ext uri="{909E8E84-426E-40DD-AFC4-6F175D3DCCD1}">
              <a14:hiddenFill xmlns:a14="http://schemas.microsoft.com/office/drawing/2010/main">
                <a:solidFill>
                  <a:srgbClr val="306BE0"/>
                </a:solidFill>
              </a14:hiddenFill>
            </a:ext>
            <a:ext uri="{91240B29-F687-4F45-9708-019B960494DF}">
              <a14:hiddenLine xmlns:a14="http://schemas.microsoft.com/office/drawing/2010/main" w="6350" cap="flat" cmpd="sng" algn="ctr">
                <a:solidFill>
                  <a:schemeClr val="bg1"/>
                </a:solidFill>
                <a:prstDash val="solid"/>
                <a:miter lim="800000"/>
              </a14:hiddenLine>
            </a:ext>
            <a:ext uri="{AF507438-7753-43E0-B8FC-AC1667EBCBE1}">
              <a14:hiddenEffects xmlns:a14="http://schemas.microsoft.com/office/drawing/2010/main">
                <a:effectLst>
                  <a:glow>
                    <a:scrgbClr r="0" g="0" b="0">
                      <a:alpha val="0"/>
                    </a:scrgbClr>
                  </a:glow>
                  <a:outerShdw blurRad="190500" dist="38100" dir="5400000" rotWithShape="0">
                    <a:srgbClr val="66737C">
                      <a:alpha val="20000"/>
                    </a:srgbClr>
                  </a:outerShdw>
                </a:effectLst>
              </a14:hiddenEffects>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rgbClr val="306BE0"/>
                </a:solidFill>
                <a:effectLst/>
                <a:uLnTx/>
                <a:uFillTx/>
                <a:latin typeface="Calibri" panose="020F0502020204030204"/>
                <a:ea typeface="+mn-ea"/>
                <a:cs typeface="+mn-cs"/>
              </a:rPr>
              <a:t>3. Uptat Evelite Ssecillu</a:t>
            </a:r>
          </a:p>
        </p:txBody>
      </p:sp>
      <p:sp>
        <p:nvSpPr>
          <p:cNvPr id="12" name="Rectangle 11">
            <a:extLst>
              <a:ext uri="{FF2B5EF4-FFF2-40B4-BE49-F238E27FC236}">
                <a16:creationId xmlns:a16="http://schemas.microsoft.com/office/drawing/2014/main" id="{C2D41D8B-4BB5-4FA9-ABF2-D1817C6F1E01}"/>
              </a:ext>
            </a:extLst>
          </p:cNvPr>
          <p:cNvSpPr/>
          <p:nvPr/>
        </p:nvSpPr>
        <p:spPr>
          <a:xfrm>
            <a:off x="5856186" y="1054253"/>
            <a:ext cx="1497782" cy="461665"/>
          </a:xfrm>
          <a:prstGeom prst="rect">
            <a:avLst/>
          </a:prstGeom>
          <a:noFill/>
          <a:ln w="6350" cap="flat" cmpd="sng" algn="ctr">
            <a:noFill/>
            <a:prstDash val="solid"/>
            <a:miter lim="800000"/>
          </a:ln>
          <a:effectLst>
            <a:glow>
              <a:scrgbClr r="0" g="0" b="0">
                <a:alpha val="0"/>
              </a:scrgbClr>
            </a:glow>
          </a:effectLst>
          <a:extLst>
            <a:ext uri="{909E8E84-426E-40DD-AFC4-6F175D3DCCD1}">
              <a14:hiddenFill xmlns:a14="http://schemas.microsoft.com/office/drawing/2010/main">
                <a:solidFill>
                  <a:srgbClr val="306BE0"/>
                </a:solidFill>
              </a14:hiddenFill>
            </a:ext>
            <a:ext uri="{91240B29-F687-4F45-9708-019B960494DF}">
              <a14:hiddenLine xmlns:a14="http://schemas.microsoft.com/office/drawing/2010/main" w="6350" cap="flat" cmpd="sng" algn="ctr">
                <a:solidFill>
                  <a:schemeClr val="bg1"/>
                </a:solidFill>
                <a:prstDash val="solid"/>
                <a:miter lim="800000"/>
              </a14:hiddenLine>
            </a:ext>
            <a:ext uri="{AF507438-7753-43E0-B8FC-AC1667EBCBE1}">
              <a14:hiddenEffects xmlns:a14="http://schemas.microsoft.com/office/drawing/2010/main">
                <a:effectLst>
                  <a:glow>
                    <a:scrgbClr r="0" g="0" b="0">
                      <a:alpha val="0"/>
                    </a:scrgbClr>
                  </a:glow>
                  <a:outerShdw blurRad="190500" dist="38100" dir="5400000" rotWithShape="0">
                    <a:srgbClr val="66737C">
                      <a:alpha val="20000"/>
                    </a:srgbClr>
                  </a:outerShdw>
                </a:effectLst>
              </a14:hiddenEffects>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a:ln>
                  <a:noFill/>
                </a:ln>
                <a:solidFill>
                  <a:srgbClr val="306BE0"/>
                </a:solidFill>
                <a:effectLst/>
                <a:uLnTx/>
                <a:uFillTx/>
                <a:latin typeface="Calibri" panose="020F0502020204030204"/>
              </a:rPr>
              <a:t>4. MDO Lore Euf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rgbClr val="306BE0"/>
                </a:solidFill>
                <a:latin typeface="Calibri" panose="020F0502020204030204"/>
              </a:rPr>
              <a:t>ugi Atnull apariature</a:t>
            </a:r>
            <a:endParaRPr kumimoji="0" lang="en-US" sz="1200" b="1" u="none" strike="noStrike" kern="1200" cap="none" spc="0" normalizeH="0" baseline="0" noProof="0">
              <a:ln>
                <a:noFill/>
              </a:ln>
              <a:solidFill>
                <a:srgbClr val="306BE0"/>
              </a:solidFill>
              <a:effectLst/>
              <a:uLnTx/>
              <a:uFillTx/>
              <a:latin typeface="Calibri" panose="020F0502020204030204"/>
            </a:endParaRPr>
          </a:p>
        </p:txBody>
      </p:sp>
      <p:sp>
        <p:nvSpPr>
          <p:cNvPr id="13" name="Freeform: Shape 12">
            <a:extLst>
              <a:ext uri="{FF2B5EF4-FFF2-40B4-BE49-F238E27FC236}">
                <a16:creationId xmlns:a16="http://schemas.microsoft.com/office/drawing/2014/main" id="{B75E9293-50F9-44D0-A85A-C3462D8A048C}"/>
              </a:ext>
            </a:extLst>
          </p:cNvPr>
          <p:cNvSpPr/>
          <p:nvPr/>
        </p:nvSpPr>
        <p:spPr bwMode="auto">
          <a:xfrm rot="5400000" flipH="1" flipV="1">
            <a:off x="2801595" y="2035254"/>
            <a:ext cx="444103" cy="351235"/>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 name="Freeform: Shape 13">
            <a:extLst>
              <a:ext uri="{FF2B5EF4-FFF2-40B4-BE49-F238E27FC236}">
                <a16:creationId xmlns:a16="http://schemas.microsoft.com/office/drawing/2014/main" id="{9768747A-E120-4DD0-A74F-373B2461B2FF}"/>
              </a:ext>
            </a:extLst>
          </p:cNvPr>
          <p:cNvSpPr/>
          <p:nvPr/>
        </p:nvSpPr>
        <p:spPr bwMode="auto">
          <a:xfrm rot="5400000" flipH="1" flipV="1">
            <a:off x="3961259" y="1924927"/>
            <a:ext cx="464302" cy="318997"/>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Freeform: Shape 14">
            <a:extLst>
              <a:ext uri="{FF2B5EF4-FFF2-40B4-BE49-F238E27FC236}">
                <a16:creationId xmlns:a16="http://schemas.microsoft.com/office/drawing/2014/main" id="{8A9405C4-5EF7-4A78-BE54-0C4CB5B04482}"/>
              </a:ext>
            </a:extLst>
          </p:cNvPr>
          <p:cNvSpPr/>
          <p:nvPr/>
        </p:nvSpPr>
        <p:spPr bwMode="auto">
          <a:xfrm rot="5400000" flipH="1" flipV="1">
            <a:off x="5366925" y="1757862"/>
            <a:ext cx="358658" cy="358951"/>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Freeform: Shape 15">
            <a:extLst>
              <a:ext uri="{FF2B5EF4-FFF2-40B4-BE49-F238E27FC236}">
                <a16:creationId xmlns:a16="http://schemas.microsoft.com/office/drawing/2014/main" id="{DFEA779A-87BA-4E37-B251-19EE55B918C6}"/>
              </a:ext>
            </a:extLst>
          </p:cNvPr>
          <p:cNvSpPr/>
          <p:nvPr/>
        </p:nvSpPr>
        <p:spPr bwMode="auto">
          <a:xfrm rot="5400000" flipH="1" flipV="1">
            <a:off x="6537375" y="1602842"/>
            <a:ext cx="358657" cy="237063"/>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7" name="TextBox 16">
            <a:extLst>
              <a:ext uri="{FF2B5EF4-FFF2-40B4-BE49-F238E27FC236}">
                <a16:creationId xmlns:a16="http://schemas.microsoft.com/office/drawing/2014/main" id="{05729F53-0864-46B8-A6BA-1EBC81372062}"/>
              </a:ext>
            </a:extLst>
          </p:cNvPr>
          <p:cNvSpPr txBox="1"/>
          <p:nvPr/>
        </p:nvSpPr>
        <p:spPr>
          <a:xfrm>
            <a:off x="7378464" y="824289"/>
            <a:ext cx="1556002" cy="461665"/>
          </a:xfrm>
          <a:prstGeom prst="rect">
            <a:avLst/>
          </a:prstGeom>
          <a:noFill/>
          <a:ln w="6350" cap="flat" cmpd="sng" algn="ctr">
            <a:noFill/>
            <a:prstDash val="solid"/>
            <a:miter lim="800000"/>
          </a:ln>
          <a:effectLst>
            <a:glow>
              <a:scrgbClr r="0" g="0" b="0">
                <a:alpha val="0"/>
              </a:scrgbClr>
            </a:glow>
          </a:effectLst>
          <a:extLst>
            <a:ext uri="{909E8E84-426E-40DD-AFC4-6F175D3DCCD1}">
              <a14:hiddenFill xmlns:a14="http://schemas.microsoft.com/office/drawing/2010/main">
                <a:solidFill>
                  <a:srgbClr val="306BE0"/>
                </a:solidFill>
              </a14:hiddenFill>
            </a:ext>
            <a:ext uri="{91240B29-F687-4F45-9708-019B960494DF}">
              <a14:hiddenLine xmlns:a14="http://schemas.microsoft.com/office/drawing/2010/main" w="6350" cap="flat" cmpd="sng" algn="ctr">
                <a:solidFill>
                  <a:schemeClr val="bg1"/>
                </a:solidFill>
                <a:prstDash val="solid"/>
                <a:miter lim="800000"/>
              </a14:hiddenLine>
            </a:ext>
            <a:ext uri="{AF507438-7753-43E0-B8FC-AC1667EBCBE1}">
              <a14:hiddenEffects xmlns:a14="http://schemas.microsoft.com/office/drawing/2010/main">
                <a:effectLst>
                  <a:glow>
                    <a:scrgbClr r="0" g="0" b="0">
                      <a:alpha val="0"/>
                    </a:scrgbClr>
                  </a:glow>
                  <a:outerShdw blurRad="190500" dist="38100" dir="5400000" rotWithShape="0">
                    <a:srgbClr val="66737C">
                      <a:alpha val="20000"/>
                    </a:srgbClr>
                  </a:outerShdw>
                </a:effectLst>
              </a14:hiddenEffects>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defPPr>
              <a:defRPr lang="en-US"/>
            </a:defPPr>
            <a:lvl1pPr marR="0" lvl="0" indent="0" algn="ctr" fontAlgn="auto">
              <a:lnSpc>
                <a:spcPct val="100000"/>
              </a:lnSpc>
              <a:spcBef>
                <a:spcPts val="0"/>
              </a:spcBef>
              <a:spcAft>
                <a:spcPts val="0"/>
              </a:spcAft>
              <a:buClrTx/>
              <a:buSzTx/>
              <a:buFontTx/>
              <a:buNone/>
              <a:tabLst/>
              <a:defRPr kumimoji="0" sz="1200" b="1" u="none" strike="noStrike" cap="none" spc="0" normalizeH="0" baseline="0">
                <a:ln>
                  <a:noFill/>
                </a:ln>
                <a:solidFill>
                  <a:srgbClr val="306BE0"/>
                </a:solidFill>
                <a:effectLst/>
                <a:uLnTx/>
                <a:uFillTx/>
                <a:latin typeface="Calibri" panose="020F0502020204030204"/>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5. Xcepte Ursinto &amp; Ccaecatcupidat</a:t>
            </a:r>
          </a:p>
        </p:txBody>
      </p:sp>
      <p:sp>
        <p:nvSpPr>
          <p:cNvPr id="19" name="Rectangle: Top Corners Rounded 18">
            <a:extLst>
              <a:ext uri="{FF2B5EF4-FFF2-40B4-BE49-F238E27FC236}">
                <a16:creationId xmlns:a16="http://schemas.microsoft.com/office/drawing/2014/main" id="{DB1736CA-6A50-4951-80FE-B11BF37EDCDB}"/>
              </a:ext>
            </a:extLst>
          </p:cNvPr>
          <p:cNvSpPr/>
          <p:nvPr/>
        </p:nvSpPr>
        <p:spPr bwMode="auto">
          <a:xfrm rot="10800000">
            <a:off x="9448577" y="1620568"/>
            <a:ext cx="2179542" cy="1802436"/>
          </a:xfrm>
          <a:prstGeom prst="round2SameRect">
            <a:avLst>
              <a:gd name="adj1" fmla="val 2998"/>
              <a:gd name="adj2" fmla="val 0"/>
            </a:avLst>
          </a:prstGeom>
          <a:solidFill>
            <a:srgbClr val="CACBCB">
              <a:alpha val="80000"/>
            </a:srgbClr>
          </a:solidFill>
          <a:ln w="6350" cmpd="sng">
            <a:noFill/>
            <a:miter lim="800000"/>
            <a:headEnd/>
            <a:tailEnd/>
          </a:ln>
          <a:effectLst/>
        </p:spPr>
        <p:txBody>
          <a:bodyPr wrap="square" rtlCol="0" anchor="ctr"/>
          <a:lstStyle/>
          <a:p>
            <a:pPr algn="ctr"/>
            <a:endParaRPr lang="en-US" sz="1300" b="1">
              <a:solidFill>
                <a:srgbClr val="3F4D6A"/>
              </a:solidFill>
              <a:latin typeface="Arial"/>
              <a:cs typeface="Arial"/>
            </a:endParaRPr>
          </a:p>
        </p:txBody>
      </p:sp>
      <p:sp>
        <p:nvSpPr>
          <p:cNvPr id="20" name="Rectangle: Rounded Corners 19">
            <a:extLst>
              <a:ext uri="{FF2B5EF4-FFF2-40B4-BE49-F238E27FC236}">
                <a16:creationId xmlns:a16="http://schemas.microsoft.com/office/drawing/2014/main" id="{1AB73451-BB20-4D74-BB58-B3663F61EF55}"/>
              </a:ext>
            </a:extLst>
          </p:cNvPr>
          <p:cNvSpPr/>
          <p:nvPr/>
        </p:nvSpPr>
        <p:spPr bwMode="auto">
          <a:xfrm>
            <a:off x="9490035" y="1674242"/>
            <a:ext cx="2138371" cy="288295"/>
          </a:xfrm>
          <a:prstGeom prst="roundRect">
            <a:avLst>
              <a:gd name="adj" fmla="val 21462"/>
            </a:avLst>
          </a:prstGeom>
          <a:noFill/>
          <a:ln w="9525">
            <a:noFill/>
            <a:miter lim="800000"/>
            <a:headEnd/>
            <a:tailEnd/>
          </a:ln>
          <a:effectLst>
            <a:glow>
              <a:scrgbClr r="0" g="0" b="0">
                <a:alpha val="0"/>
              </a:scrgbClr>
            </a:glow>
          </a:effectLst>
          <a:extLst>
            <a:ext uri="{909E8E84-426E-40DD-AFC4-6F175D3DCCD1}">
              <a14:hiddenFill xmlns:a14="http://schemas.microsoft.com/office/drawing/2010/main">
                <a:gradFill>
                  <a:gsLst>
                    <a:gs pos="0">
                      <a:srgbClr val="43515C">
                        <a:alpha val="82000"/>
                      </a:srgbClr>
                    </a:gs>
                    <a:gs pos="100000">
                      <a:srgbClr val="43515C"/>
                    </a:gs>
                  </a:gsLst>
                  <a:lin ang="0" scaled="0"/>
                </a:gradFill>
              </a14:hiddenFill>
            </a:ext>
            <a:ext uri="{AF507438-7753-43E0-B8FC-AC1667EBCBE1}">
              <a14:hiddenEffects xmlns:a14="http://schemas.microsoft.com/office/drawing/2010/main">
                <a:effectLst>
                  <a:glow>
                    <a:scrgbClr r="0" g="0" b="0">
                      <a:alpha val="0"/>
                    </a:scrgbClr>
                  </a:glow>
                  <a:outerShdw blurRad="190500" dist="38100" dir="5400000" rotWithShape="0">
                    <a:srgbClr val="43515C">
                      <a:alpha val="20000"/>
                    </a:srgbClr>
                  </a:outerShdw>
                </a:effectLst>
              </a14:hiddenEffects>
            </a:ext>
            <a:ext uri="{E45631CC-5BF2-4C18-A39C-3461C7D3F71A}">
              <a14:hiddenSp3d xmlns:a14="http://schemas.microsoft.com/office/drawing/2010/main"/>
            </a:ext>
          </a:extLst>
        </p:spPr>
        <p:txBody>
          <a:bodyPr wrap="none" rtlCol="0" anchor="ctr">
            <a:spAutoFit/>
          </a:bodyPr>
          <a:lstStyle/>
          <a:p>
            <a:pPr algn="ctr"/>
            <a:r>
              <a:rPr lang="en-US" sz="1050" b="1">
                <a:solidFill>
                  <a:schemeClr val="tx1">
                    <a:lumMod val="95000"/>
                    <a:lumOff val="5000"/>
                  </a:schemeClr>
                </a:solidFill>
                <a:latin typeface="Arial" panose="020B0604020202020204"/>
              </a:rPr>
              <a:t>25-30%+ Atnonpro Identsunti</a:t>
            </a:r>
          </a:p>
        </p:txBody>
      </p:sp>
      <p:sp>
        <p:nvSpPr>
          <p:cNvPr id="21" name="Rectangle: Rounded Corners 20">
            <a:extLst>
              <a:ext uri="{FF2B5EF4-FFF2-40B4-BE49-F238E27FC236}">
                <a16:creationId xmlns:a16="http://schemas.microsoft.com/office/drawing/2014/main" id="{61AFFE66-7DC0-4BCC-A330-AF336CA62462}"/>
              </a:ext>
            </a:extLst>
          </p:cNvPr>
          <p:cNvSpPr/>
          <p:nvPr/>
        </p:nvSpPr>
        <p:spPr bwMode="auto">
          <a:xfrm>
            <a:off x="9541687" y="2028282"/>
            <a:ext cx="2002416" cy="288295"/>
          </a:xfrm>
          <a:prstGeom prst="roundRect">
            <a:avLst>
              <a:gd name="adj" fmla="val 21462"/>
            </a:avLst>
          </a:prstGeom>
          <a:noFill/>
          <a:ln w="9525">
            <a:noFill/>
            <a:miter lim="800000"/>
            <a:headEnd/>
            <a:tailEnd/>
          </a:ln>
          <a:effectLst>
            <a:glow>
              <a:scrgbClr r="0" g="0" b="0">
                <a:alpha val="0"/>
              </a:scrgbClr>
            </a:glow>
          </a:effectLst>
          <a:extLst>
            <a:ext uri="{909E8E84-426E-40DD-AFC4-6F175D3DCCD1}">
              <a14:hiddenFill xmlns:a14="http://schemas.microsoft.com/office/drawing/2010/main">
                <a:gradFill>
                  <a:gsLst>
                    <a:gs pos="0">
                      <a:srgbClr val="43515C">
                        <a:alpha val="82000"/>
                      </a:srgbClr>
                    </a:gs>
                    <a:gs pos="100000">
                      <a:srgbClr val="43515C"/>
                    </a:gs>
                  </a:gsLst>
                  <a:lin ang="0" scaled="0"/>
                </a:gradFill>
              </a14:hiddenFill>
            </a:ext>
            <a:ext uri="{AF507438-7753-43E0-B8FC-AC1667EBCBE1}">
              <a14:hiddenEffects xmlns:a14="http://schemas.microsoft.com/office/drawing/2010/main">
                <a:effectLst>
                  <a:glow>
                    <a:scrgbClr r="0" g="0" b="0">
                      <a:alpha val="0"/>
                    </a:scrgbClr>
                  </a:glow>
                  <a:outerShdw blurRad="190500" dist="38100" dir="5400000" rotWithShape="0">
                    <a:srgbClr val="43515C">
                      <a:alpha val="20000"/>
                    </a:srgbClr>
                  </a:outerShdw>
                </a:effectLst>
              </a14:hiddenEffects>
            </a:ext>
            <a:ext uri="{E45631CC-5BF2-4C18-A39C-3461C7D3F71A}">
              <a14:hiddenSp3d xmlns:a14="http://schemas.microsoft.com/office/drawing/2010/main"/>
            </a:ext>
          </a:extLst>
        </p:spPr>
        <p:txBody>
          <a:bodyPr wrap="none" rtlCol="0" anchor="ctr">
            <a:spAutoFit/>
          </a:bodyPr>
          <a:lstStyle/>
          <a:p>
            <a:pPr algn="ctr"/>
            <a:r>
              <a:rPr lang="en-US" sz="1050" b="1">
                <a:solidFill>
                  <a:schemeClr val="tx1">
                    <a:lumMod val="95000"/>
                    <a:lumOff val="5000"/>
                  </a:schemeClr>
                </a:solidFill>
                <a:latin typeface="Arial" panose="020B0604020202020204"/>
              </a:rPr>
              <a:t>$16-20+ NC Ulpaqui Officiad</a:t>
            </a:r>
          </a:p>
        </p:txBody>
      </p:sp>
      <p:sp>
        <p:nvSpPr>
          <p:cNvPr id="22" name="Rectangle: Rounded Corners 21">
            <a:extLst>
              <a:ext uri="{FF2B5EF4-FFF2-40B4-BE49-F238E27FC236}">
                <a16:creationId xmlns:a16="http://schemas.microsoft.com/office/drawing/2014/main" id="{3A254DC7-5458-443B-AB0B-EBB47E773093}"/>
              </a:ext>
            </a:extLst>
          </p:cNvPr>
          <p:cNvSpPr/>
          <p:nvPr/>
        </p:nvSpPr>
        <p:spPr bwMode="auto">
          <a:xfrm>
            <a:off x="9692216" y="2382322"/>
            <a:ext cx="1734010" cy="288295"/>
          </a:xfrm>
          <a:prstGeom prst="roundRect">
            <a:avLst>
              <a:gd name="adj" fmla="val 21462"/>
            </a:avLst>
          </a:prstGeom>
          <a:noFill/>
          <a:ln w="9525">
            <a:noFill/>
            <a:miter lim="800000"/>
            <a:headEnd/>
            <a:tailEnd/>
          </a:ln>
          <a:effectLst>
            <a:glow>
              <a:scrgbClr r="0" g="0" b="0">
                <a:alpha val="0"/>
              </a:scrgbClr>
            </a:glow>
          </a:effectLst>
          <a:extLst>
            <a:ext uri="{909E8E84-426E-40DD-AFC4-6F175D3DCCD1}">
              <a14:hiddenFill xmlns:a14="http://schemas.microsoft.com/office/drawing/2010/main">
                <a:gradFill>
                  <a:gsLst>
                    <a:gs pos="0">
                      <a:srgbClr val="43515C">
                        <a:alpha val="82000"/>
                      </a:srgbClr>
                    </a:gs>
                    <a:gs pos="100000">
                      <a:srgbClr val="43515C"/>
                    </a:gs>
                  </a:gsLst>
                  <a:lin ang="0" scaled="0"/>
                </a:gradFill>
              </a14:hiddenFill>
            </a:ext>
            <a:ext uri="{AF507438-7753-43E0-B8FC-AC1667EBCBE1}">
              <a14:hiddenEffects xmlns:a14="http://schemas.microsoft.com/office/drawing/2010/main">
                <a:effectLst>
                  <a:glow>
                    <a:scrgbClr r="0" g="0" b="0">
                      <a:alpha val="0"/>
                    </a:scrgbClr>
                  </a:glow>
                  <a:outerShdw blurRad="190500" dist="38100" dir="5400000" rotWithShape="0">
                    <a:srgbClr val="43515C">
                      <a:alpha val="20000"/>
                    </a:srgbClr>
                  </a:outerShdw>
                </a:effectLst>
              </a14:hiddenEffects>
            </a:ext>
            <a:ext uri="{E45631CC-5BF2-4C18-A39C-3461C7D3F71A}">
              <a14:hiddenSp3d xmlns:a14="http://schemas.microsoft.com/office/drawing/2010/main"/>
            </a:ext>
          </a:extLst>
        </p:spPr>
        <p:txBody>
          <a:bodyPr wrap="none" rtlCol="0" anchor="ctr">
            <a:spAutoFit/>
          </a:bodyPr>
          <a:lstStyle/>
          <a:p>
            <a:pPr algn="ctr"/>
            <a:r>
              <a:rPr lang="en-US" sz="1050" b="1">
                <a:solidFill>
                  <a:schemeClr val="tx1">
                    <a:lumMod val="95000"/>
                    <a:lumOff val="5000"/>
                  </a:schemeClr>
                </a:solidFill>
                <a:latin typeface="Arial" panose="020B0604020202020204"/>
              </a:rPr>
              <a:t>Eserun Tmollitan Imide</a:t>
            </a:r>
          </a:p>
        </p:txBody>
      </p:sp>
      <p:sp>
        <p:nvSpPr>
          <p:cNvPr id="23" name="Rectangle: Rounded Corners 22">
            <a:extLst>
              <a:ext uri="{FF2B5EF4-FFF2-40B4-BE49-F238E27FC236}">
                <a16:creationId xmlns:a16="http://schemas.microsoft.com/office/drawing/2014/main" id="{D5D44356-DF37-49D0-ACDF-5B0C26E02465}"/>
              </a:ext>
            </a:extLst>
          </p:cNvPr>
          <p:cNvSpPr/>
          <p:nvPr/>
        </p:nvSpPr>
        <p:spPr bwMode="auto">
          <a:xfrm>
            <a:off x="9583910" y="3090402"/>
            <a:ext cx="1950623" cy="288295"/>
          </a:xfrm>
          <a:prstGeom prst="roundRect">
            <a:avLst>
              <a:gd name="adj" fmla="val 21462"/>
            </a:avLst>
          </a:prstGeom>
          <a:noFill/>
          <a:ln w="9525">
            <a:noFill/>
            <a:miter lim="800000"/>
            <a:headEnd/>
            <a:tailEnd/>
          </a:ln>
          <a:effectLst>
            <a:glow>
              <a:scrgbClr r="0" g="0" b="0">
                <a:alpha val="0"/>
              </a:scrgbClr>
            </a:glow>
          </a:effectLst>
          <a:extLst>
            <a:ext uri="{909E8E84-426E-40DD-AFC4-6F175D3DCCD1}">
              <a14:hiddenFill xmlns:a14="http://schemas.microsoft.com/office/drawing/2010/main">
                <a:gradFill>
                  <a:gsLst>
                    <a:gs pos="0">
                      <a:srgbClr val="43515C">
                        <a:alpha val="82000"/>
                      </a:srgbClr>
                    </a:gs>
                    <a:gs pos="100000">
                      <a:srgbClr val="43515C"/>
                    </a:gs>
                  </a:gsLst>
                  <a:lin ang="0" scaled="0"/>
                </a:gradFill>
              </a14:hiddenFill>
            </a:ext>
            <a:ext uri="{AF507438-7753-43E0-B8FC-AC1667EBCBE1}">
              <a14:hiddenEffects xmlns:a14="http://schemas.microsoft.com/office/drawing/2010/main">
                <a:effectLst>
                  <a:glow>
                    <a:scrgbClr r="0" g="0" b="0">
                      <a:alpha val="0"/>
                    </a:scrgbClr>
                  </a:glow>
                  <a:outerShdw blurRad="190500" dist="38100" dir="5400000" rotWithShape="0">
                    <a:srgbClr val="43515C">
                      <a:alpha val="20000"/>
                    </a:srgbClr>
                  </a:outerShdw>
                </a:effectLst>
              </a14:hiddenEffects>
            </a:ext>
            <a:ext uri="{E45631CC-5BF2-4C18-A39C-3461C7D3F71A}">
              <a14:hiddenSp3d xmlns:a14="http://schemas.microsoft.com/office/drawing/2010/main"/>
            </a:ext>
          </a:extLst>
        </p:spPr>
        <p:txBody>
          <a:bodyPr wrap="none" rtlCol="0" anchor="ctr">
            <a:spAutoFit/>
          </a:bodyPr>
          <a:lstStyle/>
          <a:p>
            <a:pPr algn="ctr"/>
            <a:r>
              <a:rPr lang="en-US" sz="1050" b="1">
                <a:solidFill>
                  <a:schemeClr val="tx1">
                    <a:lumMod val="95000"/>
                    <a:lumOff val="5000"/>
                  </a:schemeClr>
                </a:solidFill>
                <a:latin typeface="Arial" panose="020B0604020202020204"/>
              </a:rPr>
              <a:t>Stlabo Rumcurab &amp; Iturnon</a:t>
            </a:r>
          </a:p>
        </p:txBody>
      </p:sp>
      <p:sp>
        <p:nvSpPr>
          <p:cNvPr id="24" name="Rectangle: Rounded Corners 23">
            <a:extLst>
              <a:ext uri="{FF2B5EF4-FFF2-40B4-BE49-F238E27FC236}">
                <a16:creationId xmlns:a16="http://schemas.microsoft.com/office/drawing/2014/main" id="{E19AABA6-814F-448D-94F1-39871742C519}"/>
              </a:ext>
            </a:extLst>
          </p:cNvPr>
          <p:cNvSpPr/>
          <p:nvPr/>
        </p:nvSpPr>
        <p:spPr bwMode="auto">
          <a:xfrm>
            <a:off x="9435011" y="2736362"/>
            <a:ext cx="2248428" cy="288295"/>
          </a:xfrm>
          <a:prstGeom prst="roundRect">
            <a:avLst>
              <a:gd name="adj" fmla="val 21462"/>
            </a:avLst>
          </a:prstGeom>
          <a:noFill/>
          <a:ln w="9525">
            <a:noFill/>
            <a:miter lim="800000"/>
            <a:headEnd/>
            <a:tailEnd/>
          </a:ln>
          <a:effectLst>
            <a:glow>
              <a:scrgbClr r="0" g="0" b="0">
                <a:alpha val="0"/>
              </a:scrgbClr>
            </a:glow>
          </a:effectLst>
          <a:extLst>
            <a:ext uri="{909E8E84-426E-40DD-AFC4-6F175D3DCCD1}">
              <a14:hiddenFill xmlns:a14="http://schemas.microsoft.com/office/drawing/2010/main">
                <a:gradFill>
                  <a:gsLst>
                    <a:gs pos="0">
                      <a:srgbClr val="43515C">
                        <a:alpha val="82000"/>
                      </a:srgbClr>
                    </a:gs>
                    <a:gs pos="100000">
                      <a:srgbClr val="43515C"/>
                    </a:gs>
                  </a:gsLst>
                  <a:lin ang="0" scaled="0"/>
                </a:gradFill>
              </a14:hiddenFill>
            </a:ext>
            <a:ext uri="{AF507438-7753-43E0-B8FC-AC1667EBCBE1}">
              <a14:hiddenEffects xmlns:a14="http://schemas.microsoft.com/office/drawing/2010/main">
                <a:effectLst>
                  <a:glow>
                    <a:scrgbClr r="0" g="0" b="0">
                      <a:alpha val="0"/>
                    </a:scrgbClr>
                  </a:glow>
                  <a:outerShdw blurRad="190500" dist="38100" dir="5400000" rotWithShape="0">
                    <a:srgbClr val="43515C">
                      <a:alpha val="20000"/>
                    </a:srgbClr>
                  </a:outerShdw>
                </a:effectLst>
              </a14:hiddenEffects>
            </a:ext>
            <a:ext uri="{E45631CC-5BF2-4C18-A39C-3461C7D3F71A}">
              <a14:hiddenSp3d xmlns:a14="http://schemas.microsoft.com/office/drawing/2010/main"/>
            </a:ext>
          </a:extLst>
        </p:spPr>
        <p:txBody>
          <a:bodyPr wrap="none" rtlCol="0" anchor="ctr">
            <a:spAutoFit/>
          </a:bodyPr>
          <a:lstStyle/>
          <a:p>
            <a:pPr algn="ctr"/>
            <a:r>
              <a:rPr lang="en-US" sz="1050" b="1">
                <a:solidFill>
                  <a:schemeClr val="tx1">
                    <a:lumMod val="95000"/>
                    <a:lumOff val="5000"/>
                  </a:schemeClr>
                </a:solidFill>
                <a:latin typeface="Arial" panose="020B0604020202020204"/>
              </a:rPr>
              <a:t>Nullasit Ametnis Ltempusconva</a:t>
            </a:r>
          </a:p>
        </p:txBody>
      </p:sp>
      <p:cxnSp>
        <p:nvCxnSpPr>
          <p:cNvPr id="25" name="Straight Connector 24">
            <a:extLst>
              <a:ext uri="{FF2B5EF4-FFF2-40B4-BE49-F238E27FC236}">
                <a16:creationId xmlns:a16="http://schemas.microsoft.com/office/drawing/2014/main" id="{AE0598E5-78B1-4BC6-B2B5-1A7A6ABE6C51}"/>
              </a:ext>
            </a:extLst>
          </p:cNvPr>
          <p:cNvCxnSpPr/>
          <p:nvPr/>
        </p:nvCxnSpPr>
        <p:spPr bwMode="auto">
          <a:xfrm>
            <a:off x="9650536" y="1998373"/>
            <a:ext cx="1855990" cy="0"/>
          </a:xfrm>
          <a:prstGeom prst="line">
            <a:avLst/>
          </a:prstGeom>
          <a:noFill/>
          <a:ln w="6350" cap="flat" cmpd="sng" algn="ctr">
            <a:gradFill>
              <a:gsLst>
                <a:gs pos="0">
                  <a:srgbClr val="A2ABB0">
                    <a:alpha val="0"/>
                  </a:srgbClr>
                </a:gs>
                <a:gs pos="50000">
                  <a:srgbClr val="A2ABB0"/>
                </a:gs>
                <a:gs pos="100000">
                  <a:srgbClr val="A2ABB0">
                    <a:alpha val="0"/>
                  </a:srgbClr>
                </a:gs>
              </a:gsLst>
              <a:lin ang="0" scaled="0"/>
            </a:gradFill>
            <a:prstDash val="solid"/>
            <a:round/>
            <a:headEnd type="none" w="med" len="med"/>
            <a:tailEnd type="none" w="med" len="med"/>
          </a:ln>
          <a:effectLst/>
        </p:spPr>
      </p:cxnSp>
      <p:cxnSp>
        <p:nvCxnSpPr>
          <p:cNvPr id="26" name="Straight Connector 25">
            <a:extLst>
              <a:ext uri="{FF2B5EF4-FFF2-40B4-BE49-F238E27FC236}">
                <a16:creationId xmlns:a16="http://schemas.microsoft.com/office/drawing/2014/main" id="{F361817A-7F7C-4B4E-AEAA-BCC8D28FF1E2}"/>
              </a:ext>
            </a:extLst>
          </p:cNvPr>
          <p:cNvCxnSpPr/>
          <p:nvPr/>
        </p:nvCxnSpPr>
        <p:spPr bwMode="auto">
          <a:xfrm>
            <a:off x="9650536" y="2347842"/>
            <a:ext cx="1855990" cy="0"/>
          </a:xfrm>
          <a:prstGeom prst="line">
            <a:avLst/>
          </a:prstGeom>
          <a:noFill/>
          <a:ln w="6350" cap="flat" cmpd="sng" algn="ctr">
            <a:gradFill>
              <a:gsLst>
                <a:gs pos="0">
                  <a:srgbClr val="A2ABB0">
                    <a:alpha val="0"/>
                  </a:srgbClr>
                </a:gs>
                <a:gs pos="50000">
                  <a:srgbClr val="A2ABB0"/>
                </a:gs>
                <a:gs pos="100000">
                  <a:srgbClr val="A2ABB0">
                    <a:alpha val="0"/>
                  </a:srgbClr>
                </a:gs>
              </a:gsLst>
              <a:lin ang="0" scaled="0"/>
            </a:gra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2D93C381-2345-4507-BECE-471BB09515B5}"/>
              </a:ext>
            </a:extLst>
          </p:cNvPr>
          <p:cNvCxnSpPr/>
          <p:nvPr/>
        </p:nvCxnSpPr>
        <p:spPr bwMode="auto">
          <a:xfrm>
            <a:off x="9650536" y="2706192"/>
            <a:ext cx="1855990" cy="0"/>
          </a:xfrm>
          <a:prstGeom prst="line">
            <a:avLst/>
          </a:prstGeom>
          <a:noFill/>
          <a:ln w="6350" cap="flat" cmpd="sng" algn="ctr">
            <a:gradFill>
              <a:gsLst>
                <a:gs pos="0">
                  <a:srgbClr val="A2ABB0">
                    <a:alpha val="0"/>
                  </a:srgbClr>
                </a:gs>
                <a:gs pos="50000">
                  <a:srgbClr val="A2ABB0"/>
                </a:gs>
                <a:gs pos="100000">
                  <a:srgbClr val="A2ABB0">
                    <a:alpha val="0"/>
                  </a:srgbClr>
                </a:gs>
              </a:gsLst>
              <a:lin ang="0" scaled="0"/>
            </a:gradFill>
            <a:prstDash val="solid"/>
            <a:round/>
            <a:headEnd type="none" w="med" len="med"/>
            <a:tailEnd type="none" w="med" len="med"/>
          </a:ln>
          <a:effectLst/>
        </p:spPr>
      </p:cxnSp>
      <p:cxnSp>
        <p:nvCxnSpPr>
          <p:cNvPr id="28" name="Straight Connector 27">
            <a:extLst>
              <a:ext uri="{FF2B5EF4-FFF2-40B4-BE49-F238E27FC236}">
                <a16:creationId xmlns:a16="http://schemas.microsoft.com/office/drawing/2014/main" id="{8FB784B6-9BDE-44DA-98FA-A08C0CD647A8}"/>
              </a:ext>
            </a:extLst>
          </p:cNvPr>
          <p:cNvCxnSpPr/>
          <p:nvPr/>
        </p:nvCxnSpPr>
        <p:spPr bwMode="auto">
          <a:xfrm>
            <a:off x="9650536" y="3072831"/>
            <a:ext cx="1855990" cy="0"/>
          </a:xfrm>
          <a:prstGeom prst="line">
            <a:avLst/>
          </a:prstGeom>
          <a:noFill/>
          <a:ln w="6350" cap="flat" cmpd="sng" algn="ctr">
            <a:gradFill>
              <a:gsLst>
                <a:gs pos="0">
                  <a:srgbClr val="A2ABB0">
                    <a:alpha val="0"/>
                  </a:srgbClr>
                </a:gs>
                <a:gs pos="50000">
                  <a:srgbClr val="A2ABB0"/>
                </a:gs>
                <a:gs pos="100000">
                  <a:srgbClr val="A2ABB0">
                    <a:alpha val="0"/>
                  </a:srgbClr>
                </a:gs>
              </a:gsLst>
              <a:lin ang="0" scaled="0"/>
            </a:gradFill>
            <a:prstDash val="solid"/>
            <a:round/>
            <a:headEnd type="none" w="med" len="med"/>
            <a:tailEnd type="none" w="med" len="med"/>
          </a:ln>
          <a:effectLst/>
        </p:spPr>
      </p:cxnSp>
      <p:sp>
        <p:nvSpPr>
          <p:cNvPr id="29" name="Freeform 5">
            <a:extLst>
              <a:ext uri="{FF2B5EF4-FFF2-40B4-BE49-F238E27FC236}">
                <a16:creationId xmlns:a16="http://schemas.microsoft.com/office/drawing/2014/main" id="{FEF85A57-817D-457C-890E-931804B3C378}"/>
              </a:ext>
            </a:extLst>
          </p:cNvPr>
          <p:cNvSpPr>
            <a:spLocks/>
          </p:cNvSpPr>
          <p:nvPr/>
        </p:nvSpPr>
        <p:spPr bwMode="auto">
          <a:xfrm>
            <a:off x="9448577" y="1372439"/>
            <a:ext cx="2179544" cy="300800"/>
          </a:xfrm>
          <a:custGeom>
            <a:avLst/>
            <a:gdLst>
              <a:gd name="T0" fmla="*/ 0 w 6626"/>
              <a:gd name="T1" fmla="*/ 125 h 745"/>
              <a:gd name="T2" fmla="*/ 132 w 6626"/>
              <a:gd name="T3" fmla="*/ 0 h 745"/>
              <a:gd name="T4" fmla="*/ 6489 w 6626"/>
              <a:gd name="T5" fmla="*/ 0 h 745"/>
              <a:gd name="T6" fmla="*/ 6626 w 6626"/>
              <a:gd name="T7" fmla="*/ 117 h 745"/>
              <a:gd name="T8" fmla="*/ 6626 w 6626"/>
              <a:gd name="T9" fmla="*/ 719 h 745"/>
              <a:gd name="T10" fmla="*/ 6600 w 6626"/>
              <a:gd name="T11" fmla="*/ 745 h 745"/>
              <a:gd name="T12" fmla="*/ 25 w 6626"/>
              <a:gd name="T13" fmla="*/ 745 h 745"/>
              <a:gd name="T14" fmla="*/ 0 w 6626"/>
              <a:gd name="T15" fmla="*/ 719 h 745"/>
              <a:gd name="T16" fmla="*/ 0 w 6626"/>
              <a:gd name="T17" fmla="*/ 125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26" h="745">
                <a:moveTo>
                  <a:pt x="0" y="125"/>
                </a:moveTo>
                <a:cubicBezTo>
                  <a:pt x="132" y="0"/>
                  <a:pt x="132" y="0"/>
                  <a:pt x="132" y="0"/>
                </a:cubicBezTo>
                <a:cubicBezTo>
                  <a:pt x="6489" y="0"/>
                  <a:pt x="6489" y="0"/>
                  <a:pt x="6489" y="0"/>
                </a:cubicBezTo>
                <a:cubicBezTo>
                  <a:pt x="6626" y="117"/>
                  <a:pt x="6626" y="117"/>
                  <a:pt x="6626" y="117"/>
                </a:cubicBezTo>
                <a:cubicBezTo>
                  <a:pt x="6626" y="719"/>
                  <a:pt x="6626" y="719"/>
                  <a:pt x="6626" y="719"/>
                </a:cubicBezTo>
                <a:cubicBezTo>
                  <a:pt x="6626" y="733"/>
                  <a:pt x="6614" y="745"/>
                  <a:pt x="6600" y="745"/>
                </a:cubicBezTo>
                <a:cubicBezTo>
                  <a:pt x="25" y="745"/>
                  <a:pt x="25" y="745"/>
                  <a:pt x="25" y="745"/>
                </a:cubicBezTo>
                <a:cubicBezTo>
                  <a:pt x="11" y="745"/>
                  <a:pt x="0" y="733"/>
                  <a:pt x="0" y="719"/>
                </a:cubicBezTo>
                <a:lnTo>
                  <a:pt x="0" y="125"/>
                </a:lnTo>
                <a:close/>
              </a:path>
            </a:pathLst>
          </a:custGeom>
          <a:pattFill prst="dotGrid">
            <a:fgClr>
              <a:srgbClr val="56636C"/>
            </a:fgClr>
            <a:bgClr>
              <a:srgbClr val="44525D"/>
            </a:bgClr>
          </a:pattFill>
          <a:ln w="6350" cmpd="sng">
            <a:solidFill>
              <a:schemeClr val="bg1"/>
            </a:solidFill>
            <a:round/>
            <a:headEnd/>
            <a:tailEnd/>
          </a:ln>
          <a:effectLst>
            <a:outerShdw blurRad="190500" dist="38100" dir="5400000" rotWithShape="0">
              <a:srgbClr val="7BC6FB">
                <a:alpha val="2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20303D"/>
              </a:solidFill>
              <a:effectLst/>
              <a:uLnTx/>
              <a:uFillTx/>
              <a:latin typeface="Arial" panose="020B0604020202020204" pitchFamily="34" charset="0"/>
              <a:ea typeface="+mn-ea"/>
              <a:cs typeface="+mn-cs"/>
            </a:endParaRPr>
          </a:p>
        </p:txBody>
      </p:sp>
      <p:sp>
        <p:nvSpPr>
          <p:cNvPr id="30" name="TextBox 29">
            <a:extLst>
              <a:ext uri="{FF2B5EF4-FFF2-40B4-BE49-F238E27FC236}">
                <a16:creationId xmlns:a16="http://schemas.microsoft.com/office/drawing/2014/main" id="{7296B4A1-F128-4429-BB67-415D4C9615BA}"/>
              </a:ext>
            </a:extLst>
          </p:cNvPr>
          <p:cNvSpPr txBox="1"/>
          <p:nvPr/>
        </p:nvSpPr>
        <p:spPr>
          <a:xfrm>
            <a:off x="9431770" y="1366578"/>
            <a:ext cx="2213156" cy="307777"/>
          </a:xfrm>
          <a:prstGeom prst="rect">
            <a:avLst/>
          </a:prstGeom>
          <a:noFill/>
          <a:effectLst>
            <a:glow>
              <a:scrgbClr r="0" g="0" b="0">
                <a:alpha val="0"/>
              </a:scrgbClr>
            </a:glow>
          </a:effectLst>
          <a:extLst>
            <a:ext uri="{909E8E84-426E-40DD-AFC4-6F175D3DCCD1}">
              <a14:hiddenFill xmlns:a14="http://schemas.microsoft.com/office/drawing/2010/main">
                <a:solidFill>
                  <a:schemeClr val="bg1"/>
                </a:solidFill>
              </a14:hiddenFill>
            </a:ext>
            <a:ext uri="{E45631CC-5BF2-4C18-A39C-3461C7D3F71A}">
              <a14:hiddenSp3d xmlns:a14="http://schemas.microsoft.com/office/drawing/2010/main"/>
            </a:ext>
          </a:ex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Arial" panose="020B0604020202020204" pitchFamily="34" charset="0"/>
                <a:ea typeface="+mn-ea"/>
                <a:cs typeface="+mn-cs"/>
              </a:rPr>
              <a:t>Lli Squisacl Ectuspel</a:t>
            </a:r>
          </a:p>
        </p:txBody>
      </p:sp>
      <p:sp>
        <p:nvSpPr>
          <p:cNvPr id="32" name="Rectangle: Rounded Corners 31">
            <a:extLst>
              <a:ext uri="{FF2B5EF4-FFF2-40B4-BE49-F238E27FC236}">
                <a16:creationId xmlns:a16="http://schemas.microsoft.com/office/drawing/2014/main" id="{4C71D5CE-A699-4B88-95F7-79FDFB4A50A9}"/>
              </a:ext>
            </a:extLst>
          </p:cNvPr>
          <p:cNvSpPr/>
          <p:nvPr/>
        </p:nvSpPr>
        <p:spPr bwMode="auto">
          <a:xfrm>
            <a:off x="95735" y="6213251"/>
            <a:ext cx="12000531" cy="461342"/>
          </a:xfrm>
          <a:prstGeom prst="roundRect">
            <a:avLst>
              <a:gd name="adj" fmla="val 10071"/>
            </a:avLst>
          </a:prstGeom>
          <a:solidFill>
            <a:srgbClr val="459FED"/>
          </a:solidFill>
          <a:ln w="9525">
            <a:noFill/>
            <a:miter lim="800000"/>
            <a:headEnd/>
            <a:tailEnd/>
          </a:ln>
          <a:effectLst>
            <a:outerShdw blurRad="190500" dist="38100" dir="5400000" rotWithShape="0">
              <a:srgbClr val="0070C0">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a:ln>
                  <a:noFill/>
                </a:ln>
                <a:solidFill>
                  <a:srgbClr val="FFFFFF"/>
                </a:solidFill>
                <a:effectLst/>
                <a:uLnTx/>
                <a:uFillTx/>
                <a:latin typeface="Arial" panose="020B0604020202020204"/>
                <a:ea typeface="+mn-ea"/>
                <a:cs typeface="+mn-cs"/>
              </a:rPr>
              <a:t>Lent Esq Ueini psu Midorciporta da pibusvi vamussuscip ittortoregetf eli sporttitorvo lut PAT</a:t>
            </a:r>
          </a:p>
        </p:txBody>
      </p:sp>
      <p:sp>
        <p:nvSpPr>
          <p:cNvPr id="33" name="Rectangle: Rounded Corners 32">
            <a:extLst>
              <a:ext uri="{FF2B5EF4-FFF2-40B4-BE49-F238E27FC236}">
                <a16:creationId xmlns:a16="http://schemas.microsoft.com/office/drawing/2014/main" id="{A0E66267-976F-43F8-A6FA-296DC80CA5C1}"/>
              </a:ext>
            </a:extLst>
          </p:cNvPr>
          <p:cNvSpPr/>
          <p:nvPr/>
        </p:nvSpPr>
        <p:spPr bwMode="auto">
          <a:xfrm>
            <a:off x="4292297" y="3923011"/>
            <a:ext cx="3607406" cy="284105"/>
          </a:xfrm>
          <a:prstGeom prst="roundRect">
            <a:avLst>
              <a:gd name="adj" fmla="val 22351"/>
            </a:avLst>
          </a:prstGeom>
          <a:solidFill>
            <a:srgbClr val="FFFFFF"/>
          </a:solidFill>
          <a:ln w="6350" cmpd="sng">
            <a:solidFill>
              <a:srgbClr val="459FED"/>
            </a:solidFill>
            <a:miter lim="800000"/>
            <a:headEnd/>
            <a:tailEnd/>
          </a:ln>
          <a:effectLst>
            <a:outerShdw blurRad="190500" dist="38100" dir="5400000" rotWithShape="0">
              <a:srgbClr val="0070C0">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mn-cs"/>
              </a:rPr>
              <a:t>Crasult Ricie</a:t>
            </a:r>
          </a:p>
        </p:txBody>
      </p:sp>
      <p:sp>
        <p:nvSpPr>
          <p:cNvPr id="48" name="Arrow: Down 47">
            <a:extLst>
              <a:ext uri="{FF2B5EF4-FFF2-40B4-BE49-F238E27FC236}">
                <a16:creationId xmlns:a16="http://schemas.microsoft.com/office/drawing/2014/main" id="{CEA478E5-8747-4177-84DA-85CC95DF6742}"/>
              </a:ext>
            </a:extLst>
          </p:cNvPr>
          <p:cNvSpPr/>
          <p:nvPr/>
        </p:nvSpPr>
        <p:spPr bwMode="auto">
          <a:xfrm>
            <a:off x="1704110" y="5789921"/>
            <a:ext cx="465666" cy="380656"/>
          </a:xfrm>
          <a:prstGeom prst="downArrow">
            <a:avLst>
              <a:gd name="adj1" fmla="val 41803"/>
              <a:gd name="adj2" fmla="val 68336"/>
            </a:avLst>
          </a:prstGeom>
          <a:gradFill>
            <a:gsLst>
              <a:gs pos="0">
                <a:schemeClr val="bg1">
                  <a:alpha val="0"/>
                </a:schemeClr>
              </a:gs>
              <a:gs pos="100000">
                <a:srgbClr val="B2E0FA"/>
              </a:gs>
            </a:gsLst>
            <a:lin ang="5400000" scaled="1"/>
          </a:gradFill>
          <a:ln w="9525">
            <a:noFill/>
            <a:miter lim="800000"/>
            <a:headEnd/>
            <a:tailEnd/>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9" name="Arrow: Down 48">
            <a:extLst>
              <a:ext uri="{FF2B5EF4-FFF2-40B4-BE49-F238E27FC236}">
                <a16:creationId xmlns:a16="http://schemas.microsoft.com/office/drawing/2014/main" id="{E481841E-42A3-4D2A-889C-25A3FC535E41}"/>
              </a:ext>
            </a:extLst>
          </p:cNvPr>
          <p:cNvSpPr/>
          <p:nvPr/>
        </p:nvSpPr>
        <p:spPr bwMode="auto">
          <a:xfrm>
            <a:off x="5765167" y="5789921"/>
            <a:ext cx="465666" cy="380656"/>
          </a:xfrm>
          <a:prstGeom prst="downArrow">
            <a:avLst>
              <a:gd name="adj1" fmla="val 41803"/>
              <a:gd name="adj2" fmla="val 68336"/>
            </a:avLst>
          </a:prstGeom>
          <a:gradFill>
            <a:gsLst>
              <a:gs pos="0">
                <a:schemeClr val="bg1">
                  <a:alpha val="0"/>
                </a:schemeClr>
              </a:gs>
              <a:gs pos="100000">
                <a:srgbClr val="B2E0FA"/>
              </a:gs>
            </a:gsLst>
            <a:lin ang="5400000" scaled="1"/>
          </a:gradFill>
          <a:ln w="9525">
            <a:noFill/>
            <a:miter lim="800000"/>
            <a:headEnd/>
            <a:tailEnd/>
          </a:ln>
        </p:spPr>
        <p:txBody>
          <a:bodyPr wrap="square" rtlCol="0" anchor="ctr"/>
          <a:lstStyle/>
          <a:p>
            <a:pPr algn="ctr"/>
            <a:endParaRPr lang="en-US">
              <a:solidFill>
                <a:srgbClr val="000000"/>
              </a:solidFill>
              <a:latin typeface="Arial" panose="020B0604020202020204"/>
            </a:endParaRPr>
          </a:p>
        </p:txBody>
      </p:sp>
      <p:sp>
        <p:nvSpPr>
          <p:cNvPr id="50" name="Arrow: Down 49">
            <a:extLst>
              <a:ext uri="{FF2B5EF4-FFF2-40B4-BE49-F238E27FC236}">
                <a16:creationId xmlns:a16="http://schemas.microsoft.com/office/drawing/2014/main" id="{B3F3908C-91D1-4872-992B-C6D0B1DFD534}"/>
              </a:ext>
            </a:extLst>
          </p:cNvPr>
          <p:cNvSpPr/>
          <p:nvPr/>
        </p:nvSpPr>
        <p:spPr bwMode="auto">
          <a:xfrm>
            <a:off x="9910742" y="5789921"/>
            <a:ext cx="465666" cy="380656"/>
          </a:xfrm>
          <a:prstGeom prst="downArrow">
            <a:avLst>
              <a:gd name="adj1" fmla="val 41803"/>
              <a:gd name="adj2" fmla="val 68336"/>
            </a:avLst>
          </a:prstGeom>
          <a:gradFill>
            <a:gsLst>
              <a:gs pos="0">
                <a:schemeClr val="bg1">
                  <a:alpha val="0"/>
                </a:schemeClr>
              </a:gs>
              <a:gs pos="100000">
                <a:srgbClr val="B2E0FA"/>
              </a:gs>
            </a:gsLst>
            <a:lin ang="5400000" scaled="1"/>
          </a:gradFill>
          <a:ln w="9525">
            <a:noFill/>
            <a:miter lim="800000"/>
            <a:headEnd/>
            <a:tailEnd/>
          </a:ln>
        </p:spPr>
        <p:txBody>
          <a:bodyPr wrap="square" rtlCol="0" anchor="ctr"/>
          <a:lstStyle/>
          <a:p>
            <a:pPr algn="ctr"/>
            <a:endParaRPr lang="en-US">
              <a:solidFill>
                <a:srgbClr val="000000"/>
              </a:solidFill>
              <a:latin typeface="Arial" panose="020B0604020202020204"/>
            </a:endParaRPr>
          </a:p>
        </p:txBody>
      </p:sp>
      <p:cxnSp>
        <p:nvCxnSpPr>
          <p:cNvPr id="41" name="Connector: Elbow 40">
            <a:extLst>
              <a:ext uri="{FF2B5EF4-FFF2-40B4-BE49-F238E27FC236}">
                <a16:creationId xmlns:a16="http://schemas.microsoft.com/office/drawing/2014/main" id="{69015026-919D-4ED8-B143-5B48280E9EC2}"/>
              </a:ext>
            </a:extLst>
          </p:cNvPr>
          <p:cNvCxnSpPr>
            <a:cxnSpLocks/>
            <a:stCxn id="36" idx="3"/>
            <a:endCxn id="33" idx="3"/>
          </p:cNvCxnSpPr>
          <p:nvPr/>
        </p:nvCxnSpPr>
        <p:spPr bwMode="auto">
          <a:xfrm rot="16200000" flipV="1">
            <a:off x="8805727" y="3159040"/>
            <a:ext cx="394778" cy="2206825"/>
          </a:xfrm>
          <a:prstGeom prst="bentConnector2">
            <a:avLst/>
          </a:prstGeom>
          <a:noFill/>
          <a:ln w="9525" cap="flat" cmpd="sng" algn="ctr">
            <a:solidFill>
              <a:srgbClr val="7ECAF8"/>
            </a:solidFill>
            <a:prstDash val="solid"/>
            <a:round/>
            <a:headEnd type="none" w="med" len="med"/>
            <a:tailEnd type="none" w="med" len="med"/>
          </a:ln>
          <a:effectLst/>
        </p:spPr>
      </p:cxnSp>
      <p:cxnSp>
        <p:nvCxnSpPr>
          <p:cNvPr id="42" name="Connector: Elbow 41">
            <a:extLst>
              <a:ext uri="{FF2B5EF4-FFF2-40B4-BE49-F238E27FC236}">
                <a16:creationId xmlns:a16="http://schemas.microsoft.com/office/drawing/2014/main" id="{2A17DBB1-5E80-4B6A-8708-BE325018AD47}"/>
              </a:ext>
            </a:extLst>
          </p:cNvPr>
          <p:cNvCxnSpPr>
            <a:cxnSpLocks/>
            <a:stCxn id="33" idx="1"/>
            <a:endCxn id="40" idx="3"/>
          </p:cNvCxnSpPr>
          <p:nvPr/>
        </p:nvCxnSpPr>
        <p:spPr bwMode="auto">
          <a:xfrm rot="10800000" flipV="1">
            <a:off x="2085475" y="4065064"/>
            <a:ext cx="2206823" cy="394778"/>
          </a:xfrm>
          <a:prstGeom prst="bentConnector2">
            <a:avLst/>
          </a:prstGeom>
          <a:noFill/>
          <a:ln w="9525" cap="flat" cmpd="sng" algn="ctr">
            <a:solidFill>
              <a:srgbClr val="7ECAF8"/>
            </a:solidFill>
            <a:prstDash val="solid"/>
            <a:round/>
            <a:headEnd type="none" w="med" len="med"/>
            <a:tailEnd type="none"/>
          </a:ln>
          <a:effectLst/>
        </p:spPr>
      </p:cxnSp>
      <p:grpSp>
        <p:nvGrpSpPr>
          <p:cNvPr id="59" name="Group 58">
            <a:extLst>
              <a:ext uri="{FF2B5EF4-FFF2-40B4-BE49-F238E27FC236}">
                <a16:creationId xmlns:a16="http://schemas.microsoft.com/office/drawing/2014/main" id="{8E71AA88-4C07-47F8-8591-06E4FE7534C6}"/>
              </a:ext>
            </a:extLst>
          </p:cNvPr>
          <p:cNvGrpSpPr/>
          <p:nvPr/>
        </p:nvGrpSpPr>
        <p:grpSpPr>
          <a:xfrm>
            <a:off x="88399" y="4459842"/>
            <a:ext cx="12015203" cy="1332512"/>
            <a:chOff x="67249" y="4459842"/>
            <a:chExt cx="12015203" cy="1332512"/>
          </a:xfrm>
        </p:grpSpPr>
        <p:grpSp>
          <p:nvGrpSpPr>
            <p:cNvPr id="18" name="Group 17">
              <a:extLst>
                <a:ext uri="{FF2B5EF4-FFF2-40B4-BE49-F238E27FC236}">
                  <a16:creationId xmlns:a16="http://schemas.microsoft.com/office/drawing/2014/main" id="{34A017AE-CAE8-4E97-A447-39E652D39D3D}"/>
                </a:ext>
              </a:extLst>
            </p:cNvPr>
            <p:cNvGrpSpPr/>
            <p:nvPr/>
          </p:nvGrpSpPr>
          <p:grpSpPr>
            <a:xfrm>
              <a:off x="8088303" y="4459842"/>
              <a:ext cx="3994149" cy="1332512"/>
              <a:chOff x="95735" y="4464075"/>
              <a:chExt cx="3994149" cy="1332512"/>
            </a:xfrm>
          </p:grpSpPr>
          <p:sp>
            <p:nvSpPr>
              <p:cNvPr id="35" name="Rectangle: Top Corners Rounded 34">
                <a:extLst>
                  <a:ext uri="{FF2B5EF4-FFF2-40B4-BE49-F238E27FC236}">
                    <a16:creationId xmlns:a16="http://schemas.microsoft.com/office/drawing/2014/main" id="{BB6B44ED-308D-4067-B99A-8C67EFB73DE1}"/>
                  </a:ext>
                </a:extLst>
              </p:cNvPr>
              <p:cNvSpPr/>
              <p:nvPr/>
            </p:nvSpPr>
            <p:spPr bwMode="auto">
              <a:xfrm>
                <a:off x="95735" y="4790932"/>
                <a:ext cx="3994149" cy="1005655"/>
              </a:xfrm>
              <a:prstGeom prst="round2SameRect">
                <a:avLst>
                  <a:gd name="adj1" fmla="val 0"/>
                  <a:gd name="adj2" fmla="val 4390"/>
                </a:avLst>
              </a:prstGeom>
              <a:solidFill>
                <a:schemeClr val="bg1"/>
              </a:solidFill>
              <a:ln w="3175">
                <a:solidFill>
                  <a:srgbClr val="00B0F0"/>
                </a:solidFill>
                <a:miter lim="800000"/>
                <a:headEnd/>
                <a:tailEnd/>
              </a:ln>
              <a:effectLst/>
              <a:extLst>
                <a:ext uri="{AF507438-7753-43E0-B8FC-AC1667EBCBE1}">
                  <a14:hiddenEffects xmlns:a14="http://schemas.microsoft.com/office/drawing/2010/main">
                    <a:effectLst>
                      <a:outerShdw blurRad="190500" dist="38100" dir="5400000" rotWithShape="0">
                        <a:srgbClr val="1ACAF8">
                          <a:alpha val="20000"/>
                        </a:srgbClr>
                      </a:outerShdw>
                    </a:effectLst>
                  </a14:hiddenEffects>
                </a:ext>
              </a:extLst>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rgbClr val="000000"/>
                    </a:solidFill>
                    <a:latin typeface="Arial" panose="020B0604020202020204"/>
                  </a:rPr>
                  <a:t>Sligulas edmag na dictumpor tal oremipsu md olorsita metco. Nsec teturadi piscinge litseddoei, usmodt emporin cididuntutla (boreetdo, loremagna aliquaut enima,, dminimven iam.) qu isnostrudexe rcitati onullamcol, aborisnisi, uta liqui pexea commodocon </a:t>
                </a:r>
              </a:p>
            </p:txBody>
          </p:sp>
          <p:sp>
            <p:nvSpPr>
              <p:cNvPr id="36" name="Rectangle: Top Corners Rounded 35">
                <a:extLst>
                  <a:ext uri="{FF2B5EF4-FFF2-40B4-BE49-F238E27FC236}">
                    <a16:creationId xmlns:a16="http://schemas.microsoft.com/office/drawing/2014/main" id="{ADFEFC9C-A025-470D-A180-0E047262278B}"/>
                  </a:ext>
                </a:extLst>
              </p:cNvPr>
              <p:cNvSpPr/>
              <p:nvPr/>
            </p:nvSpPr>
            <p:spPr bwMode="auto">
              <a:xfrm>
                <a:off x="95735" y="4464075"/>
                <a:ext cx="3994149" cy="326858"/>
              </a:xfrm>
              <a:prstGeom prst="round2SameRect">
                <a:avLst/>
              </a:prstGeom>
              <a:solidFill>
                <a:srgbClr val="B2E0FA"/>
              </a:solidFill>
              <a:ln w="3175">
                <a:solidFill>
                  <a:srgbClr val="7ECAF8"/>
                </a:solidFill>
                <a:miter lim="800000"/>
                <a:headEnd/>
                <a:tailEnd/>
              </a:ln>
              <a:effectLst>
                <a:outerShdw blurRad="190500" dist="38100" dir="5400000" rotWithShape="0">
                  <a:srgbClr val="7ECAF8">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500">
                    <a:solidFill>
                      <a:srgbClr val="000000"/>
                    </a:solidFill>
                    <a:latin typeface="Arial" panose="020B0604020202020204" pitchFamily="34" charset="0"/>
                    <a:cs typeface="Arial" panose="020B0604020202020204" pitchFamily="34" charset="0"/>
                  </a:rPr>
                  <a:t>Sequ Atdui Sauteirure</a:t>
                </a:r>
                <a:r>
                  <a:rPr kumimoji="0" lang="en-US" sz="1200" b="1" i="0" u="none" strike="noStrike" kern="5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p>
            </p:txBody>
          </p:sp>
          <p:sp>
            <p:nvSpPr>
              <p:cNvPr id="45" name="Freeform 9">
                <a:extLst>
                  <a:ext uri="{FF2B5EF4-FFF2-40B4-BE49-F238E27FC236}">
                    <a16:creationId xmlns:a16="http://schemas.microsoft.com/office/drawing/2014/main" id="{C9B24FFF-B9E0-4361-B0BB-16DC3A703682}"/>
                  </a:ext>
                </a:extLst>
              </p:cNvPr>
              <p:cNvSpPr>
                <a:spLocks noEditPoints="1"/>
              </p:cNvSpPr>
              <p:nvPr/>
            </p:nvSpPr>
            <p:spPr bwMode="auto">
              <a:xfrm>
                <a:off x="516580" y="4562664"/>
                <a:ext cx="193784" cy="192930"/>
              </a:xfrm>
              <a:custGeom>
                <a:avLst/>
                <a:gdLst>
                  <a:gd name="T0" fmla="*/ 576 w 1852"/>
                  <a:gd name="T1" fmla="*/ 638 h 1852"/>
                  <a:gd name="T2" fmla="*/ 577 w 1852"/>
                  <a:gd name="T3" fmla="*/ 1153 h 1852"/>
                  <a:gd name="T4" fmla="*/ 542 w 1852"/>
                  <a:gd name="T5" fmla="*/ 1152 h 1852"/>
                  <a:gd name="T6" fmla="*/ 46 w 1852"/>
                  <a:gd name="T7" fmla="*/ 1582 h 1852"/>
                  <a:gd name="T8" fmla="*/ 46 w 1852"/>
                  <a:gd name="T9" fmla="*/ 1806 h 1852"/>
                  <a:gd name="T10" fmla="*/ 270 w 1852"/>
                  <a:gd name="T11" fmla="*/ 1806 h 1852"/>
                  <a:gd name="T12" fmla="*/ 700 w 1852"/>
                  <a:gd name="T13" fmla="*/ 1310 h 1852"/>
                  <a:gd name="T14" fmla="*/ 699 w 1852"/>
                  <a:gd name="T15" fmla="*/ 1275 h 1852"/>
                  <a:gd name="T16" fmla="*/ 1214 w 1852"/>
                  <a:gd name="T17" fmla="*/ 1276 h 1852"/>
                  <a:gd name="T18" fmla="*/ 1214 w 1852"/>
                  <a:gd name="T19" fmla="*/ 0 h 1852"/>
                  <a:gd name="T20" fmla="*/ 158 w 1852"/>
                  <a:gd name="T21" fmla="*/ 1792 h 1852"/>
                  <a:gd name="T22" fmla="*/ 60 w 1852"/>
                  <a:gd name="T23" fmla="*/ 1694 h 1852"/>
                  <a:gd name="T24" fmla="*/ 435 w 1852"/>
                  <a:gd name="T25" fmla="*/ 1278 h 1852"/>
                  <a:gd name="T26" fmla="*/ 227 w 1852"/>
                  <a:gd name="T27" fmla="*/ 1763 h 1852"/>
                  <a:gd name="T28" fmla="*/ 478 w 1852"/>
                  <a:gd name="T29" fmla="*/ 1236 h 1852"/>
                  <a:gd name="T30" fmla="*/ 611 w 1852"/>
                  <a:gd name="T31" fmla="*/ 1241 h 1852"/>
                  <a:gd name="T32" fmla="*/ 616 w 1852"/>
                  <a:gd name="T33" fmla="*/ 1374 h 1852"/>
                  <a:gd name="T34" fmla="*/ 654 w 1852"/>
                  <a:gd name="T35" fmla="*/ 1198 h 1852"/>
                  <a:gd name="T36" fmla="*/ 745 w 1852"/>
                  <a:gd name="T37" fmla="*/ 1070 h 1852"/>
                  <a:gd name="T38" fmla="*/ 671 w 1852"/>
                  <a:gd name="T39" fmla="*/ 1219 h 1852"/>
                  <a:gd name="T40" fmla="*/ 636 w 1852"/>
                  <a:gd name="T41" fmla="*/ 638 h 1852"/>
                  <a:gd name="T42" fmla="*/ 1792 w 1852"/>
                  <a:gd name="T43" fmla="*/ 638 h 1852"/>
                  <a:gd name="T44" fmla="*/ 1214 w 1852"/>
                  <a:gd name="T45" fmla="*/ 128 h 1852"/>
                  <a:gd name="T46" fmla="*/ 1214 w 1852"/>
                  <a:gd name="T47" fmla="*/ 1148 h 1852"/>
                  <a:gd name="T48" fmla="*/ 1214 w 1852"/>
                  <a:gd name="T49" fmla="*/ 128 h 1852"/>
                  <a:gd name="T50" fmla="*/ 764 w 1852"/>
                  <a:gd name="T51" fmla="*/ 638 h 1852"/>
                  <a:gd name="T52" fmla="*/ 1664 w 1852"/>
                  <a:gd name="T53" fmla="*/ 638 h 1852"/>
                  <a:gd name="T54" fmla="*/ 1596 w 1852"/>
                  <a:gd name="T55" fmla="*/ 638 h 1852"/>
                  <a:gd name="T56" fmla="*/ 1486 w 1852"/>
                  <a:gd name="T57" fmla="*/ 892 h 1852"/>
                  <a:gd name="T58" fmla="*/ 1462 w 1852"/>
                  <a:gd name="T59" fmla="*/ 843 h 1852"/>
                  <a:gd name="T60" fmla="*/ 1390 w 1852"/>
                  <a:gd name="T61" fmla="*/ 368 h 1852"/>
                  <a:gd name="T62" fmla="*/ 1422 w 1852"/>
                  <a:gd name="T63" fmla="*/ 318 h 1852"/>
                  <a:gd name="T64" fmla="*/ 1308 w 1852"/>
                  <a:gd name="T65" fmla="*/ 297 h 1852"/>
                  <a:gd name="T66" fmla="*/ 1273 w 1852"/>
                  <a:gd name="T67" fmla="*/ 321 h 1852"/>
                  <a:gd name="T68" fmla="*/ 1184 w 1852"/>
                  <a:gd name="T69" fmla="*/ 286 h 1852"/>
                  <a:gd name="T70" fmla="*/ 1283 w 1852"/>
                  <a:gd name="T71" fmla="*/ 262 h 1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52" h="1852">
                    <a:moveTo>
                      <a:pt x="1214" y="0"/>
                    </a:moveTo>
                    <a:cubicBezTo>
                      <a:pt x="862" y="0"/>
                      <a:pt x="576" y="286"/>
                      <a:pt x="576" y="638"/>
                    </a:cubicBezTo>
                    <a:cubicBezTo>
                      <a:pt x="576" y="783"/>
                      <a:pt x="624" y="916"/>
                      <a:pt x="706" y="1024"/>
                    </a:cubicBezTo>
                    <a:cubicBezTo>
                      <a:pt x="577" y="1153"/>
                      <a:pt x="577" y="1153"/>
                      <a:pt x="577" y="1153"/>
                    </a:cubicBezTo>
                    <a:cubicBezTo>
                      <a:pt x="576" y="1154"/>
                      <a:pt x="575" y="1154"/>
                      <a:pt x="575" y="1155"/>
                    </a:cubicBezTo>
                    <a:cubicBezTo>
                      <a:pt x="564" y="1153"/>
                      <a:pt x="553" y="1152"/>
                      <a:pt x="542" y="1152"/>
                    </a:cubicBezTo>
                    <a:cubicBezTo>
                      <a:pt x="500" y="1152"/>
                      <a:pt x="460" y="1168"/>
                      <a:pt x="430" y="1198"/>
                    </a:cubicBezTo>
                    <a:cubicBezTo>
                      <a:pt x="46" y="1582"/>
                      <a:pt x="46" y="1582"/>
                      <a:pt x="46" y="1582"/>
                    </a:cubicBezTo>
                    <a:cubicBezTo>
                      <a:pt x="16" y="1612"/>
                      <a:pt x="0" y="1652"/>
                      <a:pt x="0" y="1694"/>
                    </a:cubicBezTo>
                    <a:cubicBezTo>
                      <a:pt x="0" y="1736"/>
                      <a:pt x="16" y="1776"/>
                      <a:pt x="46" y="1806"/>
                    </a:cubicBezTo>
                    <a:cubicBezTo>
                      <a:pt x="76" y="1836"/>
                      <a:pt x="116" y="1852"/>
                      <a:pt x="158" y="1852"/>
                    </a:cubicBezTo>
                    <a:cubicBezTo>
                      <a:pt x="200" y="1852"/>
                      <a:pt x="240" y="1836"/>
                      <a:pt x="270" y="1806"/>
                    </a:cubicBezTo>
                    <a:cubicBezTo>
                      <a:pt x="654" y="1422"/>
                      <a:pt x="654" y="1422"/>
                      <a:pt x="654" y="1422"/>
                    </a:cubicBezTo>
                    <a:cubicBezTo>
                      <a:pt x="684" y="1392"/>
                      <a:pt x="700" y="1352"/>
                      <a:pt x="700" y="1310"/>
                    </a:cubicBezTo>
                    <a:cubicBezTo>
                      <a:pt x="700" y="1299"/>
                      <a:pt x="699" y="1288"/>
                      <a:pt x="697" y="1277"/>
                    </a:cubicBezTo>
                    <a:cubicBezTo>
                      <a:pt x="698" y="1277"/>
                      <a:pt x="698" y="1276"/>
                      <a:pt x="699" y="1275"/>
                    </a:cubicBezTo>
                    <a:cubicBezTo>
                      <a:pt x="828" y="1146"/>
                      <a:pt x="828" y="1146"/>
                      <a:pt x="828" y="1146"/>
                    </a:cubicBezTo>
                    <a:cubicBezTo>
                      <a:pt x="936" y="1228"/>
                      <a:pt x="1069" y="1276"/>
                      <a:pt x="1214" y="1276"/>
                    </a:cubicBezTo>
                    <a:cubicBezTo>
                      <a:pt x="1566" y="1276"/>
                      <a:pt x="1852" y="990"/>
                      <a:pt x="1852" y="638"/>
                    </a:cubicBezTo>
                    <a:cubicBezTo>
                      <a:pt x="1852" y="286"/>
                      <a:pt x="1566" y="0"/>
                      <a:pt x="1214" y="0"/>
                    </a:cubicBezTo>
                    <a:close/>
                    <a:moveTo>
                      <a:pt x="227" y="1763"/>
                    </a:moveTo>
                    <a:cubicBezTo>
                      <a:pt x="209" y="1782"/>
                      <a:pt x="184" y="1792"/>
                      <a:pt x="158" y="1792"/>
                    </a:cubicBezTo>
                    <a:cubicBezTo>
                      <a:pt x="132" y="1792"/>
                      <a:pt x="107" y="1782"/>
                      <a:pt x="89" y="1763"/>
                    </a:cubicBezTo>
                    <a:cubicBezTo>
                      <a:pt x="70" y="1745"/>
                      <a:pt x="60" y="1720"/>
                      <a:pt x="60" y="1694"/>
                    </a:cubicBezTo>
                    <a:cubicBezTo>
                      <a:pt x="60" y="1668"/>
                      <a:pt x="70" y="1643"/>
                      <a:pt x="89" y="1625"/>
                    </a:cubicBezTo>
                    <a:cubicBezTo>
                      <a:pt x="435" y="1278"/>
                      <a:pt x="435" y="1278"/>
                      <a:pt x="435" y="1278"/>
                    </a:cubicBezTo>
                    <a:cubicBezTo>
                      <a:pt x="574" y="1417"/>
                      <a:pt x="574" y="1417"/>
                      <a:pt x="574" y="1417"/>
                    </a:cubicBezTo>
                    <a:lnTo>
                      <a:pt x="227" y="1763"/>
                    </a:lnTo>
                    <a:close/>
                    <a:moveTo>
                      <a:pt x="616" y="1374"/>
                    </a:moveTo>
                    <a:cubicBezTo>
                      <a:pt x="478" y="1236"/>
                      <a:pt x="478" y="1236"/>
                      <a:pt x="478" y="1236"/>
                    </a:cubicBezTo>
                    <a:cubicBezTo>
                      <a:pt x="496" y="1220"/>
                      <a:pt x="519" y="1212"/>
                      <a:pt x="542" y="1212"/>
                    </a:cubicBezTo>
                    <a:cubicBezTo>
                      <a:pt x="567" y="1212"/>
                      <a:pt x="592" y="1222"/>
                      <a:pt x="611" y="1241"/>
                    </a:cubicBezTo>
                    <a:cubicBezTo>
                      <a:pt x="630" y="1259"/>
                      <a:pt x="640" y="1284"/>
                      <a:pt x="640" y="1310"/>
                    </a:cubicBezTo>
                    <a:cubicBezTo>
                      <a:pt x="640" y="1334"/>
                      <a:pt x="632" y="1356"/>
                      <a:pt x="616" y="1374"/>
                    </a:cubicBezTo>
                    <a:close/>
                    <a:moveTo>
                      <a:pt x="671" y="1219"/>
                    </a:moveTo>
                    <a:cubicBezTo>
                      <a:pt x="666" y="1211"/>
                      <a:pt x="660" y="1205"/>
                      <a:pt x="654" y="1198"/>
                    </a:cubicBezTo>
                    <a:cubicBezTo>
                      <a:pt x="647" y="1192"/>
                      <a:pt x="641" y="1186"/>
                      <a:pt x="633" y="1181"/>
                    </a:cubicBezTo>
                    <a:cubicBezTo>
                      <a:pt x="745" y="1070"/>
                      <a:pt x="745" y="1070"/>
                      <a:pt x="745" y="1070"/>
                    </a:cubicBezTo>
                    <a:cubicBezTo>
                      <a:pt x="757" y="1083"/>
                      <a:pt x="769" y="1095"/>
                      <a:pt x="782" y="1107"/>
                    </a:cubicBezTo>
                    <a:lnTo>
                      <a:pt x="671" y="1219"/>
                    </a:lnTo>
                    <a:close/>
                    <a:moveTo>
                      <a:pt x="1214" y="1216"/>
                    </a:moveTo>
                    <a:cubicBezTo>
                      <a:pt x="895" y="1216"/>
                      <a:pt x="636" y="957"/>
                      <a:pt x="636" y="638"/>
                    </a:cubicBezTo>
                    <a:cubicBezTo>
                      <a:pt x="636" y="319"/>
                      <a:pt x="895" y="60"/>
                      <a:pt x="1214" y="60"/>
                    </a:cubicBezTo>
                    <a:cubicBezTo>
                      <a:pt x="1533" y="60"/>
                      <a:pt x="1792" y="319"/>
                      <a:pt x="1792" y="638"/>
                    </a:cubicBezTo>
                    <a:cubicBezTo>
                      <a:pt x="1792" y="957"/>
                      <a:pt x="1533" y="1216"/>
                      <a:pt x="1214" y="1216"/>
                    </a:cubicBezTo>
                    <a:close/>
                    <a:moveTo>
                      <a:pt x="1214" y="128"/>
                    </a:moveTo>
                    <a:cubicBezTo>
                      <a:pt x="933" y="128"/>
                      <a:pt x="704" y="357"/>
                      <a:pt x="704" y="638"/>
                    </a:cubicBezTo>
                    <a:cubicBezTo>
                      <a:pt x="704" y="919"/>
                      <a:pt x="933" y="1148"/>
                      <a:pt x="1214" y="1148"/>
                    </a:cubicBezTo>
                    <a:cubicBezTo>
                      <a:pt x="1495" y="1148"/>
                      <a:pt x="1724" y="919"/>
                      <a:pt x="1724" y="638"/>
                    </a:cubicBezTo>
                    <a:cubicBezTo>
                      <a:pt x="1724" y="357"/>
                      <a:pt x="1495" y="128"/>
                      <a:pt x="1214" y="128"/>
                    </a:cubicBezTo>
                    <a:close/>
                    <a:moveTo>
                      <a:pt x="1214" y="1088"/>
                    </a:moveTo>
                    <a:cubicBezTo>
                      <a:pt x="966" y="1088"/>
                      <a:pt x="764" y="886"/>
                      <a:pt x="764" y="638"/>
                    </a:cubicBezTo>
                    <a:cubicBezTo>
                      <a:pt x="764" y="390"/>
                      <a:pt x="966" y="188"/>
                      <a:pt x="1214" y="188"/>
                    </a:cubicBezTo>
                    <a:cubicBezTo>
                      <a:pt x="1462" y="188"/>
                      <a:pt x="1664" y="390"/>
                      <a:pt x="1664" y="638"/>
                    </a:cubicBezTo>
                    <a:cubicBezTo>
                      <a:pt x="1664" y="886"/>
                      <a:pt x="1462" y="1088"/>
                      <a:pt x="1214" y="1088"/>
                    </a:cubicBezTo>
                    <a:close/>
                    <a:moveTo>
                      <a:pt x="1596" y="638"/>
                    </a:moveTo>
                    <a:cubicBezTo>
                      <a:pt x="1596" y="727"/>
                      <a:pt x="1565" y="813"/>
                      <a:pt x="1509" y="881"/>
                    </a:cubicBezTo>
                    <a:cubicBezTo>
                      <a:pt x="1503" y="888"/>
                      <a:pt x="1494" y="892"/>
                      <a:pt x="1486" y="892"/>
                    </a:cubicBezTo>
                    <a:cubicBezTo>
                      <a:pt x="1479" y="892"/>
                      <a:pt x="1472" y="890"/>
                      <a:pt x="1466" y="885"/>
                    </a:cubicBezTo>
                    <a:cubicBezTo>
                      <a:pt x="1454" y="875"/>
                      <a:pt x="1452" y="856"/>
                      <a:pt x="1462" y="843"/>
                    </a:cubicBezTo>
                    <a:cubicBezTo>
                      <a:pt x="1510" y="785"/>
                      <a:pt x="1536" y="713"/>
                      <a:pt x="1536" y="638"/>
                    </a:cubicBezTo>
                    <a:cubicBezTo>
                      <a:pt x="1536" y="529"/>
                      <a:pt x="1481" y="428"/>
                      <a:pt x="1390" y="368"/>
                    </a:cubicBezTo>
                    <a:cubicBezTo>
                      <a:pt x="1376" y="359"/>
                      <a:pt x="1372" y="340"/>
                      <a:pt x="1381" y="326"/>
                    </a:cubicBezTo>
                    <a:cubicBezTo>
                      <a:pt x="1390" y="313"/>
                      <a:pt x="1408" y="309"/>
                      <a:pt x="1422" y="318"/>
                    </a:cubicBezTo>
                    <a:cubicBezTo>
                      <a:pt x="1531" y="389"/>
                      <a:pt x="1596" y="508"/>
                      <a:pt x="1596" y="638"/>
                    </a:cubicBezTo>
                    <a:close/>
                    <a:moveTo>
                      <a:pt x="1308" y="297"/>
                    </a:moveTo>
                    <a:cubicBezTo>
                      <a:pt x="1305" y="312"/>
                      <a:pt x="1292" y="322"/>
                      <a:pt x="1278" y="322"/>
                    </a:cubicBezTo>
                    <a:cubicBezTo>
                      <a:pt x="1276" y="322"/>
                      <a:pt x="1274" y="322"/>
                      <a:pt x="1273" y="321"/>
                    </a:cubicBezTo>
                    <a:cubicBezTo>
                      <a:pt x="1253" y="318"/>
                      <a:pt x="1234" y="316"/>
                      <a:pt x="1214" y="316"/>
                    </a:cubicBezTo>
                    <a:cubicBezTo>
                      <a:pt x="1197" y="316"/>
                      <a:pt x="1184" y="303"/>
                      <a:pt x="1184" y="286"/>
                    </a:cubicBezTo>
                    <a:cubicBezTo>
                      <a:pt x="1184" y="269"/>
                      <a:pt x="1197" y="256"/>
                      <a:pt x="1214" y="256"/>
                    </a:cubicBezTo>
                    <a:cubicBezTo>
                      <a:pt x="1237" y="256"/>
                      <a:pt x="1261" y="258"/>
                      <a:pt x="1283" y="262"/>
                    </a:cubicBezTo>
                    <a:cubicBezTo>
                      <a:pt x="1300" y="265"/>
                      <a:pt x="1311" y="281"/>
                      <a:pt x="1308" y="29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58" name="Group 57">
              <a:extLst>
                <a:ext uri="{FF2B5EF4-FFF2-40B4-BE49-F238E27FC236}">
                  <a16:creationId xmlns:a16="http://schemas.microsoft.com/office/drawing/2014/main" id="{5BA41EE5-842A-4A1F-A3ED-EE5501A85479}"/>
                </a:ext>
              </a:extLst>
            </p:cNvPr>
            <p:cNvGrpSpPr/>
            <p:nvPr/>
          </p:nvGrpSpPr>
          <p:grpSpPr>
            <a:xfrm>
              <a:off x="4183968" y="4459842"/>
              <a:ext cx="3781765" cy="1332512"/>
              <a:chOff x="4205118" y="4464075"/>
              <a:chExt cx="3781765" cy="1332512"/>
            </a:xfrm>
          </p:grpSpPr>
          <p:sp>
            <p:nvSpPr>
              <p:cNvPr id="37" name="Rectangle: Top Corners Rounded 36">
                <a:extLst>
                  <a:ext uri="{FF2B5EF4-FFF2-40B4-BE49-F238E27FC236}">
                    <a16:creationId xmlns:a16="http://schemas.microsoft.com/office/drawing/2014/main" id="{9EBE1729-3B06-4598-AB49-0B00B3579470}"/>
                  </a:ext>
                </a:extLst>
              </p:cNvPr>
              <p:cNvSpPr/>
              <p:nvPr/>
            </p:nvSpPr>
            <p:spPr bwMode="auto">
              <a:xfrm>
                <a:off x="4205118" y="4790932"/>
                <a:ext cx="3781765" cy="1005655"/>
              </a:xfrm>
              <a:prstGeom prst="round2SameRect">
                <a:avLst>
                  <a:gd name="adj1" fmla="val 0"/>
                  <a:gd name="adj2" fmla="val 4390"/>
                </a:avLst>
              </a:prstGeom>
              <a:solidFill>
                <a:schemeClr val="bg1"/>
              </a:solidFill>
              <a:ln w="3175">
                <a:solidFill>
                  <a:srgbClr val="00B0F0"/>
                </a:solidFill>
                <a:miter lim="800000"/>
                <a:headEnd/>
                <a:tailEnd/>
              </a:ln>
              <a:effectLst/>
              <a:extLst>
                <a:ext uri="{AF507438-7753-43E0-B8FC-AC1667EBCBE1}">
                  <a14:hiddenEffects xmlns:a14="http://schemas.microsoft.com/office/drawing/2010/main">
                    <a:effectLst>
                      <a:outerShdw blurRad="190500" dist="38100" dir="5400000" rotWithShape="0">
                        <a:srgbClr val="1ACAF8">
                          <a:alpha val="20000"/>
                        </a:srgbClr>
                      </a:outerShdw>
                    </a:effectLst>
                  </a14:hiddenEffects>
                </a:ext>
              </a:extLst>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Dolori NRE prehende ri tinvolu ptatevelite sse cillumdol, oree u fug, iatnulla PAR IATUR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e-xcepteur sint oc caecatc upidatatnonproi den tsuntincul </a:t>
                </a:r>
              </a:p>
            </p:txBody>
          </p:sp>
          <p:sp>
            <p:nvSpPr>
              <p:cNvPr id="38" name="Rectangle: Top Corners Rounded 37">
                <a:extLst>
                  <a:ext uri="{FF2B5EF4-FFF2-40B4-BE49-F238E27FC236}">
                    <a16:creationId xmlns:a16="http://schemas.microsoft.com/office/drawing/2014/main" id="{65800C9F-2699-4DAF-98C2-DA4226ED0AA2}"/>
                  </a:ext>
                </a:extLst>
              </p:cNvPr>
              <p:cNvSpPr/>
              <p:nvPr/>
            </p:nvSpPr>
            <p:spPr bwMode="auto">
              <a:xfrm>
                <a:off x="4205118" y="4464075"/>
                <a:ext cx="3781765" cy="326858"/>
              </a:xfrm>
              <a:prstGeom prst="round2SameRect">
                <a:avLst/>
              </a:prstGeom>
              <a:solidFill>
                <a:srgbClr val="B2E0FA"/>
              </a:solidFill>
              <a:ln w="3175">
                <a:solidFill>
                  <a:srgbClr val="7ECAF8"/>
                </a:solidFill>
                <a:miter lim="800000"/>
                <a:headEnd/>
                <a:tailEnd/>
              </a:ln>
              <a:effectLst>
                <a:outerShdw blurRad="190500" dist="38100" dir="5400000" rotWithShape="0">
                  <a:srgbClr val="7ECAF8">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500">
                    <a:solidFill>
                      <a:srgbClr val="000000"/>
                    </a:solidFill>
                    <a:latin typeface="Arial" panose="020B0604020202020204" pitchFamily="34" charset="0"/>
                    <a:cs typeface="Arial" panose="020B0604020202020204" pitchFamily="34" charset="0"/>
                  </a:rPr>
                  <a:t>P-Aquioffi</a:t>
                </a:r>
                <a:endParaRPr kumimoji="0" lang="en-US" sz="1200" b="1" i="0" u="none" strike="noStrike" kern="5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pic>
            <p:nvPicPr>
              <p:cNvPr id="46" name="Graphic 45">
                <a:extLst>
                  <a:ext uri="{FF2B5EF4-FFF2-40B4-BE49-F238E27FC236}">
                    <a16:creationId xmlns:a16="http://schemas.microsoft.com/office/drawing/2014/main" id="{AB888E3C-3EFA-4D48-82C9-8CB507CA143B}"/>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48628" y="4472747"/>
                <a:ext cx="289586" cy="289586"/>
              </a:xfrm>
              <a:prstGeom prst="rect">
                <a:avLst/>
              </a:prstGeom>
            </p:spPr>
          </p:pic>
        </p:grpSp>
        <p:grpSp>
          <p:nvGrpSpPr>
            <p:cNvPr id="3" name="Group 2">
              <a:extLst>
                <a:ext uri="{FF2B5EF4-FFF2-40B4-BE49-F238E27FC236}">
                  <a16:creationId xmlns:a16="http://schemas.microsoft.com/office/drawing/2014/main" id="{5B31A6CA-36C8-48CC-8859-FD7C62FA72EA}"/>
                </a:ext>
              </a:extLst>
            </p:cNvPr>
            <p:cNvGrpSpPr/>
            <p:nvPr/>
          </p:nvGrpSpPr>
          <p:grpSpPr>
            <a:xfrm>
              <a:off x="67249" y="4459842"/>
              <a:ext cx="3994150" cy="1332512"/>
              <a:chOff x="8102116" y="4464075"/>
              <a:chExt cx="3994150" cy="1332512"/>
            </a:xfrm>
          </p:grpSpPr>
          <p:sp>
            <p:nvSpPr>
              <p:cNvPr id="39" name="Rectangle: Top Corners Rounded 38">
                <a:extLst>
                  <a:ext uri="{FF2B5EF4-FFF2-40B4-BE49-F238E27FC236}">
                    <a16:creationId xmlns:a16="http://schemas.microsoft.com/office/drawing/2014/main" id="{C8AC8508-D293-47E2-A966-C454D3672FB6}"/>
                  </a:ext>
                </a:extLst>
              </p:cNvPr>
              <p:cNvSpPr/>
              <p:nvPr/>
            </p:nvSpPr>
            <p:spPr bwMode="auto">
              <a:xfrm>
                <a:off x="8102117" y="4790932"/>
                <a:ext cx="3994149" cy="1005655"/>
              </a:xfrm>
              <a:prstGeom prst="round2SameRect">
                <a:avLst>
                  <a:gd name="adj1" fmla="val 0"/>
                  <a:gd name="adj2" fmla="val 4390"/>
                </a:avLst>
              </a:prstGeom>
              <a:solidFill>
                <a:schemeClr val="bg1"/>
              </a:solidFill>
              <a:ln w="3175">
                <a:solidFill>
                  <a:srgbClr val="00B0F0"/>
                </a:solidFill>
                <a:miter lim="800000"/>
                <a:headEnd/>
                <a:tailEnd/>
              </a:ln>
              <a:effectLst/>
              <a:extLst>
                <a:ext uri="{AF507438-7753-43E0-B8FC-AC1667EBCBE1}">
                  <a14:hiddenEffects xmlns:a14="http://schemas.microsoft.com/office/drawing/2010/main">
                    <a:effectLst>
                      <a:outerShdw blurRad="190500" dist="38100" dir="5400000" rotWithShape="0">
                        <a:srgbClr val="1ACAF8">
                          <a:alpha val="20000"/>
                        </a:srgbClr>
                      </a:outerShdw>
                    </a:effectLst>
                  </a14:hiddenEffects>
                </a:ext>
              </a:extLst>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Ciadeseru NT mollita nimidestla bor umcurab iturnon nul LAS Itame Tnisl Tempusco nvalli squisacl ectu-sp-ellen tesqueinipsumi dorcipor, tadapibu svi vamussuscip ittortore</a:t>
                </a:r>
              </a:p>
            </p:txBody>
          </p:sp>
          <p:sp>
            <p:nvSpPr>
              <p:cNvPr id="40" name="Rectangle: Top Corners Rounded 39">
                <a:extLst>
                  <a:ext uri="{FF2B5EF4-FFF2-40B4-BE49-F238E27FC236}">
                    <a16:creationId xmlns:a16="http://schemas.microsoft.com/office/drawing/2014/main" id="{537897A3-06BA-465F-90CB-164FF3D551F5}"/>
                  </a:ext>
                </a:extLst>
              </p:cNvPr>
              <p:cNvSpPr/>
              <p:nvPr/>
            </p:nvSpPr>
            <p:spPr bwMode="auto">
              <a:xfrm>
                <a:off x="8102116" y="4464075"/>
                <a:ext cx="3994150" cy="326858"/>
              </a:xfrm>
              <a:prstGeom prst="round2SameRect">
                <a:avLst/>
              </a:prstGeom>
              <a:solidFill>
                <a:srgbClr val="B2E0FA"/>
              </a:solidFill>
              <a:ln w="3175">
                <a:solidFill>
                  <a:srgbClr val="7ECAF8"/>
                </a:solidFill>
                <a:miter lim="800000"/>
                <a:headEnd/>
                <a:tailEnd/>
              </a:ln>
              <a:effectLst>
                <a:outerShdw blurRad="190500" dist="38100" dir="5400000" rotWithShape="0">
                  <a:srgbClr val="7ECAF8">
                    <a:alpha val="20000"/>
                  </a:srgbClr>
                </a:outerShdw>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500">
                    <a:solidFill>
                      <a:srgbClr val="000000"/>
                    </a:solidFill>
                    <a:latin typeface="Arial" panose="020B0604020202020204" pitchFamily="34" charset="0"/>
                    <a:cs typeface="Arial" panose="020B0604020202020204" pitchFamily="34" charset="0"/>
                  </a:rPr>
                  <a:t>Getfe Lisportt</a:t>
                </a:r>
                <a:endParaRPr kumimoji="0" lang="en-US" sz="1200" b="1" i="0" u="none" strike="noStrike" kern="5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pic>
            <p:nvPicPr>
              <p:cNvPr id="47" name="Graphic 46">
                <a:extLst>
                  <a:ext uri="{FF2B5EF4-FFF2-40B4-BE49-F238E27FC236}">
                    <a16:creationId xmlns:a16="http://schemas.microsoft.com/office/drawing/2014/main" id="{CB33FEA3-4140-4284-8FA0-B3BA360EB23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76395" y="4521557"/>
                <a:ext cx="258156" cy="258156"/>
              </a:xfrm>
              <a:prstGeom prst="rect">
                <a:avLst/>
              </a:prstGeom>
            </p:spPr>
          </p:pic>
        </p:grpSp>
      </p:grpSp>
      <p:sp>
        <p:nvSpPr>
          <p:cNvPr id="65" name="Freeform: Shape 64">
            <a:extLst>
              <a:ext uri="{FF2B5EF4-FFF2-40B4-BE49-F238E27FC236}">
                <a16:creationId xmlns:a16="http://schemas.microsoft.com/office/drawing/2014/main" id="{CDD4A025-C9AD-49A9-8E74-1710634295F3}"/>
              </a:ext>
            </a:extLst>
          </p:cNvPr>
          <p:cNvSpPr/>
          <p:nvPr/>
        </p:nvSpPr>
        <p:spPr bwMode="auto">
          <a:xfrm rot="5400000" flipH="1" flipV="1">
            <a:off x="10258563" y="1049992"/>
            <a:ext cx="392629" cy="250031"/>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3" name="Freeform: Shape 52">
            <a:extLst>
              <a:ext uri="{FF2B5EF4-FFF2-40B4-BE49-F238E27FC236}">
                <a16:creationId xmlns:a16="http://schemas.microsoft.com/office/drawing/2014/main" id="{2681E2BA-C486-4C00-8BDF-E70C389C8C52}"/>
              </a:ext>
            </a:extLst>
          </p:cNvPr>
          <p:cNvSpPr/>
          <p:nvPr/>
        </p:nvSpPr>
        <p:spPr bwMode="auto">
          <a:xfrm rot="5400000" flipH="1" flipV="1">
            <a:off x="7873459" y="1376737"/>
            <a:ext cx="274218" cy="115090"/>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noFill/>
          <a:ln w="6350">
            <a:solidFill>
              <a:srgbClr val="43515C"/>
            </a:solidFill>
            <a:miter lim="800000"/>
            <a:headEnd type="oval" w="sm" len="sm"/>
            <a:tailEnd type="oval" w="sm" len="sm"/>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42BD3943-860A-48E4-8245-BEF5519EC50E}"/>
              </a:ext>
            </a:extLst>
          </p:cNvPr>
          <p:cNvSpPr txBox="1"/>
          <p:nvPr/>
        </p:nvSpPr>
        <p:spPr>
          <a:xfrm>
            <a:off x="10102850" y="520700"/>
            <a:ext cx="2050566" cy="307777"/>
          </a:xfrm>
          <a:prstGeom prst="rect">
            <a:avLst/>
          </a:prstGeom>
          <a:noFill/>
        </p:spPr>
        <p:txBody>
          <a:bodyPr wrap="square" rtlCol="0">
            <a:spAutoFit/>
          </a:bodyPr>
          <a:lstStyle/>
          <a:p>
            <a:r>
              <a:rPr lang="en-US" sz="1400" b="1">
                <a:solidFill>
                  <a:schemeClr val="tx1">
                    <a:lumMod val="65000"/>
                    <a:lumOff val="35000"/>
                  </a:schemeClr>
                </a:solidFill>
              </a:rPr>
              <a:t>Itor Vol Utpatc</a:t>
            </a:r>
          </a:p>
        </p:txBody>
      </p:sp>
      <p:cxnSp>
        <p:nvCxnSpPr>
          <p:cNvPr id="56" name="Connector: Elbow 55">
            <a:extLst>
              <a:ext uri="{FF2B5EF4-FFF2-40B4-BE49-F238E27FC236}">
                <a16:creationId xmlns:a16="http://schemas.microsoft.com/office/drawing/2014/main" id="{05510634-DF79-416D-9420-E7C3E9731A86}"/>
              </a:ext>
            </a:extLst>
          </p:cNvPr>
          <p:cNvCxnSpPr>
            <a:cxnSpLocks/>
            <a:stCxn id="33" idx="2"/>
            <a:endCxn id="38" idx="3"/>
          </p:cNvCxnSpPr>
          <p:nvPr/>
        </p:nvCxnSpPr>
        <p:spPr bwMode="auto">
          <a:xfrm rot="16200000" flipH="1">
            <a:off x="5969637" y="4333478"/>
            <a:ext cx="252726" cy="1"/>
          </a:xfrm>
          <a:prstGeom prst="bentConnector3">
            <a:avLst>
              <a:gd name="adj1" fmla="val 50000"/>
            </a:avLst>
          </a:prstGeom>
          <a:noFill/>
          <a:ln w="9525" cap="flat" cmpd="sng" algn="ctr">
            <a:solidFill>
              <a:srgbClr val="7ECAF8"/>
            </a:solidFill>
            <a:prstDash val="solid"/>
            <a:round/>
            <a:headEnd type="none" w="med" len="med"/>
            <a:tailEnd type="none"/>
          </a:ln>
          <a:effectLst/>
        </p:spPr>
      </p:cxnSp>
      <p:sp>
        <p:nvSpPr>
          <p:cNvPr id="4" name="Title 3">
            <a:extLst>
              <a:ext uri="{FF2B5EF4-FFF2-40B4-BE49-F238E27FC236}">
                <a16:creationId xmlns:a16="http://schemas.microsoft.com/office/drawing/2014/main" id="{A0376BF2-E3CA-1615-A967-28E546629473}"/>
              </a:ext>
            </a:extLst>
          </p:cNvPr>
          <p:cNvSpPr>
            <a:spLocks noGrp="1"/>
          </p:cNvSpPr>
          <p:nvPr>
            <p:ph type="title"/>
          </p:nvPr>
        </p:nvSpPr>
        <p:spPr/>
        <p:txBody>
          <a:bodyPr/>
          <a:lstStyle/>
          <a:p>
            <a:r>
              <a:rPr lang="en-US" kern="0" dirty="0">
                <a:solidFill>
                  <a:schemeClr val="tx1">
                    <a:lumMod val="85000"/>
                    <a:lumOff val="15000"/>
                  </a:schemeClr>
                </a:solidFill>
              </a:rPr>
              <a:t>MET </a:t>
            </a:r>
            <a:r>
              <a:rPr lang="en-US" kern="0" dirty="0" err="1">
                <a:solidFill>
                  <a:schemeClr val="tx1">
                    <a:lumMod val="85000"/>
                    <a:lumOff val="15000"/>
                  </a:schemeClr>
                </a:solidFill>
              </a:rPr>
              <a:t>Consecte</a:t>
            </a:r>
            <a:r>
              <a:rPr lang="en-US" kern="0" dirty="0">
                <a:solidFill>
                  <a:schemeClr val="tx1">
                    <a:lumMod val="85000"/>
                    <a:lumOff val="15000"/>
                  </a:schemeClr>
                </a:solidFill>
              </a:rPr>
              <a:t> </a:t>
            </a:r>
            <a:r>
              <a:rPr lang="en-US" kern="0" dirty="0" err="1">
                <a:solidFill>
                  <a:schemeClr val="tx1">
                    <a:lumMod val="85000"/>
                    <a:lumOff val="15000"/>
                  </a:schemeClr>
                </a:solidFill>
              </a:rPr>
              <a:t>Turadi</a:t>
            </a:r>
            <a:r>
              <a:rPr lang="en-US" kern="0" dirty="0">
                <a:solidFill>
                  <a:schemeClr val="tx1">
                    <a:lumMod val="85000"/>
                    <a:lumOff val="15000"/>
                  </a:schemeClr>
                </a:solidFill>
              </a:rPr>
              <a:t> </a:t>
            </a:r>
            <a:r>
              <a:rPr lang="en-US" kern="0" dirty="0" err="1">
                <a:solidFill>
                  <a:schemeClr val="tx1">
                    <a:lumMod val="85000"/>
                    <a:lumOff val="15000"/>
                  </a:schemeClr>
                </a:solidFill>
              </a:rPr>
              <a:t>pis</a:t>
            </a:r>
            <a:r>
              <a:rPr lang="en-US" kern="0" dirty="0">
                <a:solidFill>
                  <a:schemeClr val="tx1">
                    <a:lumMod val="85000"/>
                    <a:lumOff val="15000"/>
                  </a:schemeClr>
                </a:solidFill>
              </a:rPr>
              <a:t> CIN: </a:t>
            </a:r>
            <a:r>
              <a:rPr lang="en-US" b="0" kern="0" dirty="0">
                <a:solidFill>
                  <a:schemeClr val="tx1">
                    <a:lumMod val="85000"/>
                    <a:lumOff val="15000"/>
                  </a:schemeClr>
                </a:solidFill>
              </a:rPr>
              <a:t>Ge </a:t>
            </a:r>
            <a:r>
              <a:rPr lang="en-US" b="0" kern="0" dirty="0" err="1">
                <a:solidFill>
                  <a:schemeClr val="tx1">
                    <a:lumMod val="85000"/>
                    <a:lumOff val="15000"/>
                  </a:schemeClr>
                </a:solidFill>
              </a:rPr>
              <a:t>lits</a:t>
            </a:r>
            <a:r>
              <a:rPr lang="en-US" b="0" kern="0" dirty="0">
                <a:solidFill>
                  <a:schemeClr val="tx1">
                    <a:lumMod val="85000"/>
                    <a:lumOff val="15000"/>
                  </a:schemeClr>
                </a:solidFill>
              </a:rPr>
              <a:t> </a:t>
            </a:r>
            <a:r>
              <a:rPr lang="en-US" b="0" kern="0" dirty="0" err="1">
                <a:solidFill>
                  <a:schemeClr val="tx1">
                    <a:lumMod val="85000"/>
                    <a:lumOff val="15000"/>
                  </a:schemeClr>
                </a:solidFill>
              </a:rPr>
              <a:t>eddoeiu</a:t>
            </a:r>
            <a:r>
              <a:rPr lang="en-US" b="0" kern="0" dirty="0">
                <a:solidFill>
                  <a:schemeClr val="tx1">
                    <a:lumMod val="85000"/>
                    <a:lumOff val="15000"/>
                  </a:schemeClr>
                </a:solidFill>
              </a:rPr>
              <a:t> </a:t>
            </a:r>
            <a:r>
              <a:rPr lang="en-US" b="0" kern="0" dirty="0" err="1">
                <a:solidFill>
                  <a:schemeClr val="tx1">
                    <a:lumMod val="85000"/>
                    <a:lumOff val="15000"/>
                  </a:schemeClr>
                </a:solidFill>
              </a:rPr>
              <a:t>smo</a:t>
            </a:r>
            <a:r>
              <a:rPr lang="en-US" b="0" kern="0" dirty="0">
                <a:solidFill>
                  <a:schemeClr val="tx1">
                    <a:lumMod val="85000"/>
                    <a:lumOff val="15000"/>
                  </a:schemeClr>
                </a:solidFill>
              </a:rPr>
              <a:t> </a:t>
            </a:r>
            <a:r>
              <a:rPr lang="en-US" b="0" kern="0" dirty="0" err="1">
                <a:solidFill>
                  <a:schemeClr val="tx1">
                    <a:lumMod val="85000"/>
                    <a:lumOff val="15000"/>
                  </a:schemeClr>
                </a:solidFill>
              </a:rPr>
              <a:t>dtempori</a:t>
            </a:r>
            <a:r>
              <a:rPr lang="en-US" b="0" kern="0" dirty="0">
                <a:solidFill>
                  <a:schemeClr val="tx1">
                    <a:lumMod val="85000"/>
                    <a:lumOff val="15000"/>
                  </a:schemeClr>
                </a:solidFill>
              </a:rPr>
              <a:t> </a:t>
            </a:r>
            <a:r>
              <a:rPr lang="en-US" b="0" kern="0" dirty="0" err="1">
                <a:solidFill>
                  <a:schemeClr val="tx1">
                    <a:lumMod val="85000"/>
                    <a:lumOff val="15000"/>
                  </a:schemeClr>
                </a:solidFill>
              </a:rPr>
              <a:t>ncidi</a:t>
            </a:r>
            <a:r>
              <a:rPr lang="en-US" b="0" kern="0" dirty="0">
                <a:solidFill>
                  <a:schemeClr val="tx1">
                    <a:lumMod val="85000"/>
                    <a:lumOff val="15000"/>
                  </a:schemeClr>
                </a:solidFill>
              </a:rPr>
              <a:t> </a:t>
            </a:r>
            <a:r>
              <a:rPr lang="en-US" b="0" kern="0" dirty="0" err="1">
                <a:solidFill>
                  <a:schemeClr val="tx1">
                    <a:lumMod val="85000"/>
                    <a:lumOff val="15000"/>
                  </a:schemeClr>
                </a:solidFill>
              </a:rPr>
              <a:t>dunt</a:t>
            </a:r>
            <a:r>
              <a:rPr lang="en-US" b="0" kern="0" dirty="0">
                <a:solidFill>
                  <a:schemeClr val="tx1">
                    <a:lumMod val="85000"/>
                    <a:lumOff val="15000"/>
                  </a:schemeClr>
                </a:solidFill>
              </a:rPr>
              <a:t> </a:t>
            </a:r>
            <a:r>
              <a:rPr lang="en-US" b="0" kern="0" dirty="0" err="1">
                <a:solidFill>
                  <a:schemeClr val="tx1">
                    <a:lumMod val="85000"/>
                    <a:lumOff val="15000"/>
                  </a:schemeClr>
                </a:solidFill>
              </a:rPr>
              <a:t>utlabor</a:t>
            </a:r>
            <a:r>
              <a:rPr lang="en-US" b="0" kern="0" dirty="0">
                <a:solidFill>
                  <a:schemeClr val="tx1">
                    <a:lumMod val="85000"/>
                    <a:lumOff val="15000"/>
                  </a:schemeClr>
                </a:solidFill>
              </a:rPr>
              <a:t> </a:t>
            </a:r>
            <a:r>
              <a:rPr lang="en-US" b="0" kern="0" dirty="0" err="1">
                <a:solidFill>
                  <a:schemeClr val="tx1">
                    <a:lumMod val="85000"/>
                    <a:lumOff val="15000"/>
                  </a:schemeClr>
                </a:solidFill>
              </a:rPr>
              <a:t>eetdo</a:t>
            </a:r>
            <a:r>
              <a:rPr lang="en-US" b="0" kern="0" dirty="0">
                <a:solidFill>
                  <a:schemeClr val="tx1">
                    <a:lumMod val="85000"/>
                    <a:lumOff val="15000"/>
                  </a:schemeClr>
                </a:solidFill>
              </a:rPr>
              <a:t>, </a:t>
            </a:r>
            <a:r>
              <a:rPr lang="en-US" b="0" kern="0" dirty="0" err="1">
                <a:solidFill>
                  <a:schemeClr val="tx1">
                    <a:lumMod val="85000"/>
                    <a:lumOff val="15000"/>
                  </a:schemeClr>
                </a:solidFill>
              </a:rPr>
              <a:t>loremagnaa</a:t>
            </a:r>
            <a:r>
              <a:rPr lang="en-US" b="0" kern="0" dirty="0">
                <a:solidFill>
                  <a:schemeClr val="tx1">
                    <a:lumMod val="85000"/>
                    <a:lumOff val="15000"/>
                  </a:schemeClr>
                </a:solidFill>
              </a:rPr>
              <a:t>, </a:t>
            </a:r>
            <a:r>
              <a:rPr lang="en-US" b="0" kern="0" dirty="0" err="1">
                <a:solidFill>
                  <a:schemeClr val="tx1">
                    <a:lumMod val="85000"/>
                    <a:lumOff val="15000"/>
                  </a:schemeClr>
                </a:solidFill>
              </a:rPr>
              <a:t>liq</a:t>
            </a:r>
            <a:r>
              <a:rPr lang="en-US" b="0" kern="0" dirty="0">
                <a:solidFill>
                  <a:schemeClr val="tx1">
                    <a:lumMod val="85000"/>
                    <a:lumOff val="15000"/>
                  </a:schemeClr>
                </a:solidFill>
              </a:rPr>
              <a:t> </a:t>
            </a:r>
            <a:r>
              <a:rPr lang="en-US" b="0" kern="0" dirty="0" err="1">
                <a:solidFill>
                  <a:schemeClr val="tx1">
                    <a:lumMod val="85000"/>
                    <a:lumOff val="15000"/>
                  </a:schemeClr>
                </a:solidFill>
              </a:rPr>
              <a:t>uaut</a:t>
            </a:r>
            <a:r>
              <a:rPr lang="en-US" b="0" kern="0" dirty="0">
                <a:solidFill>
                  <a:schemeClr val="tx1">
                    <a:lumMod val="85000"/>
                    <a:lumOff val="15000"/>
                  </a:schemeClr>
                </a:solidFill>
              </a:rPr>
              <a:t> </a:t>
            </a:r>
            <a:r>
              <a:rPr lang="en-US" b="0" kern="0" dirty="0" err="1">
                <a:solidFill>
                  <a:schemeClr val="tx1">
                    <a:lumMod val="85000"/>
                    <a:lumOff val="15000"/>
                  </a:schemeClr>
                </a:solidFill>
              </a:rPr>
              <a:t>enimadmin</a:t>
            </a:r>
            <a:r>
              <a:rPr lang="en-US" b="0" kern="0" dirty="0">
                <a:solidFill>
                  <a:schemeClr val="tx1">
                    <a:lumMod val="85000"/>
                    <a:lumOff val="15000"/>
                  </a:schemeClr>
                </a:solidFill>
              </a:rPr>
              <a:t> </a:t>
            </a:r>
            <a:r>
              <a:rPr lang="en-US" b="0" kern="0" dirty="0" err="1">
                <a:solidFill>
                  <a:schemeClr val="tx1">
                    <a:lumMod val="85000"/>
                    <a:lumOff val="15000"/>
                  </a:schemeClr>
                </a:solidFill>
              </a:rPr>
              <a:t>im</a:t>
            </a:r>
            <a:r>
              <a:rPr lang="en-US" b="0" kern="0" dirty="0">
                <a:solidFill>
                  <a:schemeClr val="tx1">
                    <a:lumMod val="85000"/>
                    <a:lumOff val="15000"/>
                  </a:schemeClr>
                </a:solidFill>
              </a:rPr>
              <a:t> </a:t>
            </a:r>
            <a:r>
              <a:rPr lang="en-US" b="0" kern="0" dirty="0" err="1">
                <a:solidFill>
                  <a:schemeClr val="tx1">
                    <a:lumMod val="85000"/>
                    <a:lumOff val="15000"/>
                  </a:schemeClr>
                </a:solidFill>
              </a:rPr>
              <a:t>veniam</a:t>
            </a:r>
            <a:r>
              <a:rPr lang="en-US" b="0" kern="0" dirty="0">
                <a:solidFill>
                  <a:schemeClr val="tx1">
                    <a:lumMod val="85000"/>
                    <a:lumOff val="15000"/>
                  </a:schemeClr>
                </a:solidFill>
              </a:rPr>
              <a:t> qui </a:t>
            </a:r>
            <a:r>
              <a:rPr lang="en-US" b="0" kern="0" dirty="0" err="1">
                <a:solidFill>
                  <a:schemeClr val="tx1">
                    <a:lumMod val="85000"/>
                    <a:lumOff val="15000"/>
                  </a:schemeClr>
                </a:solidFill>
              </a:rPr>
              <a:t>snos-trude</a:t>
            </a:r>
            <a:r>
              <a:rPr lang="en-US" b="0" kern="0" dirty="0">
                <a:solidFill>
                  <a:schemeClr val="tx1">
                    <a:lumMod val="85000"/>
                    <a:lumOff val="15000"/>
                  </a:schemeClr>
                </a:solidFill>
              </a:rPr>
              <a:t> </a:t>
            </a:r>
            <a:r>
              <a:rPr lang="en-US" b="0" kern="0" dirty="0" err="1">
                <a:solidFill>
                  <a:schemeClr val="tx1">
                    <a:lumMod val="85000"/>
                    <a:lumOff val="15000"/>
                  </a:schemeClr>
                </a:solidFill>
              </a:rPr>
              <a:t>xe</a:t>
            </a:r>
            <a:r>
              <a:rPr lang="en-US" b="0" kern="0" dirty="0">
                <a:solidFill>
                  <a:schemeClr val="tx1">
                    <a:lumMod val="85000"/>
                    <a:lumOff val="15000"/>
                  </a:schemeClr>
                </a:solidFill>
              </a:rPr>
              <a:t> </a:t>
            </a:r>
            <a:r>
              <a:rPr lang="en-US" b="0" kern="0" dirty="0" err="1">
                <a:solidFill>
                  <a:schemeClr val="tx1">
                    <a:lumMod val="85000"/>
                    <a:lumOff val="15000"/>
                  </a:schemeClr>
                </a:solidFill>
              </a:rPr>
              <a:t>rcitatio</a:t>
            </a:r>
            <a:r>
              <a:rPr lang="en-US" b="0" kern="0" dirty="0">
                <a:solidFill>
                  <a:schemeClr val="tx1">
                    <a:lumMod val="85000"/>
                    <a:lumOff val="15000"/>
                  </a:schemeClr>
                </a:solidFill>
              </a:rPr>
              <a:t> </a:t>
            </a:r>
            <a:r>
              <a:rPr lang="en-US" b="0" kern="0" dirty="0" err="1">
                <a:solidFill>
                  <a:schemeClr val="tx1">
                    <a:lumMod val="85000"/>
                    <a:lumOff val="15000"/>
                  </a:schemeClr>
                </a:solidFill>
              </a:rPr>
              <a:t>nul</a:t>
            </a:r>
            <a:r>
              <a:rPr lang="en-US" b="0" kern="0" dirty="0">
                <a:solidFill>
                  <a:schemeClr val="tx1">
                    <a:lumMod val="85000"/>
                    <a:lumOff val="15000"/>
                  </a:schemeClr>
                </a:solidFill>
              </a:rPr>
              <a:t> </a:t>
            </a:r>
            <a:r>
              <a:rPr lang="en-US" b="0" kern="0" dirty="0" err="1">
                <a:solidFill>
                  <a:schemeClr val="tx1">
                    <a:lumMod val="85000"/>
                    <a:lumOff val="15000"/>
                  </a:schemeClr>
                </a:solidFill>
              </a:rPr>
              <a:t>lamcol</a:t>
            </a:r>
            <a:r>
              <a:rPr lang="en-US" b="0" kern="0" dirty="0">
                <a:solidFill>
                  <a:schemeClr val="tx1">
                    <a:lumMod val="85000"/>
                    <a:lumOff val="15000"/>
                  </a:schemeClr>
                </a:solidFill>
              </a:rPr>
              <a:t> </a:t>
            </a:r>
            <a:r>
              <a:rPr lang="en-US" b="0" kern="0" dirty="0" err="1">
                <a:solidFill>
                  <a:schemeClr val="tx1">
                    <a:lumMod val="85000"/>
                    <a:lumOff val="15000"/>
                  </a:schemeClr>
                </a:solidFill>
              </a:rPr>
              <a:t>aborisn</a:t>
            </a:r>
            <a:endParaRPr lang="en-IN" dirty="0">
              <a:solidFill>
                <a:schemeClr val="tx1">
                  <a:lumMod val="85000"/>
                  <a:lumOff val="15000"/>
                </a:schemeClr>
              </a:solidFill>
            </a:endParaRPr>
          </a:p>
        </p:txBody>
      </p:sp>
    </p:spTree>
    <p:extLst>
      <p:ext uri="{BB962C8B-B14F-4D97-AF65-F5344CB8AC3E}">
        <p14:creationId xmlns:p14="http://schemas.microsoft.com/office/powerpoint/2010/main" val="11941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P spid="21" grpId="0"/>
      <p:bldP spid="22" grpId="0"/>
      <p:bldP spid="23" grpId="0"/>
      <p:bldP spid="24" grpId="0"/>
      <p:bldP spid="29" grpId="0" animBg="1"/>
      <p:bldP spid="30" grpId="0"/>
      <p:bldP spid="32" grpId="0" animBg="1"/>
      <p:bldP spid="33" grpId="0" animBg="1"/>
      <p:bldP spid="48" grpId="0" animBg="1"/>
      <p:bldP spid="49" grpId="0" animBg="1"/>
      <p:bldP spid="50" grpId="0" animBg="1"/>
      <p:bldP spid="6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DF6FFFC9-49F2-3CD6-D071-140F0A00514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DF6FFFC9-49F2-3CD6-D071-140F0A0051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5" name="Google Shape;756;p78">
            <a:extLst>
              <a:ext uri="{FF2B5EF4-FFF2-40B4-BE49-F238E27FC236}">
                <a16:creationId xmlns:a16="http://schemas.microsoft.com/office/drawing/2014/main" id="{85AEDF5F-195E-25A1-6B16-52E51E597DCB}"/>
              </a:ext>
            </a:extLst>
          </p:cNvPr>
          <p:cNvSpPr/>
          <p:nvPr/>
        </p:nvSpPr>
        <p:spPr>
          <a:xfrm>
            <a:off x="9552735" y="5533643"/>
            <a:ext cx="2196643" cy="204379"/>
          </a:xfrm>
          <a:prstGeom prst="roundRect">
            <a:avLst>
              <a:gd name="adj" fmla="val 2965004"/>
            </a:avLst>
          </a:prstGeom>
          <a:solidFill>
            <a:srgbClr val="3C4043"/>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800"/>
              <a:buFont typeface="Calibri"/>
              <a:buNone/>
              <a:tabLst/>
              <a:defRPr/>
            </a:pPr>
            <a:endParaRPr kumimoji="0" sz="1800" b="0" i="0" u="none" strike="noStrike" kern="0" cap="none" spc="0" normalizeH="0" baseline="0" noProof="0">
              <a:ln>
                <a:noFill/>
              </a:ln>
              <a:solidFill>
                <a:srgbClr val="262626"/>
              </a:solidFill>
              <a:effectLst/>
              <a:uLnTx/>
              <a:uFillTx/>
              <a:ea typeface="Arial"/>
              <a:sym typeface="Arial"/>
            </a:endParaRPr>
          </a:p>
        </p:txBody>
      </p:sp>
      <p:cxnSp>
        <p:nvCxnSpPr>
          <p:cNvPr id="146" name="Google Shape;757;p78">
            <a:extLst>
              <a:ext uri="{FF2B5EF4-FFF2-40B4-BE49-F238E27FC236}">
                <a16:creationId xmlns:a16="http://schemas.microsoft.com/office/drawing/2014/main" id="{F0F9DF05-3FA4-9787-7816-B5E9F71C305E}"/>
              </a:ext>
            </a:extLst>
          </p:cNvPr>
          <p:cNvCxnSpPr/>
          <p:nvPr/>
        </p:nvCxnSpPr>
        <p:spPr>
          <a:xfrm>
            <a:off x="1863197" y="1084204"/>
            <a:ext cx="0" cy="5171806"/>
          </a:xfrm>
          <a:prstGeom prst="straightConnector1">
            <a:avLst/>
          </a:prstGeom>
          <a:noFill/>
          <a:ln w="9525" cap="flat" cmpd="sng">
            <a:solidFill>
              <a:srgbClr val="DFE3E6"/>
            </a:solidFill>
            <a:prstDash val="solid"/>
            <a:miter lim="800000"/>
            <a:headEnd type="none" w="sm" len="sm"/>
            <a:tailEnd type="none" w="sm" len="sm"/>
          </a:ln>
        </p:spPr>
      </p:cxnSp>
      <p:cxnSp>
        <p:nvCxnSpPr>
          <p:cNvPr id="147" name="Google Shape;758;p78">
            <a:extLst>
              <a:ext uri="{FF2B5EF4-FFF2-40B4-BE49-F238E27FC236}">
                <a16:creationId xmlns:a16="http://schemas.microsoft.com/office/drawing/2014/main" id="{8C327A83-4DAC-A749-9E9C-CE35B1519132}"/>
              </a:ext>
            </a:extLst>
          </p:cNvPr>
          <p:cNvCxnSpPr/>
          <p:nvPr/>
        </p:nvCxnSpPr>
        <p:spPr>
          <a:xfrm>
            <a:off x="3639823" y="1084204"/>
            <a:ext cx="0" cy="5171806"/>
          </a:xfrm>
          <a:prstGeom prst="straightConnector1">
            <a:avLst/>
          </a:prstGeom>
          <a:noFill/>
          <a:ln w="9525" cap="flat" cmpd="sng">
            <a:solidFill>
              <a:srgbClr val="DFE3E6"/>
            </a:solidFill>
            <a:prstDash val="solid"/>
            <a:miter lim="800000"/>
            <a:headEnd type="none" w="sm" len="sm"/>
            <a:tailEnd type="none" w="sm" len="sm"/>
          </a:ln>
        </p:spPr>
      </p:cxnSp>
      <p:cxnSp>
        <p:nvCxnSpPr>
          <p:cNvPr id="148" name="Google Shape;759;p78">
            <a:extLst>
              <a:ext uri="{FF2B5EF4-FFF2-40B4-BE49-F238E27FC236}">
                <a16:creationId xmlns:a16="http://schemas.microsoft.com/office/drawing/2014/main" id="{5FBE0AB3-9830-2505-E194-2A275BFBEC4A}"/>
              </a:ext>
            </a:extLst>
          </p:cNvPr>
          <p:cNvCxnSpPr/>
          <p:nvPr/>
        </p:nvCxnSpPr>
        <p:spPr>
          <a:xfrm>
            <a:off x="5544070" y="1084204"/>
            <a:ext cx="0" cy="5171806"/>
          </a:xfrm>
          <a:prstGeom prst="straightConnector1">
            <a:avLst/>
          </a:prstGeom>
          <a:noFill/>
          <a:ln w="9525" cap="flat" cmpd="sng">
            <a:solidFill>
              <a:srgbClr val="DFE3E6"/>
            </a:solidFill>
            <a:prstDash val="solid"/>
            <a:miter lim="800000"/>
            <a:headEnd type="none" w="sm" len="sm"/>
            <a:tailEnd type="none" w="sm" len="sm"/>
          </a:ln>
        </p:spPr>
      </p:cxnSp>
      <p:cxnSp>
        <p:nvCxnSpPr>
          <p:cNvPr id="149" name="Google Shape;760;p78">
            <a:extLst>
              <a:ext uri="{FF2B5EF4-FFF2-40B4-BE49-F238E27FC236}">
                <a16:creationId xmlns:a16="http://schemas.microsoft.com/office/drawing/2014/main" id="{01041E05-2974-3507-3E23-918921390AD6}"/>
              </a:ext>
            </a:extLst>
          </p:cNvPr>
          <p:cNvCxnSpPr/>
          <p:nvPr/>
        </p:nvCxnSpPr>
        <p:spPr>
          <a:xfrm>
            <a:off x="7539338" y="1084204"/>
            <a:ext cx="0" cy="5171806"/>
          </a:xfrm>
          <a:prstGeom prst="straightConnector1">
            <a:avLst/>
          </a:prstGeom>
          <a:noFill/>
          <a:ln w="9525" cap="flat" cmpd="sng">
            <a:solidFill>
              <a:srgbClr val="DFE3E6"/>
            </a:solidFill>
            <a:prstDash val="solid"/>
            <a:miter lim="800000"/>
            <a:headEnd type="none" w="sm" len="sm"/>
            <a:tailEnd type="none" w="sm" len="sm"/>
          </a:ln>
        </p:spPr>
      </p:cxnSp>
      <p:sp>
        <p:nvSpPr>
          <p:cNvPr id="150" name="Google Shape;761;p78">
            <a:extLst>
              <a:ext uri="{FF2B5EF4-FFF2-40B4-BE49-F238E27FC236}">
                <a16:creationId xmlns:a16="http://schemas.microsoft.com/office/drawing/2014/main" id="{5FAE0D50-5F78-6080-0329-D543073FF1A1}"/>
              </a:ext>
            </a:extLst>
          </p:cNvPr>
          <p:cNvSpPr/>
          <p:nvPr/>
        </p:nvSpPr>
        <p:spPr>
          <a:xfrm>
            <a:off x="735451" y="1435059"/>
            <a:ext cx="490585" cy="302226"/>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D3EDFE"/>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000000"/>
              </a:solidFill>
              <a:latin typeface="Calibri"/>
              <a:ea typeface="Calibri"/>
              <a:cs typeface="Calibri"/>
              <a:sym typeface="Calibri"/>
            </a:endParaRPr>
          </a:p>
        </p:txBody>
      </p:sp>
      <p:sp>
        <p:nvSpPr>
          <p:cNvPr id="151" name="Google Shape;762;p78">
            <a:extLst>
              <a:ext uri="{FF2B5EF4-FFF2-40B4-BE49-F238E27FC236}">
                <a16:creationId xmlns:a16="http://schemas.microsoft.com/office/drawing/2014/main" id="{05150152-86C6-466D-2FED-C30106D9E404}"/>
              </a:ext>
            </a:extLst>
          </p:cNvPr>
          <p:cNvSpPr/>
          <p:nvPr/>
        </p:nvSpPr>
        <p:spPr>
          <a:xfrm>
            <a:off x="247908" y="2860188"/>
            <a:ext cx="1560649" cy="1428109"/>
          </a:xfrm>
          <a:prstGeom prst="rect">
            <a:avLst/>
          </a:prstGeom>
          <a:noFill/>
          <a:ln>
            <a:noFill/>
          </a:ln>
        </p:spPr>
        <p:txBody>
          <a:bodyPr spcFirstLastPara="1" wrap="square" lIns="91425" tIns="45700" rIns="91425" bIns="45700" anchor="t" anchorCtr="0">
            <a:normAutofit/>
          </a:bodyPr>
          <a:lstStyle/>
          <a:p>
            <a:pPr marL="88900" indent="-69850">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Centralized procurement and established baseline spend visibility across the enterprise.</a:t>
            </a:r>
          </a:p>
        </p:txBody>
      </p:sp>
      <p:sp>
        <p:nvSpPr>
          <p:cNvPr id="152" name="Google Shape;763;p78">
            <a:extLst>
              <a:ext uri="{FF2B5EF4-FFF2-40B4-BE49-F238E27FC236}">
                <a16:creationId xmlns:a16="http://schemas.microsoft.com/office/drawing/2014/main" id="{CF36B634-95D6-71BA-3AE0-813911B2B2DD}"/>
              </a:ext>
            </a:extLst>
          </p:cNvPr>
          <p:cNvSpPr/>
          <p:nvPr/>
        </p:nvSpPr>
        <p:spPr>
          <a:xfrm>
            <a:off x="2432195" y="1392630"/>
            <a:ext cx="633300" cy="389308"/>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000000"/>
              </a:solidFill>
              <a:latin typeface="Calibri"/>
              <a:ea typeface="Calibri"/>
              <a:cs typeface="Calibri"/>
              <a:sym typeface="Calibri"/>
            </a:endParaRPr>
          </a:p>
        </p:txBody>
      </p:sp>
      <p:sp>
        <p:nvSpPr>
          <p:cNvPr id="153" name="Google Shape;764;p78">
            <a:extLst>
              <a:ext uri="{FF2B5EF4-FFF2-40B4-BE49-F238E27FC236}">
                <a16:creationId xmlns:a16="http://schemas.microsoft.com/office/drawing/2014/main" id="{C1C896C3-1A36-6C8A-5314-584B9E76ED9D}"/>
              </a:ext>
            </a:extLst>
          </p:cNvPr>
          <p:cNvSpPr/>
          <p:nvPr/>
        </p:nvSpPr>
        <p:spPr>
          <a:xfrm>
            <a:off x="4175860" y="1332727"/>
            <a:ext cx="829535" cy="512248"/>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7ECAF8"/>
          </a:solidFill>
          <a:ln>
            <a:noFill/>
          </a:ln>
        </p:spPr>
        <p:txBody>
          <a:bodyPr spcFirstLastPara="1" wrap="square" lIns="91425" tIns="45700" rIns="91425" bIns="45700" anchor="ctr" anchorCtr="0">
            <a:noAutofit/>
          </a:bodyPr>
          <a:lstStyle/>
          <a:p>
            <a:pPr algn="ctr">
              <a:buClr>
                <a:srgbClr val="000000"/>
              </a:buClr>
              <a:buFont typeface="Arial"/>
              <a:buNone/>
            </a:pPr>
            <a:endParaRPr sz="1400" kern="0">
              <a:solidFill>
                <a:srgbClr val="FFFFFF"/>
              </a:solidFill>
              <a:ea typeface="Arial"/>
              <a:sym typeface="Arial"/>
            </a:endParaRPr>
          </a:p>
        </p:txBody>
      </p:sp>
      <p:sp>
        <p:nvSpPr>
          <p:cNvPr id="154" name="Google Shape;765;p78">
            <a:extLst>
              <a:ext uri="{FF2B5EF4-FFF2-40B4-BE49-F238E27FC236}">
                <a16:creationId xmlns:a16="http://schemas.microsoft.com/office/drawing/2014/main" id="{ED3F21F3-65F6-063E-3675-B421FAE9923B}"/>
              </a:ext>
            </a:extLst>
          </p:cNvPr>
          <p:cNvSpPr/>
          <p:nvPr/>
        </p:nvSpPr>
        <p:spPr>
          <a:xfrm>
            <a:off x="3681688" y="2860181"/>
            <a:ext cx="1812152" cy="2059479"/>
          </a:xfrm>
          <a:prstGeom prst="rect">
            <a:avLst/>
          </a:prstGeom>
          <a:noFill/>
          <a:ln>
            <a:noFill/>
          </a:ln>
        </p:spPr>
        <p:txBody>
          <a:bodyPr spcFirstLastPara="1" wrap="square" lIns="91425" tIns="45700" rIns="91425" bIns="45700" anchor="t" anchorCtr="0">
            <a:normAutofit/>
          </a:bodyPr>
          <a:lstStyle/>
          <a:p>
            <a:pPr marL="88900" indent="-69850">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Deployed e-sourcing and contract management on a unified platform.</a:t>
            </a:r>
            <a:endParaRPr lang="en-US" sz="1200" kern="0">
              <a:solidFill>
                <a:srgbClr val="000000"/>
              </a:solidFill>
              <a:latin typeface="Arial" panose="020B0604020202020204" pitchFamily="34" charset="0"/>
              <a:ea typeface="Google Sans"/>
              <a:cs typeface="Google Sans"/>
              <a:sym typeface="Google Sans"/>
            </a:endParaRPr>
          </a:p>
        </p:txBody>
      </p:sp>
      <p:sp>
        <p:nvSpPr>
          <p:cNvPr id="155" name="Google Shape;766;p78">
            <a:extLst>
              <a:ext uri="{FF2B5EF4-FFF2-40B4-BE49-F238E27FC236}">
                <a16:creationId xmlns:a16="http://schemas.microsoft.com/office/drawing/2014/main" id="{80B7B485-AE80-E10D-8BA0-66F1831D38BD}"/>
              </a:ext>
            </a:extLst>
          </p:cNvPr>
          <p:cNvSpPr/>
          <p:nvPr/>
        </p:nvSpPr>
        <p:spPr>
          <a:xfrm>
            <a:off x="6047187" y="1281560"/>
            <a:ext cx="990091" cy="614697"/>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4FB7F6"/>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000000"/>
              </a:solidFill>
              <a:latin typeface="Calibri"/>
              <a:ea typeface="Calibri"/>
              <a:cs typeface="Calibri"/>
              <a:sym typeface="Calibri"/>
            </a:endParaRPr>
          </a:p>
        </p:txBody>
      </p:sp>
      <p:sp>
        <p:nvSpPr>
          <p:cNvPr id="156" name="Google Shape;767;p78">
            <a:extLst>
              <a:ext uri="{FF2B5EF4-FFF2-40B4-BE49-F238E27FC236}">
                <a16:creationId xmlns:a16="http://schemas.microsoft.com/office/drawing/2014/main" id="{3F109658-8DF4-4E57-ECF3-9E1C248A4F16}"/>
              </a:ext>
            </a:extLst>
          </p:cNvPr>
          <p:cNvSpPr/>
          <p:nvPr/>
        </p:nvSpPr>
        <p:spPr>
          <a:xfrm>
            <a:off x="8110919" y="1241316"/>
            <a:ext cx="1114966" cy="686412"/>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459FED"/>
          </a:solidFill>
          <a:ln>
            <a:noFill/>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FFFFFF"/>
              </a:solidFill>
              <a:ea typeface="Arial"/>
              <a:sym typeface="Arial"/>
            </a:endParaRPr>
          </a:p>
        </p:txBody>
      </p:sp>
      <p:sp>
        <p:nvSpPr>
          <p:cNvPr id="157" name="Google Shape;768;p78">
            <a:extLst>
              <a:ext uri="{FF2B5EF4-FFF2-40B4-BE49-F238E27FC236}">
                <a16:creationId xmlns:a16="http://schemas.microsoft.com/office/drawing/2014/main" id="{D926476E-02C3-9650-C5DF-37F7AF369EF3}"/>
              </a:ext>
            </a:extLst>
          </p:cNvPr>
          <p:cNvSpPr/>
          <p:nvPr/>
        </p:nvSpPr>
        <p:spPr>
          <a:xfrm>
            <a:off x="7673682" y="2860471"/>
            <a:ext cx="2028062" cy="2010716"/>
          </a:xfrm>
          <a:prstGeom prst="rect">
            <a:avLst/>
          </a:prstGeom>
          <a:noFill/>
          <a:ln>
            <a:noFill/>
          </a:ln>
        </p:spPr>
        <p:txBody>
          <a:bodyPr spcFirstLastPara="1" wrap="square" lIns="0" tIns="45700" rIns="0" bIns="45700" anchor="t" anchorCtr="0">
            <a:normAutofit/>
          </a:bodyPr>
          <a:lstStyle/>
          <a:p>
            <a:pPr>
              <a:buClr>
                <a:srgbClr val="000000"/>
              </a:buClr>
              <a:buFont typeface="Arial"/>
              <a:buNone/>
            </a:pPr>
            <a:r>
              <a:rPr lang="en-US" sz="1200" kern="0">
                <a:solidFill>
                  <a:srgbClr val="262626"/>
                </a:solidFill>
                <a:latin typeface="Arial" panose="020B0604020202020204" pitchFamily="34" charset="0"/>
                <a:ea typeface="Google Sans"/>
                <a:cs typeface="Google Sans"/>
                <a:sym typeface="Google Sans"/>
              </a:rPr>
              <a:t>Introduced AI-driven insights for risk, savings and supplier performance.</a:t>
            </a:r>
            <a:endParaRPr lang="en-US" sz="1200" kern="0">
              <a:solidFill>
                <a:srgbClr val="000000"/>
              </a:solidFill>
              <a:latin typeface="Arial" panose="020B0604020202020204" pitchFamily="34" charset="0"/>
              <a:ea typeface="Google Sans"/>
              <a:cs typeface="Google Sans"/>
              <a:sym typeface="Google Sans"/>
            </a:endParaRPr>
          </a:p>
        </p:txBody>
      </p:sp>
      <p:grpSp>
        <p:nvGrpSpPr>
          <p:cNvPr id="158" name="Google Shape;769;p78">
            <a:extLst>
              <a:ext uri="{FF2B5EF4-FFF2-40B4-BE49-F238E27FC236}">
                <a16:creationId xmlns:a16="http://schemas.microsoft.com/office/drawing/2014/main" id="{9BE4EB92-C4CF-BDDB-0D34-477393C43FBD}"/>
              </a:ext>
            </a:extLst>
          </p:cNvPr>
          <p:cNvGrpSpPr/>
          <p:nvPr/>
        </p:nvGrpSpPr>
        <p:grpSpPr>
          <a:xfrm>
            <a:off x="448292" y="2147236"/>
            <a:ext cx="1067392" cy="516962"/>
            <a:chOff x="672462" y="2019386"/>
            <a:chExt cx="1308000" cy="542100"/>
          </a:xfrm>
        </p:grpSpPr>
        <p:sp>
          <p:nvSpPr>
            <p:cNvPr id="159" name="Google Shape;770;p78">
              <a:extLst>
                <a:ext uri="{FF2B5EF4-FFF2-40B4-BE49-F238E27FC236}">
                  <a16:creationId xmlns:a16="http://schemas.microsoft.com/office/drawing/2014/main" id="{45426B27-78D3-B305-0090-9E8E4EE4DBDE}"/>
                </a:ext>
              </a:extLst>
            </p:cNvPr>
            <p:cNvSpPr/>
            <p:nvPr/>
          </p:nvSpPr>
          <p:spPr>
            <a:xfrm>
              <a:off x="672462" y="2019386"/>
              <a:ext cx="1308000" cy="542100"/>
            </a:xfrm>
            <a:prstGeom prst="roundRect">
              <a:avLst>
                <a:gd name="adj" fmla="val 13391"/>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160" name="Google Shape;771;p78">
              <a:extLst>
                <a:ext uri="{FF2B5EF4-FFF2-40B4-BE49-F238E27FC236}">
                  <a16:creationId xmlns:a16="http://schemas.microsoft.com/office/drawing/2014/main" id="{C8AE7DEB-96C8-13E4-91CE-87A7E760AE5D}"/>
                </a:ext>
              </a:extLst>
            </p:cNvPr>
            <p:cNvSpPr txBox="1"/>
            <p:nvPr/>
          </p:nvSpPr>
          <p:spPr>
            <a:xfrm>
              <a:off x="748663" y="2061522"/>
              <a:ext cx="1167300" cy="451798"/>
            </a:xfrm>
            <a:prstGeom prst="rect">
              <a:avLst/>
            </a:prstGeom>
            <a:noFill/>
            <a:ln>
              <a:noFill/>
            </a:ln>
          </p:spPr>
          <p:txBody>
            <a:bodyPr spcFirstLastPara="1" wrap="square" lIns="91425" tIns="45700" rIns="91425" bIns="45700" anchor="t" anchorCtr="0">
              <a:normAutofit/>
            </a:bodyPr>
            <a:lstStyle/>
            <a:p>
              <a:pPr algn="ctr">
                <a:buClr>
                  <a:srgbClr val="459FED"/>
                </a:buClr>
                <a:buSzPts val="1200"/>
                <a:buFont typeface="Arial"/>
                <a:buNone/>
              </a:pPr>
              <a:r>
                <a:rPr lang="en-US" sz="1100" b="1" i="1" kern="0">
                  <a:solidFill>
                    <a:srgbClr val="459FED"/>
                  </a:solidFill>
                  <a:latin typeface="+mj-lt"/>
                  <a:ea typeface="Google Sans"/>
                  <a:cs typeface="Google Sans"/>
                  <a:sym typeface="Google Sans"/>
                </a:rPr>
                <a:t>Foundation</a:t>
              </a:r>
              <a:endParaRPr sz="1100" kern="0">
                <a:solidFill>
                  <a:srgbClr val="000000"/>
                </a:solidFill>
                <a:latin typeface="+mj-lt"/>
                <a:ea typeface="Google Sans"/>
                <a:cs typeface="Google Sans"/>
                <a:sym typeface="Google Sans"/>
              </a:endParaRPr>
            </a:p>
          </p:txBody>
        </p:sp>
      </p:grpSp>
      <p:grpSp>
        <p:nvGrpSpPr>
          <p:cNvPr id="161" name="Google Shape;772;p78">
            <a:extLst>
              <a:ext uri="{FF2B5EF4-FFF2-40B4-BE49-F238E27FC236}">
                <a16:creationId xmlns:a16="http://schemas.microsoft.com/office/drawing/2014/main" id="{391896B1-3C0B-4BC0-1981-9174598A6A30}"/>
              </a:ext>
            </a:extLst>
          </p:cNvPr>
          <p:cNvGrpSpPr/>
          <p:nvPr/>
        </p:nvGrpSpPr>
        <p:grpSpPr>
          <a:xfrm>
            <a:off x="2135683" y="2147236"/>
            <a:ext cx="1216974" cy="516962"/>
            <a:chOff x="2652803" y="2019386"/>
            <a:chExt cx="1491300" cy="542100"/>
          </a:xfrm>
        </p:grpSpPr>
        <p:sp>
          <p:nvSpPr>
            <p:cNvPr id="162" name="Google Shape;773;p78">
              <a:extLst>
                <a:ext uri="{FF2B5EF4-FFF2-40B4-BE49-F238E27FC236}">
                  <a16:creationId xmlns:a16="http://schemas.microsoft.com/office/drawing/2014/main" id="{7ADE8CA2-4BFB-F936-C2AE-F07C138E9A6E}"/>
                </a:ext>
              </a:extLst>
            </p:cNvPr>
            <p:cNvSpPr/>
            <p:nvPr/>
          </p:nvSpPr>
          <p:spPr>
            <a:xfrm>
              <a:off x="2713049" y="2019386"/>
              <a:ext cx="1378500" cy="542100"/>
            </a:xfrm>
            <a:prstGeom prst="roundRect">
              <a:avLst>
                <a:gd name="adj" fmla="val 13391"/>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163" name="Google Shape;774;p78">
              <a:extLst>
                <a:ext uri="{FF2B5EF4-FFF2-40B4-BE49-F238E27FC236}">
                  <a16:creationId xmlns:a16="http://schemas.microsoft.com/office/drawing/2014/main" id="{E842DA30-CFB1-0EB9-F2C2-EC3BE270D529}"/>
                </a:ext>
              </a:extLst>
            </p:cNvPr>
            <p:cNvSpPr txBox="1"/>
            <p:nvPr/>
          </p:nvSpPr>
          <p:spPr>
            <a:xfrm>
              <a:off x="2652803" y="2059845"/>
              <a:ext cx="1491300" cy="451798"/>
            </a:xfrm>
            <a:prstGeom prst="rect">
              <a:avLst/>
            </a:prstGeom>
            <a:noFill/>
            <a:ln>
              <a:noFill/>
            </a:ln>
          </p:spPr>
          <p:txBody>
            <a:bodyPr spcFirstLastPara="1" wrap="square" lIns="91425" tIns="45700" rIns="91425" bIns="45700" anchor="t" anchorCtr="0">
              <a:normAutofit/>
            </a:bodyPr>
            <a:lstStyle/>
            <a:p>
              <a:pPr algn="ctr"/>
              <a:r>
                <a:rPr lang="en-US" sz="1100" b="1" i="1" kern="0">
                  <a:solidFill>
                    <a:srgbClr val="459FED"/>
                  </a:solidFill>
                  <a:latin typeface="+mj-lt"/>
                  <a:sym typeface="Google Sans"/>
                </a:rPr>
                <a:t>Standardization</a:t>
              </a:r>
            </a:p>
          </p:txBody>
        </p:sp>
      </p:grpSp>
      <p:grpSp>
        <p:nvGrpSpPr>
          <p:cNvPr id="164" name="Google Shape;775;p78">
            <a:extLst>
              <a:ext uri="{FF2B5EF4-FFF2-40B4-BE49-F238E27FC236}">
                <a16:creationId xmlns:a16="http://schemas.microsoft.com/office/drawing/2014/main" id="{EF97BDD7-1063-8D2C-F919-03690F570775}"/>
              </a:ext>
            </a:extLst>
          </p:cNvPr>
          <p:cNvGrpSpPr/>
          <p:nvPr/>
        </p:nvGrpSpPr>
        <p:grpSpPr>
          <a:xfrm>
            <a:off x="3837478" y="2126059"/>
            <a:ext cx="1500468" cy="600124"/>
            <a:chOff x="4732234" y="1997196"/>
            <a:chExt cx="1838700" cy="629311"/>
          </a:xfrm>
        </p:grpSpPr>
        <p:sp>
          <p:nvSpPr>
            <p:cNvPr id="165" name="Google Shape;776;p78">
              <a:extLst>
                <a:ext uri="{FF2B5EF4-FFF2-40B4-BE49-F238E27FC236}">
                  <a16:creationId xmlns:a16="http://schemas.microsoft.com/office/drawing/2014/main" id="{1B7E6023-289B-5D54-E32D-CC219B1AD08C}"/>
                </a:ext>
              </a:extLst>
            </p:cNvPr>
            <p:cNvSpPr/>
            <p:nvPr/>
          </p:nvSpPr>
          <p:spPr>
            <a:xfrm>
              <a:off x="4732234" y="2019386"/>
              <a:ext cx="1838700" cy="542100"/>
            </a:xfrm>
            <a:prstGeom prst="roundRect">
              <a:avLst>
                <a:gd name="adj" fmla="val 11673"/>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166" name="Google Shape;777;p78">
              <a:extLst>
                <a:ext uri="{FF2B5EF4-FFF2-40B4-BE49-F238E27FC236}">
                  <a16:creationId xmlns:a16="http://schemas.microsoft.com/office/drawing/2014/main" id="{E5433ADB-F051-C3FF-067D-6BF457335C53}"/>
                </a:ext>
              </a:extLst>
            </p:cNvPr>
            <p:cNvSpPr txBox="1"/>
            <p:nvPr/>
          </p:nvSpPr>
          <p:spPr>
            <a:xfrm>
              <a:off x="4822745" y="1997196"/>
              <a:ext cx="1659600" cy="629311"/>
            </a:xfrm>
            <a:prstGeom prst="rect">
              <a:avLst/>
            </a:prstGeom>
            <a:noFill/>
            <a:ln>
              <a:noFill/>
            </a:ln>
          </p:spPr>
          <p:txBody>
            <a:bodyPr spcFirstLastPara="1" wrap="square" lIns="91425" tIns="45700" rIns="91425" bIns="45700" anchor="t" anchorCtr="0">
              <a:normAutofit/>
            </a:bodyPr>
            <a:lstStyle/>
            <a:p>
              <a:pPr algn="ctr">
                <a:buClr>
                  <a:srgbClr val="459FED"/>
                </a:buClr>
                <a:buSzPts val="1200"/>
                <a:buFont typeface="Arial"/>
                <a:buNone/>
              </a:pPr>
              <a:r>
                <a:rPr lang="en-US" sz="1100" b="1" i="1" kern="0">
                  <a:solidFill>
                    <a:srgbClr val="459FED"/>
                  </a:solidFill>
                  <a:latin typeface="+mj-lt"/>
                  <a:ea typeface="Google Sans"/>
                  <a:cs typeface="Google Sans"/>
                  <a:sym typeface="Google Sans"/>
                </a:rPr>
                <a:t>Digitization</a:t>
              </a:r>
              <a:endParaRPr sz="1100" kern="0">
                <a:solidFill>
                  <a:srgbClr val="000000"/>
                </a:solidFill>
                <a:latin typeface="+mj-lt"/>
                <a:ea typeface="Google Sans"/>
                <a:cs typeface="Google Sans"/>
                <a:sym typeface="Google Sans"/>
              </a:endParaRPr>
            </a:p>
          </p:txBody>
        </p:sp>
      </p:grpSp>
      <p:grpSp>
        <p:nvGrpSpPr>
          <p:cNvPr id="167" name="Google Shape;778;p78">
            <a:extLst>
              <a:ext uri="{FF2B5EF4-FFF2-40B4-BE49-F238E27FC236}">
                <a16:creationId xmlns:a16="http://schemas.microsoft.com/office/drawing/2014/main" id="{43F27C51-CD3B-CD53-9FD5-74F95EC05EA4}"/>
              </a:ext>
            </a:extLst>
          </p:cNvPr>
          <p:cNvGrpSpPr/>
          <p:nvPr/>
        </p:nvGrpSpPr>
        <p:grpSpPr>
          <a:xfrm>
            <a:off x="5796587" y="2147235"/>
            <a:ext cx="1490187" cy="575604"/>
            <a:chOff x="7168655" y="2019386"/>
            <a:chExt cx="1826100" cy="603594"/>
          </a:xfrm>
        </p:grpSpPr>
        <p:sp>
          <p:nvSpPr>
            <p:cNvPr id="168" name="Google Shape;779;p78">
              <a:extLst>
                <a:ext uri="{FF2B5EF4-FFF2-40B4-BE49-F238E27FC236}">
                  <a16:creationId xmlns:a16="http://schemas.microsoft.com/office/drawing/2014/main" id="{2A44775A-5FD2-5F25-0636-60B0DBA83646}"/>
                </a:ext>
              </a:extLst>
            </p:cNvPr>
            <p:cNvSpPr/>
            <p:nvPr/>
          </p:nvSpPr>
          <p:spPr>
            <a:xfrm>
              <a:off x="7168655" y="2019386"/>
              <a:ext cx="1826100" cy="542100"/>
            </a:xfrm>
            <a:prstGeom prst="roundRect">
              <a:avLst>
                <a:gd name="adj" fmla="val 11329"/>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169" name="Google Shape;780;p78">
              <a:extLst>
                <a:ext uri="{FF2B5EF4-FFF2-40B4-BE49-F238E27FC236}">
                  <a16:creationId xmlns:a16="http://schemas.microsoft.com/office/drawing/2014/main" id="{F89BC1CB-9829-ABDD-2729-AA0F15EC1F15}"/>
                </a:ext>
              </a:extLst>
            </p:cNvPr>
            <p:cNvSpPr txBox="1"/>
            <p:nvPr/>
          </p:nvSpPr>
          <p:spPr>
            <a:xfrm>
              <a:off x="7304048" y="2171182"/>
              <a:ext cx="1555200" cy="451798"/>
            </a:xfrm>
            <a:prstGeom prst="rect">
              <a:avLst/>
            </a:prstGeom>
            <a:noFill/>
            <a:ln>
              <a:noFill/>
            </a:ln>
          </p:spPr>
          <p:txBody>
            <a:bodyPr spcFirstLastPara="1" wrap="square" lIns="91425" tIns="45700" rIns="91425" bIns="45700" anchor="t" anchorCtr="0">
              <a:normAutofit/>
            </a:bodyPr>
            <a:lstStyle/>
            <a:p>
              <a:pPr algn="ctr">
                <a:buClr>
                  <a:srgbClr val="459FED"/>
                </a:buClr>
                <a:buSzPts val="1200"/>
                <a:buFont typeface="Arial"/>
                <a:buNone/>
              </a:pPr>
              <a:r>
                <a:rPr lang="en-US" sz="1100" b="1" i="1" kern="0">
                  <a:solidFill>
                    <a:srgbClr val="459FED"/>
                  </a:solidFill>
                  <a:latin typeface="+mj-lt"/>
                  <a:ea typeface="Google Sans"/>
                  <a:cs typeface="Google Sans"/>
                  <a:sym typeface="Google Sans"/>
                </a:rPr>
                <a:t>Optimization</a:t>
              </a:r>
              <a:endParaRPr sz="1100" kern="0">
                <a:solidFill>
                  <a:srgbClr val="000000"/>
                </a:solidFill>
                <a:latin typeface="+mj-lt"/>
                <a:ea typeface="Google Sans"/>
                <a:cs typeface="Google Sans"/>
                <a:sym typeface="Google Sans"/>
              </a:endParaRPr>
            </a:p>
          </p:txBody>
        </p:sp>
      </p:grpSp>
      <p:grpSp>
        <p:nvGrpSpPr>
          <p:cNvPr id="170" name="Google Shape;781;p78">
            <a:extLst>
              <a:ext uri="{FF2B5EF4-FFF2-40B4-BE49-F238E27FC236}">
                <a16:creationId xmlns:a16="http://schemas.microsoft.com/office/drawing/2014/main" id="{95E11B28-0861-76CA-6AFB-B6B71F558E8A}"/>
              </a:ext>
            </a:extLst>
          </p:cNvPr>
          <p:cNvGrpSpPr/>
          <p:nvPr/>
        </p:nvGrpSpPr>
        <p:grpSpPr>
          <a:xfrm>
            <a:off x="7780264" y="2147233"/>
            <a:ext cx="1780291" cy="516960"/>
            <a:chOff x="9626460" y="2019386"/>
            <a:chExt cx="2181600" cy="542100"/>
          </a:xfrm>
        </p:grpSpPr>
        <p:sp>
          <p:nvSpPr>
            <p:cNvPr id="171" name="Google Shape;782;p78">
              <a:extLst>
                <a:ext uri="{FF2B5EF4-FFF2-40B4-BE49-F238E27FC236}">
                  <a16:creationId xmlns:a16="http://schemas.microsoft.com/office/drawing/2014/main" id="{B94CB1F5-B336-686D-7D0E-0FFD5DD33F74}"/>
                </a:ext>
              </a:extLst>
            </p:cNvPr>
            <p:cNvSpPr/>
            <p:nvPr/>
          </p:nvSpPr>
          <p:spPr>
            <a:xfrm>
              <a:off x="9626460" y="2019386"/>
              <a:ext cx="2181600" cy="542100"/>
            </a:xfrm>
            <a:prstGeom prst="roundRect">
              <a:avLst>
                <a:gd name="adj" fmla="val 13391"/>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172" name="Google Shape;783;p78">
              <a:extLst>
                <a:ext uri="{FF2B5EF4-FFF2-40B4-BE49-F238E27FC236}">
                  <a16:creationId xmlns:a16="http://schemas.microsoft.com/office/drawing/2014/main" id="{6A568FBD-0891-07FF-E79F-E86488BA4D9D}"/>
                </a:ext>
              </a:extLst>
            </p:cNvPr>
            <p:cNvSpPr txBox="1"/>
            <p:nvPr/>
          </p:nvSpPr>
          <p:spPr>
            <a:xfrm>
              <a:off x="9814339" y="2060972"/>
              <a:ext cx="1805699" cy="451798"/>
            </a:xfrm>
            <a:prstGeom prst="rect">
              <a:avLst/>
            </a:prstGeom>
            <a:noFill/>
            <a:ln>
              <a:noFill/>
            </a:ln>
          </p:spPr>
          <p:txBody>
            <a:bodyPr spcFirstLastPara="1" wrap="square" lIns="91425" tIns="45700" rIns="91425" bIns="45700" anchor="t" anchorCtr="0">
              <a:normAutofit/>
            </a:bodyPr>
            <a:lstStyle/>
            <a:p>
              <a:pPr algn="ctr">
                <a:buClr>
                  <a:srgbClr val="459FED"/>
                </a:buClr>
                <a:buSzPts val="1200"/>
                <a:buFont typeface="Arial"/>
                <a:buNone/>
              </a:pPr>
              <a:r>
                <a:rPr lang="en-US" sz="1100" b="1" i="1" kern="0">
                  <a:solidFill>
                    <a:srgbClr val="459FED"/>
                  </a:solidFill>
                  <a:latin typeface="+mj-lt"/>
                  <a:ea typeface="Google Sans"/>
                  <a:cs typeface="Google Sans"/>
                  <a:sym typeface="Google Sans"/>
                </a:rPr>
                <a:t>Intelligence</a:t>
              </a:r>
              <a:endParaRPr sz="1100" kern="0">
                <a:solidFill>
                  <a:srgbClr val="000000"/>
                </a:solidFill>
                <a:latin typeface="+mj-lt"/>
                <a:ea typeface="Google Sans"/>
                <a:cs typeface="Google Sans"/>
                <a:sym typeface="Google Sans"/>
              </a:endParaRPr>
            </a:p>
          </p:txBody>
        </p:sp>
      </p:grpSp>
      <p:sp>
        <p:nvSpPr>
          <p:cNvPr id="173" name="Google Shape;784;p78">
            <a:extLst>
              <a:ext uri="{FF2B5EF4-FFF2-40B4-BE49-F238E27FC236}">
                <a16:creationId xmlns:a16="http://schemas.microsoft.com/office/drawing/2014/main" id="{11EF5FB8-7449-EEFB-3E74-2C8F228BEAB6}"/>
              </a:ext>
            </a:extLst>
          </p:cNvPr>
          <p:cNvSpPr/>
          <p:nvPr/>
        </p:nvSpPr>
        <p:spPr>
          <a:xfrm>
            <a:off x="3974793" y="5533778"/>
            <a:ext cx="209422" cy="203568"/>
          </a:xfrm>
          <a:custGeom>
            <a:avLst/>
            <a:gdLst/>
            <a:ahLst/>
            <a:cxnLst/>
            <a:rect l="l" t="t" r="r" b="b"/>
            <a:pathLst>
              <a:path w="256998" h="214165" extrusionOk="0">
                <a:moveTo>
                  <a:pt x="236153" y="153913"/>
                </a:moveTo>
                <a:cubicBezTo>
                  <a:pt x="236296" y="153770"/>
                  <a:pt x="236296" y="153770"/>
                  <a:pt x="236296" y="153628"/>
                </a:cubicBezTo>
                <a:cubicBezTo>
                  <a:pt x="260567" y="129070"/>
                  <a:pt x="260567" y="89378"/>
                  <a:pt x="236153" y="64963"/>
                </a:cubicBezTo>
                <a:cubicBezTo>
                  <a:pt x="236153" y="64963"/>
                  <a:pt x="236153" y="64963"/>
                  <a:pt x="236010" y="64963"/>
                </a:cubicBezTo>
                <a:lnTo>
                  <a:pt x="181755" y="10708"/>
                </a:lnTo>
                <a:lnTo>
                  <a:pt x="109510" y="10708"/>
                </a:lnTo>
                <a:cubicBezTo>
                  <a:pt x="54969" y="10708"/>
                  <a:pt x="10708" y="54969"/>
                  <a:pt x="10708" y="109510"/>
                </a:cubicBezTo>
                <a:cubicBezTo>
                  <a:pt x="10708" y="164050"/>
                  <a:pt x="54969" y="208311"/>
                  <a:pt x="109510" y="208311"/>
                </a:cubicBezTo>
                <a:lnTo>
                  <a:pt x="181755" y="208311"/>
                </a:lnTo>
                <a:lnTo>
                  <a:pt x="235867" y="154199"/>
                </a:lnTo>
                <a:cubicBezTo>
                  <a:pt x="236010" y="153913"/>
                  <a:pt x="236010" y="153913"/>
                  <a:pt x="236153" y="153913"/>
                </a:cubicBezTo>
                <a:close/>
              </a:path>
            </a:pathLst>
          </a:custGeom>
          <a:solidFill>
            <a:srgbClr val="66737C"/>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174" name="Google Shape;785;p78">
            <a:extLst>
              <a:ext uri="{FF2B5EF4-FFF2-40B4-BE49-F238E27FC236}">
                <a16:creationId xmlns:a16="http://schemas.microsoft.com/office/drawing/2014/main" id="{F2314FBA-4C35-7185-4D73-80BC4E190A5C}"/>
              </a:ext>
            </a:extLst>
          </p:cNvPr>
          <p:cNvSpPr/>
          <p:nvPr/>
        </p:nvSpPr>
        <p:spPr>
          <a:xfrm>
            <a:off x="2612131" y="5533778"/>
            <a:ext cx="209422" cy="203568"/>
          </a:xfrm>
          <a:custGeom>
            <a:avLst/>
            <a:gdLst/>
            <a:ahLst/>
            <a:cxnLst/>
            <a:rect l="l" t="t" r="r" b="b"/>
            <a:pathLst>
              <a:path w="256998" h="214165" extrusionOk="0">
                <a:moveTo>
                  <a:pt x="236153" y="153913"/>
                </a:moveTo>
                <a:cubicBezTo>
                  <a:pt x="236295" y="153770"/>
                  <a:pt x="236295" y="153770"/>
                  <a:pt x="236295" y="153628"/>
                </a:cubicBezTo>
                <a:cubicBezTo>
                  <a:pt x="260567" y="129070"/>
                  <a:pt x="260567" y="89378"/>
                  <a:pt x="236153" y="64963"/>
                </a:cubicBezTo>
                <a:cubicBezTo>
                  <a:pt x="236153" y="64963"/>
                  <a:pt x="236153" y="64963"/>
                  <a:pt x="236010" y="64963"/>
                </a:cubicBezTo>
                <a:lnTo>
                  <a:pt x="181755" y="10708"/>
                </a:lnTo>
                <a:lnTo>
                  <a:pt x="109510" y="10708"/>
                </a:lnTo>
                <a:cubicBezTo>
                  <a:pt x="54969" y="10708"/>
                  <a:pt x="10708" y="54969"/>
                  <a:pt x="10708" y="109510"/>
                </a:cubicBezTo>
                <a:cubicBezTo>
                  <a:pt x="10708" y="164050"/>
                  <a:pt x="54969" y="208311"/>
                  <a:pt x="109510" y="208311"/>
                </a:cubicBezTo>
                <a:lnTo>
                  <a:pt x="181755" y="208311"/>
                </a:lnTo>
                <a:lnTo>
                  <a:pt x="235867" y="154199"/>
                </a:lnTo>
                <a:cubicBezTo>
                  <a:pt x="236010" y="153913"/>
                  <a:pt x="236153" y="153913"/>
                  <a:pt x="236153" y="153913"/>
                </a:cubicBezTo>
                <a:close/>
              </a:path>
            </a:pathLst>
          </a:custGeom>
          <a:solidFill>
            <a:srgbClr val="87949D"/>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175" name="Google Shape;786;p78">
            <a:extLst>
              <a:ext uri="{FF2B5EF4-FFF2-40B4-BE49-F238E27FC236}">
                <a16:creationId xmlns:a16="http://schemas.microsoft.com/office/drawing/2014/main" id="{39789AF9-4600-398B-3ADF-4D22D8360F44}"/>
              </a:ext>
            </a:extLst>
          </p:cNvPr>
          <p:cNvSpPr/>
          <p:nvPr/>
        </p:nvSpPr>
        <p:spPr>
          <a:xfrm>
            <a:off x="7331335" y="5533651"/>
            <a:ext cx="2429372" cy="204379"/>
          </a:xfrm>
          <a:prstGeom prst="roundRect">
            <a:avLst>
              <a:gd name="adj" fmla="val 2965004"/>
            </a:avLst>
          </a:prstGeom>
          <a:solidFill>
            <a:srgbClr val="43515C"/>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176" name="Google Shape;787;p78">
            <a:extLst>
              <a:ext uri="{FF2B5EF4-FFF2-40B4-BE49-F238E27FC236}">
                <a16:creationId xmlns:a16="http://schemas.microsoft.com/office/drawing/2014/main" id="{0452EF4F-0272-48DA-DE76-F7C53741189D}"/>
              </a:ext>
            </a:extLst>
          </p:cNvPr>
          <p:cNvSpPr/>
          <p:nvPr/>
        </p:nvSpPr>
        <p:spPr>
          <a:xfrm>
            <a:off x="3575090" y="5533643"/>
            <a:ext cx="2028062" cy="204379"/>
          </a:xfrm>
          <a:prstGeom prst="roundRect">
            <a:avLst>
              <a:gd name="adj" fmla="val 2965004"/>
            </a:avLst>
          </a:prstGeom>
          <a:solidFill>
            <a:srgbClr val="87949D"/>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177" name="Google Shape;788;p78">
            <a:extLst>
              <a:ext uri="{FF2B5EF4-FFF2-40B4-BE49-F238E27FC236}">
                <a16:creationId xmlns:a16="http://schemas.microsoft.com/office/drawing/2014/main" id="{A5A0302E-1C6B-AB7B-630B-4AAD8F3AC9DC}"/>
              </a:ext>
            </a:extLst>
          </p:cNvPr>
          <p:cNvSpPr/>
          <p:nvPr/>
        </p:nvSpPr>
        <p:spPr>
          <a:xfrm>
            <a:off x="1781310" y="5533643"/>
            <a:ext cx="1880993" cy="204379"/>
          </a:xfrm>
          <a:prstGeom prst="roundRect">
            <a:avLst>
              <a:gd name="adj" fmla="val 2965004"/>
            </a:avLst>
          </a:prstGeom>
          <a:solidFill>
            <a:srgbClr val="A2ABB0"/>
          </a:solidFill>
          <a:ln>
            <a:noFill/>
          </a:ln>
          <a:effectLst>
            <a:outerShdw blurRad="190500" dist="38100" dir="5400000" algn="ctr" rotWithShape="0">
              <a:srgbClr val="66737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178" name="Google Shape;789;p78">
            <a:extLst>
              <a:ext uri="{FF2B5EF4-FFF2-40B4-BE49-F238E27FC236}">
                <a16:creationId xmlns:a16="http://schemas.microsoft.com/office/drawing/2014/main" id="{2F1F7297-5638-13F8-C252-06480B5D19A9}"/>
              </a:ext>
            </a:extLst>
          </p:cNvPr>
          <p:cNvSpPr/>
          <p:nvPr/>
        </p:nvSpPr>
        <p:spPr>
          <a:xfrm>
            <a:off x="324186" y="5533643"/>
            <a:ext cx="1615018" cy="204379"/>
          </a:xfrm>
          <a:prstGeom prst="roundRect">
            <a:avLst>
              <a:gd name="adj" fmla="val 2965004"/>
            </a:avLst>
          </a:prstGeom>
          <a:solidFill>
            <a:srgbClr val="C0C6CA"/>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179" name="Google Shape;790;p78">
            <a:extLst>
              <a:ext uri="{FF2B5EF4-FFF2-40B4-BE49-F238E27FC236}">
                <a16:creationId xmlns:a16="http://schemas.microsoft.com/office/drawing/2014/main" id="{DDC62CFE-008B-8E05-C6B8-AFCABF2294BF}"/>
              </a:ext>
            </a:extLst>
          </p:cNvPr>
          <p:cNvSpPr/>
          <p:nvPr/>
        </p:nvSpPr>
        <p:spPr>
          <a:xfrm>
            <a:off x="2641492" y="5568088"/>
            <a:ext cx="116345" cy="135711"/>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187" name="Google Shape;798;p78">
            <a:extLst>
              <a:ext uri="{FF2B5EF4-FFF2-40B4-BE49-F238E27FC236}">
                <a16:creationId xmlns:a16="http://schemas.microsoft.com/office/drawing/2014/main" id="{97E544E4-8568-EF41-7741-9112CC03BD99}"/>
              </a:ext>
            </a:extLst>
          </p:cNvPr>
          <p:cNvSpPr/>
          <p:nvPr/>
        </p:nvSpPr>
        <p:spPr>
          <a:xfrm>
            <a:off x="2250280" y="6123681"/>
            <a:ext cx="993457"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rm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2014-15</a:t>
            </a:r>
            <a:endParaRPr lang="en-US" sz="1200" kern="0">
              <a:solidFill>
                <a:srgbClr val="000000"/>
              </a:solidFill>
              <a:latin typeface="Arial" panose="020B0604020202020204" pitchFamily="34" charset="0"/>
              <a:ea typeface="Google Sans"/>
              <a:cs typeface="Google Sans"/>
              <a:sym typeface="Google Sans"/>
            </a:endParaRPr>
          </a:p>
        </p:txBody>
      </p:sp>
      <p:sp>
        <p:nvSpPr>
          <p:cNvPr id="195" name="Google Shape;806;p78">
            <a:extLst>
              <a:ext uri="{FF2B5EF4-FFF2-40B4-BE49-F238E27FC236}">
                <a16:creationId xmlns:a16="http://schemas.microsoft.com/office/drawing/2014/main" id="{C3CA6C0C-532B-869B-8592-599D0BEBA220}"/>
              </a:ext>
            </a:extLst>
          </p:cNvPr>
          <p:cNvSpPr/>
          <p:nvPr/>
        </p:nvSpPr>
        <p:spPr>
          <a:xfrm>
            <a:off x="4094803" y="6123681"/>
            <a:ext cx="986143"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rm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2016-18</a:t>
            </a:r>
            <a:endParaRPr lang="en-US" sz="1200" kern="0">
              <a:solidFill>
                <a:srgbClr val="000000"/>
              </a:solidFill>
              <a:latin typeface="Arial" panose="020B0604020202020204" pitchFamily="34" charset="0"/>
              <a:ea typeface="Google Sans"/>
              <a:cs typeface="Google Sans"/>
              <a:sym typeface="Google Sans"/>
            </a:endParaRPr>
          </a:p>
        </p:txBody>
      </p:sp>
      <p:sp>
        <p:nvSpPr>
          <p:cNvPr id="196" name="Google Shape;807;p78">
            <a:extLst>
              <a:ext uri="{FF2B5EF4-FFF2-40B4-BE49-F238E27FC236}">
                <a16:creationId xmlns:a16="http://schemas.microsoft.com/office/drawing/2014/main" id="{25903F75-8F64-FEDD-126D-662E7B7C58F8}"/>
              </a:ext>
            </a:extLst>
          </p:cNvPr>
          <p:cNvSpPr/>
          <p:nvPr/>
        </p:nvSpPr>
        <p:spPr>
          <a:xfrm>
            <a:off x="5510110" y="5533643"/>
            <a:ext cx="2114504" cy="204379"/>
          </a:xfrm>
          <a:prstGeom prst="roundRect">
            <a:avLst>
              <a:gd name="adj" fmla="val 2965004"/>
            </a:avLst>
          </a:prstGeom>
          <a:solidFill>
            <a:srgbClr val="66737C"/>
          </a:solidFill>
          <a:ln>
            <a:noFill/>
          </a:ln>
          <a:effectLst>
            <a:outerShdw blurRad="190500" dist="38100" dir="5400000" algn="ctr" rotWithShape="0">
              <a:srgbClr val="43515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204" name="Google Shape;815;p78">
            <a:extLst>
              <a:ext uri="{FF2B5EF4-FFF2-40B4-BE49-F238E27FC236}">
                <a16:creationId xmlns:a16="http://schemas.microsoft.com/office/drawing/2014/main" id="{5CF505D0-1DFF-878C-2CF4-DC2D3CCBBE52}"/>
              </a:ext>
            </a:extLst>
          </p:cNvPr>
          <p:cNvSpPr/>
          <p:nvPr/>
        </p:nvSpPr>
        <p:spPr>
          <a:xfrm>
            <a:off x="6049197" y="6123681"/>
            <a:ext cx="985282"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rm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2019-20</a:t>
            </a:r>
            <a:endParaRPr lang="en-US" sz="1200" kern="0">
              <a:solidFill>
                <a:srgbClr val="000000"/>
              </a:solidFill>
              <a:latin typeface="Arial" panose="020B0604020202020204" pitchFamily="34" charset="0"/>
              <a:ea typeface="Google Sans"/>
              <a:cs typeface="Google Sans"/>
              <a:sym typeface="Google Sans"/>
            </a:endParaRPr>
          </a:p>
        </p:txBody>
      </p:sp>
      <p:sp>
        <p:nvSpPr>
          <p:cNvPr id="212" name="Google Shape;823;p78">
            <a:extLst>
              <a:ext uri="{FF2B5EF4-FFF2-40B4-BE49-F238E27FC236}">
                <a16:creationId xmlns:a16="http://schemas.microsoft.com/office/drawing/2014/main" id="{91E7338D-7A90-A3B1-1430-F5DC759AA8EA}"/>
              </a:ext>
            </a:extLst>
          </p:cNvPr>
          <p:cNvSpPr/>
          <p:nvPr/>
        </p:nvSpPr>
        <p:spPr>
          <a:xfrm>
            <a:off x="8072256" y="6123681"/>
            <a:ext cx="1196498"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rm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2021-22</a:t>
            </a:r>
            <a:endParaRPr lang="en-US" sz="1200" kern="0">
              <a:solidFill>
                <a:srgbClr val="000000"/>
              </a:solidFill>
              <a:latin typeface="Arial" panose="020B0604020202020204" pitchFamily="34" charset="0"/>
              <a:ea typeface="Google Sans"/>
              <a:cs typeface="Google Sans"/>
              <a:sym typeface="Google Sans"/>
            </a:endParaRPr>
          </a:p>
        </p:txBody>
      </p:sp>
      <p:grpSp>
        <p:nvGrpSpPr>
          <p:cNvPr id="2" name="Group 1">
            <a:extLst>
              <a:ext uri="{FF2B5EF4-FFF2-40B4-BE49-F238E27FC236}">
                <a16:creationId xmlns:a16="http://schemas.microsoft.com/office/drawing/2014/main" id="{35D627FB-F717-49DE-52D9-7D54EF0D1D1F}"/>
              </a:ext>
            </a:extLst>
          </p:cNvPr>
          <p:cNvGrpSpPr/>
          <p:nvPr/>
        </p:nvGrpSpPr>
        <p:grpSpPr>
          <a:xfrm>
            <a:off x="763183" y="5422942"/>
            <a:ext cx="443634" cy="444410"/>
            <a:chOff x="1159537" y="4914200"/>
            <a:chExt cx="322796" cy="323361"/>
          </a:xfrm>
        </p:grpSpPr>
        <p:grpSp>
          <p:nvGrpSpPr>
            <p:cNvPr id="214" name="Google Shape;825;p78">
              <a:extLst>
                <a:ext uri="{FF2B5EF4-FFF2-40B4-BE49-F238E27FC236}">
                  <a16:creationId xmlns:a16="http://schemas.microsoft.com/office/drawing/2014/main" id="{058BEE3E-5548-D303-98A0-87C548EF75EA}"/>
                </a:ext>
              </a:extLst>
            </p:cNvPr>
            <p:cNvGrpSpPr/>
            <p:nvPr/>
          </p:nvGrpSpPr>
          <p:grpSpPr>
            <a:xfrm rot="2700000">
              <a:off x="1159254" y="4914483"/>
              <a:ext cx="323361" cy="322796"/>
              <a:chOff x="8973001" y="2110729"/>
              <a:chExt cx="478902" cy="476742"/>
            </a:xfrm>
          </p:grpSpPr>
          <p:sp>
            <p:nvSpPr>
              <p:cNvPr id="216" name="Google Shape;826;p78">
                <a:extLst>
                  <a:ext uri="{FF2B5EF4-FFF2-40B4-BE49-F238E27FC236}">
                    <a16:creationId xmlns:a16="http://schemas.microsoft.com/office/drawing/2014/main" id="{1EA51D24-2166-3169-FFEB-937F8BC85C90}"/>
                  </a:ext>
                </a:extLst>
              </p:cNvPr>
              <p:cNvSpPr/>
              <p:nvPr/>
            </p:nvSpPr>
            <p:spPr>
              <a:xfrm>
                <a:off x="8975503" y="2110729"/>
                <a:ext cx="476400" cy="476400"/>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217" name="Google Shape;827;p78">
                <a:extLst>
                  <a:ext uri="{FF2B5EF4-FFF2-40B4-BE49-F238E27FC236}">
                    <a16:creationId xmlns:a16="http://schemas.microsoft.com/office/drawing/2014/main" id="{82306888-B7A1-EC06-B46E-F88F21DB29AD}"/>
                  </a:ext>
                </a:extLst>
              </p:cNvPr>
              <p:cNvSpPr/>
              <p:nvPr/>
            </p:nvSpPr>
            <p:spPr>
              <a:xfrm>
                <a:off x="8973001" y="2111071"/>
                <a:ext cx="476400" cy="476400"/>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218" name="Google Shape;828;p78">
                <a:extLst>
                  <a:ext uri="{FF2B5EF4-FFF2-40B4-BE49-F238E27FC236}">
                    <a16:creationId xmlns:a16="http://schemas.microsoft.com/office/drawing/2014/main" id="{76998DEB-5435-9740-7A01-C0D5C6F0CC01}"/>
                  </a:ext>
                </a:extLst>
              </p:cNvPr>
              <p:cNvSpPr/>
              <p:nvPr/>
            </p:nvSpPr>
            <p:spPr>
              <a:xfrm>
                <a:off x="8975503" y="2110729"/>
                <a:ext cx="476400" cy="476400"/>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219" name="Google Shape;829;p78">
                <a:extLst>
                  <a:ext uri="{FF2B5EF4-FFF2-40B4-BE49-F238E27FC236}">
                    <a16:creationId xmlns:a16="http://schemas.microsoft.com/office/drawing/2014/main" id="{941D5EA9-D4D3-1042-CFF5-ED177F1A3530}"/>
                  </a:ext>
                </a:extLst>
              </p:cNvPr>
              <p:cNvSpPr/>
              <p:nvPr/>
            </p:nvSpPr>
            <p:spPr>
              <a:xfrm>
                <a:off x="8975503" y="2110729"/>
                <a:ext cx="476400" cy="476400"/>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grpSp>
        <p:sp>
          <p:nvSpPr>
            <p:cNvPr id="215" name="Google Shape;830;p78">
              <a:extLst>
                <a:ext uri="{FF2B5EF4-FFF2-40B4-BE49-F238E27FC236}">
                  <a16:creationId xmlns:a16="http://schemas.microsoft.com/office/drawing/2014/main" id="{E057547A-AB9B-D3EA-A03B-2C5BC4538E15}"/>
                </a:ext>
              </a:extLst>
            </p:cNvPr>
            <p:cNvSpPr/>
            <p:nvPr/>
          </p:nvSpPr>
          <p:spPr>
            <a:xfrm>
              <a:off x="1180764" y="4939739"/>
              <a:ext cx="278296" cy="277608"/>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grpSp>
      <p:cxnSp>
        <p:nvCxnSpPr>
          <p:cNvPr id="220" name="Google Shape;831;p78">
            <a:extLst>
              <a:ext uri="{FF2B5EF4-FFF2-40B4-BE49-F238E27FC236}">
                <a16:creationId xmlns:a16="http://schemas.microsoft.com/office/drawing/2014/main" id="{B12F349B-88AD-E349-FF22-6C7B05C06888}"/>
              </a:ext>
            </a:extLst>
          </p:cNvPr>
          <p:cNvCxnSpPr/>
          <p:nvPr/>
        </p:nvCxnSpPr>
        <p:spPr>
          <a:xfrm>
            <a:off x="9760721" y="1084204"/>
            <a:ext cx="0" cy="5171806"/>
          </a:xfrm>
          <a:prstGeom prst="straightConnector1">
            <a:avLst/>
          </a:prstGeom>
          <a:noFill/>
          <a:ln w="9525" cap="flat" cmpd="sng">
            <a:solidFill>
              <a:srgbClr val="DFE3E6"/>
            </a:solidFill>
            <a:prstDash val="solid"/>
            <a:miter lim="800000"/>
            <a:headEnd type="none" w="sm" len="sm"/>
            <a:tailEnd type="none" w="sm" len="sm"/>
          </a:ln>
        </p:spPr>
      </p:cxnSp>
      <p:sp>
        <p:nvSpPr>
          <p:cNvPr id="221" name="Google Shape;832;p78">
            <a:extLst>
              <a:ext uri="{FF2B5EF4-FFF2-40B4-BE49-F238E27FC236}">
                <a16:creationId xmlns:a16="http://schemas.microsoft.com/office/drawing/2014/main" id="{E3645C42-8DAC-A356-A191-E7085AB56D8C}"/>
              </a:ext>
            </a:extLst>
          </p:cNvPr>
          <p:cNvSpPr/>
          <p:nvPr/>
        </p:nvSpPr>
        <p:spPr>
          <a:xfrm>
            <a:off x="504678" y="6123681"/>
            <a:ext cx="954382"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rm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2013</a:t>
            </a:r>
            <a:endParaRPr lang="en-US" sz="1200" kern="0">
              <a:solidFill>
                <a:srgbClr val="000000"/>
              </a:solidFill>
              <a:latin typeface="Arial" panose="020B0604020202020204" pitchFamily="34" charset="0"/>
              <a:ea typeface="Google Sans"/>
              <a:cs typeface="Google Sans"/>
              <a:sym typeface="Google Sans"/>
            </a:endParaRPr>
          </a:p>
        </p:txBody>
      </p:sp>
      <p:grpSp>
        <p:nvGrpSpPr>
          <p:cNvPr id="222" name="Google Shape;833;p78">
            <a:extLst>
              <a:ext uri="{FF2B5EF4-FFF2-40B4-BE49-F238E27FC236}">
                <a16:creationId xmlns:a16="http://schemas.microsoft.com/office/drawing/2014/main" id="{E2825DE1-C745-E2E8-66D4-A4112D5D5BC6}"/>
              </a:ext>
            </a:extLst>
          </p:cNvPr>
          <p:cNvGrpSpPr/>
          <p:nvPr/>
        </p:nvGrpSpPr>
        <p:grpSpPr>
          <a:xfrm>
            <a:off x="9627069" y="5386572"/>
            <a:ext cx="267979" cy="494790"/>
            <a:chOff x="11409199" y="5117752"/>
            <a:chExt cx="328386" cy="518850"/>
          </a:xfrm>
        </p:grpSpPr>
        <p:sp>
          <p:nvSpPr>
            <p:cNvPr id="223" name="Google Shape;834;p78">
              <a:extLst>
                <a:ext uri="{FF2B5EF4-FFF2-40B4-BE49-F238E27FC236}">
                  <a16:creationId xmlns:a16="http://schemas.microsoft.com/office/drawing/2014/main" id="{1BB139D9-3245-E56B-4FB2-D5C5075181CB}"/>
                </a:ext>
              </a:extLst>
            </p:cNvPr>
            <p:cNvSpPr/>
            <p:nvPr/>
          </p:nvSpPr>
          <p:spPr>
            <a:xfrm>
              <a:off x="11409199"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4" y="308541"/>
                  </a:cubicBezTo>
                  <a:lnTo>
                    <a:pt x="219734" y="308541"/>
                  </a:lnTo>
                  <a:lnTo>
                    <a:pt x="29126" y="117934"/>
                  </a:lnTo>
                  <a:lnTo>
                    <a:pt x="29126" y="117934"/>
                  </a:lnTo>
                  <a:cubicBezTo>
                    <a:pt x="4569" y="93376"/>
                    <a:pt x="4569" y="53541"/>
                    <a:pt x="29126" y="29126"/>
                  </a:cubicBezTo>
                  <a:cubicBezTo>
                    <a:pt x="53684" y="4569"/>
                    <a:pt x="93519" y="4569"/>
                    <a:pt x="118077" y="29126"/>
                  </a:cubicBezTo>
                  <a:lnTo>
                    <a:pt x="308540" y="219591"/>
                  </a:lnTo>
                  <a:close/>
                </a:path>
              </a:pathLst>
            </a:custGeom>
            <a:solidFill>
              <a:srgbClr val="43515C"/>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b="1" kern="0">
                <a:solidFill>
                  <a:srgbClr val="262626"/>
                </a:solidFill>
                <a:ea typeface="Arial"/>
                <a:sym typeface="Arial"/>
              </a:endParaRPr>
            </a:p>
          </p:txBody>
        </p:sp>
        <p:sp>
          <p:nvSpPr>
            <p:cNvPr id="224" name="Google Shape;835;p78">
              <a:extLst>
                <a:ext uri="{FF2B5EF4-FFF2-40B4-BE49-F238E27FC236}">
                  <a16:creationId xmlns:a16="http://schemas.microsoft.com/office/drawing/2014/main" id="{6CE87C82-D833-7B1F-23B0-82A10810BE72}"/>
                </a:ext>
              </a:extLst>
            </p:cNvPr>
            <p:cNvSpPr/>
            <p:nvPr/>
          </p:nvSpPr>
          <p:spPr>
            <a:xfrm>
              <a:off x="11409199"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4" y="29126"/>
                  </a:cubicBezTo>
                  <a:lnTo>
                    <a:pt x="219734" y="29126"/>
                  </a:lnTo>
                  <a:lnTo>
                    <a:pt x="29126" y="219733"/>
                  </a:lnTo>
                  <a:lnTo>
                    <a:pt x="29126" y="219733"/>
                  </a:lnTo>
                  <a:cubicBezTo>
                    <a:pt x="4569" y="244291"/>
                    <a:pt x="4569" y="284126"/>
                    <a:pt x="29126" y="308541"/>
                  </a:cubicBezTo>
                  <a:cubicBezTo>
                    <a:pt x="53684" y="333098"/>
                    <a:pt x="93519" y="333098"/>
                    <a:pt x="118077" y="308541"/>
                  </a:cubicBezTo>
                  <a:lnTo>
                    <a:pt x="308540" y="118077"/>
                  </a:lnTo>
                  <a:close/>
                </a:path>
              </a:pathLst>
            </a:custGeom>
            <a:solidFill>
              <a:srgbClr val="43515C"/>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b="1" kern="0">
                <a:solidFill>
                  <a:srgbClr val="262626"/>
                </a:solidFill>
                <a:ea typeface="Arial"/>
                <a:sym typeface="Arial"/>
              </a:endParaRPr>
            </a:p>
          </p:txBody>
        </p:sp>
      </p:grpSp>
      <p:grpSp>
        <p:nvGrpSpPr>
          <p:cNvPr id="225" name="Google Shape;836;p78">
            <a:extLst>
              <a:ext uri="{FF2B5EF4-FFF2-40B4-BE49-F238E27FC236}">
                <a16:creationId xmlns:a16="http://schemas.microsoft.com/office/drawing/2014/main" id="{BFFF8715-BD94-836F-9DB8-9DCE0C902DED}"/>
              </a:ext>
            </a:extLst>
          </p:cNvPr>
          <p:cNvGrpSpPr/>
          <p:nvPr/>
        </p:nvGrpSpPr>
        <p:grpSpPr>
          <a:xfrm>
            <a:off x="3508257" y="5386553"/>
            <a:ext cx="267979" cy="494788"/>
            <a:chOff x="4334778" y="5117752"/>
            <a:chExt cx="328386" cy="518850"/>
          </a:xfrm>
        </p:grpSpPr>
        <p:grpSp>
          <p:nvGrpSpPr>
            <p:cNvPr id="226" name="Google Shape;837;p78">
              <a:extLst>
                <a:ext uri="{FF2B5EF4-FFF2-40B4-BE49-F238E27FC236}">
                  <a16:creationId xmlns:a16="http://schemas.microsoft.com/office/drawing/2014/main" id="{90097D9D-8565-BE59-8421-013C64297C44}"/>
                </a:ext>
              </a:extLst>
            </p:cNvPr>
            <p:cNvGrpSpPr/>
            <p:nvPr/>
          </p:nvGrpSpPr>
          <p:grpSpPr>
            <a:xfrm>
              <a:off x="4334778" y="5117752"/>
              <a:ext cx="328386" cy="518850"/>
              <a:chOff x="8996572" y="5117752"/>
              <a:chExt cx="328386" cy="518850"/>
            </a:xfrm>
          </p:grpSpPr>
          <p:sp>
            <p:nvSpPr>
              <p:cNvPr id="229" name="Google Shape;838;p78">
                <a:extLst>
                  <a:ext uri="{FF2B5EF4-FFF2-40B4-BE49-F238E27FC236}">
                    <a16:creationId xmlns:a16="http://schemas.microsoft.com/office/drawing/2014/main" id="{B7DA1BCB-D1E7-37B3-E8A3-D32FC78EAC5F}"/>
                  </a:ext>
                </a:extLst>
              </p:cNvPr>
              <p:cNvSpPr/>
              <p:nvPr/>
            </p:nvSpPr>
            <p:spPr>
              <a:xfrm>
                <a:off x="8996572"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3" y="308541"/>
                    </a:cubicBezTo>
                    <a:lnTo>
                      <a:pt x="219733" y="308541"/>
                    </a:lnTo>
                    <a:lnTo>
                      <a:pt x="29126" y="117934"/>
                    </a:lnTo>
                    <a:lnTo>
                      <a:pt x="29126" y="117934"/>
                    </a:lnTo>
                    <a:cubicBezTo>
                      <a:pt x="4569" y="93376"/>
                      <a:pt x="4569" y="53541"/>
                      <a:pt x="29126" y="29126"/>
                    </a:cubicBezTo>
                    <a:cubicBezTo>
                      <a:pt x="53684" y="4569"/>
                      <a:pt x="93518" y="4569"/>
                      <a:pt x="118076" y="29126"/>
                    </a:cubicBezTo>
                    <a:lnTo>
                      <a:pt x="308540" y="219591"/>
                    </a:lnTo>
                    <a:close/>
                  </a:path>
                </a:pathLst>
              </a:custGeom>
              <a:solidFill>
                <a:srgbClr val="A2ABB0"/>
              </a:solidFill>
              <a:ln>
                <a:noFill/>
              </a:ln>
              <a:effectLst>
                <a:outerShdw blurRad="190500" dist="38100" dir="5400000" algn="ctr"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sp>
            <p:nvSpPr>
              <p:cNvPr id="230" name="Google Shape;839;p78">
                <a:extLst>
                  <a:ext uri="{FF2B5EF4-FFF2-40B4-BE49-F238E27FC236}">
                    <a16:creationId xmlns:a16="http://schemas.microsoft.com/office/drawing/2014/main" id="{01821E57-F7B5-F679-DD24-A9A5CB0672E8}"/>
                  </a:ext>
                </a:extLst>
              </p:cNvPr>
              <p:cNvSpPr/>
              <p:nvPr/>
            </p:nvSpPr>
            <p:spPr>
              <a:xfrm>
                <a:off x="8996572"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3" y="29126"/>
                    </a:cubicBezTo>
                    <a:lnTo>
                      <a:pt x="219733" y="29126"/>
                    </a:lnTo>
                    <a:lnTo>
                      <a:pt x="29126" y="219733"/>
                    </a:lnTo>
                    <a:lnTo>
                      <a:pt x="29126" y="219733"/>
                    </a:lnTo>
                    <a:cubicBezTo>
                      <a:pt x="4569" y="244291"/>
                      <a:pt x="4569" y="284126"/>
                      <a:pt x="29126" y="308541"/>
                    </a:cubicBezTo>
                    <a:cubicBezTo>
                      <a:pt x="53684" y="333098"/>
                      <a:pt x="93518" y="333098"/>
                      <a:pt x="118076" y="308541"/>
                    </a:cubicBezTo>
                    <a:lnTo>
                      <a:pt x="308540" y="118077"/>
                    </a:lnTo>
                    <a:close/>
                  </a:path>
                </a:pathLst>
              </a:custGeom>
              <a:solidFill>
                <a:srgbClr val="A2ABB0"/>
              </a:solidFill>
              <a:ln>
                <a:noFill/>
              </a:ln>
              <a:effectLst>
                <a:outerShdw blurRad="190500" dist="38100" dir="5400000" algn="ctr"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grpSp>
        <p:sp>
          <p:nvSpPr>
            <p:cNvPr id="227" name="Google Shape;840;p78">
              <a:extLst>
                <a:ext uri="{FF2B5EF4-FFF2-40B4-BE49-F238E27FC236}">
                  <a16:creationId xmlns:a16="http://schemas.microsoft.com/office/drawing/2014/main" id="{90C906D1-A960-BE3A-4C71-D281635D28E6}"/>
                </a:ext>
              </a:extLst>
            </p:cNvPr>
            <p:cNvSpPr/>
            <p:nvPr/>
          </p:nvSpPr>
          <p:spPr>
            <a:xfrm>
              <a:off x="4386685" y="5261328"/>
              <a:ext cx="276273" cy="230227"/>
            </a:xfrm>
            <a:custGeom>
              <a:avLst/>
              <a:gdLst/>
              <a:ahLst/>
              <a:cxnLst/>
              <a:rect l="l" t="t" r="r" b="b"/>
              <a:pathLst>
                <a:path w="256998" h="214165" extrusionOk="0">
                  <a:moveTo>
                    <a:pt x="236152" y="153913"/>
                  </a:moveTo>
                  <a:cubicBezTo>
                    <a:pt x="236295" y="153770"/>
                    <a:pt x="236295" y="153770"/>
                    <a:pt x="236295" y="153628"/>
                  </a:cubicBezTo>
                  <a:cubicBezTo>
                    <a:pt x="260567" y="129070"/>
                    <a:pt x="260567" y="89378"/>
                    <a:pt x="236152" y="64963"/>
                  </a:cubicBezTo>
                  <a:cubicBezTo>
                    <a:pt x="236152" y="64963"/>
                    <a:pt x="236152" y="64963"/>
                    <a:pt x="236010" y="64963"/>
                  </a:cubicBezTo>
                  <a:lnTo>
                    <a:pt x="181754" y="10708"/>
                  </a:lnTo>
                  <a:lnTo>
                    <a:pt x="109509" y="10708"/>
                  </a:lnTo>
                  <a:cubicBezTo>
                    <a:pt x="54969" y="10708"/>
                    <a:pt x="10708" y="54969"/>
                    <a:pt x="10708" y="109510"/>
                  </a:cubicBezTo>
                  <a:cubicBezTo>
                    <a:pt x="10708" y="164050"/>
                    <a:pt x="54969" y="208311"/>
                    <a:pt x="109509" y="208311"/>
                  </a:cubicBezTo>
                  <a:lnTo>
                    <a:pt x="181754" y="208311"/>
                  </a:lnTo>
                  <a:lnTo>
                    <a:pt x="235867" y="154199"/>
                  </a:lnTo>
                  <a:cubicBezTo>
                    <a:pt x="236010" y="153913"/>
                    <a:pt x="236010" y="153913"/>
                    <a:pt x="236152" y="153913"/>
                  </a:cubicBezTo>
                  <a:close/>
                </a:path>
              </a:pathLst>
            </a:custGeom>
            <a:solidFill>
              <a:srgbClr val="87949D"/>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Font typeface="Arial"/>
                <a:buNone/>
              </a:pPr>
              <a:endParaRPr kern="0">
                <a:solidFill>
                  <a:srgbClr val="262626"/>
                </a:solidFill>
                <a:ea typeface="Arial"/>
                <a:sym typeface="Arial"/>
              </a:endParaRPr>
            </a:p>
          </p:txBody>
        </p:sp>
        <p:sp>
          <p:nvSpPr>
            <p:cNvPr id="228" name="Google Shape;841;p78">
              <a:extLst>
                <a:ext uri="{FF2B5EF4-FFF2-40B4-BE49-F238E27FC236}">
                  <a16:creationId xmlns:a16="http://schemas.microsoft.com/office/drawing/2014/main" id="{65EDBD73-9456-C78A-FD45-72997B74EE8E}"/>
                </a:ext>
              </a:extLst>
            </p:cNvPr>
            <p:cNvSpPr/>
            <p:nvPr/>
          </p:nvSpPr>
          <p:spPr>
            <a:xfrm>
              <a:off x="4417357" y="5300982"/>
              <a:ext cx="150986" cy="150986"/>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grpSp>
      <p:grpSp>
        <p:nvGrpSpPr>
          <p:cNvPr id="231" name="Google Shape;842;p78">
            <a:extLst>
              <a:ext uri="{FF2B5EF4-FFF2-40B4-BE49-F238E27FC236}">
                <a16:creationId xmlns:a16="http://schemas.microsoft.com/office/drawing/2014/main" id="{2D23F6B1-69A3-30C2-52B9-104B3608F9CE}"/>
              </a:ext>
            </a:extLst>
          </p:cNvPr>
          <p:cNvGrpSpPr/>
          <p:nvPr/>
        </p:nvGrpSpPr>
        <p:grpSpPr>
          <a:xfrm>
            <a:off x="5413283" y="5386553"/>
            <a:ext cx="267979" cy="494788"/>
            <a:chOff x="6669229" y="5117752"/>
            <a:chExt cx="328386" cy="518850"/>
          </a:xfrm>
        </p:grpSpPr>
        <p:grpSp>
          <p:nvGrpSpPr>
            <p:cNvPr id="232" name="Google Shape;843;p78">
              <a:extLst>
                <a:ext uri="{FF2B5EF4-FFF2-40B4-BE49-F238E27FC236}">
                  <a16:creationId xmlns:a16="http://schemas.microsoft.com/office/drawing/2014/main" id="{F84E058E-BA94-7B3F-BBB4-C325245279DA}"/>
                </a:ext>
              </a:extLst>
            </p:cNvPr>
            <p:cNvGrpSpPr/>
            <p:nvPr/>
          </p:nvGrpSpPr>
          <p:grpSpPr>
            <a:xfrm>
              <a:off x="6669229" y="5117752"/>
              <a:ext cx="328386" cy="518850"/>
              <a:chOff x="8996572" y="5117752"/>
              <a:chExt cx="328386" cy="518850"/>
            </a:xfrm>
          </p:grpSpPr>
          <p:sp>
            <p:nvSpPr>
              <p:cNvPr id="235" name="Google Shape;844;p78">
                <a:extLst>
                  <a:ext uri="{FF2B5EF4-FFF2-40B4-BE49-F238E27FC236}">
                    <a16:creationId xmlns:a16="http://schemas.microsoft.com/office/drawing/2014/main" id="{0EE8B282-38AB-51E5-894D-890858326D8F}"/>
                  </a:ext>
                </a:extLst>
              </p:cNvPr>
              <p:cNvSpPr/>
              <p:nvPr/>
            </p:nvSpPr>
            <p:spPr>
              <a:xfrm>
                <a:off x="8996572"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3" y="308541"/>
                    </a:cubicBezTo>
                    <a:lnTo>
                      <a:pt x="219733" y="308541"/>
                    </a:lnTo>
                    <a:lnTo>
                      <a:pt x="29126" y="117934"/>
                    </a:lnTo>
                    <a:lnTo>
                      <a:pt x="29126" y="117934"/>
                    </a:lnTo>
                    <a:cubicBezTo>
                      <a:pt x="4569" y="93376"/>
                      <a:pt x="4569" y="53541"/>
                      <a:pt x="29126" y="29126"/>
                    </a:cubicBezTo>
                    <a:cubicBezTo>
                      <a:pt x="53684" y="4569"/>
                      <a:pt x="93518" y="4569"/>
                      <a:pt x="118076" y="29126"/>
                    </a:cubicBezTo>
                    <a:lnTo>
                      <a:pt x="308540" y="219591"/>
                    </a:lnTo>
                    <a:close/>
                  </a:path>
                </a:pathLst>
              </a:custGeom>
              <a:solidFill>
                <a:srgbClr val="87949D"/>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sp>
            <p:nvSpPr>
              <p:cNvPr id="236" name="Google Shape;845;p78">
                <a:extLst>
                  <a:ext uri="{FF2B5EF4-FFF2-40B4-BE49-F238E27FC236}">
                    <a16:creationId xmlns:a16="http://schemas.microsoft.com/office/drawing/2014/main" id="{F693A1C7-9C8C-0E60-2E7A-9306A8004CD9}"/>
                  </a:ext>
                </a:extLst>
              </p:cNvPr>
              <p:cNvSpPr/>
              <p:nvPr/>
            </p:nvSpPr>
            <p:spPr>
              <a:xfrm>
                <a:off x="8996572"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3" y="29126"/>
                    </a:cubicBezTo>
                    <a:lnTo>
                      <a:pt x="219733" y="29126"/>
                    </a:lnTo>
                    <a:lnTo>
                      <a:pt x="29126" y="219733"/>
                    </a:lnTo>
                    <a:lnTo>
                      <a:pt x="29126" y="219733"/>
                    </a:lnTo>
                    <a:cubicBezTo>
                      <a:pt x="4569" y="244291"/>
                      <a:pt x="4569" y="284126"/>
                      <a:pt x="29126" y="308541"/>
                    </a:cubicBezTo>
                    <a:cubicBezTo>
                      <a:pt x="53684" y="333098"/>
                      <a:pt x="93518" y="333098"/>
                      <a:pt x="118076" y="308541"/>
                    </a:cubicBezTo>
                    <a:lnTo>
                      <a:pt x="308540" y="118077"/>
                    </a:lnTo>
                    <a:close/>
                  </a:path>
                </a:pathLst>
              </a:custGeom>
              <a:solidFill>
                <a:srgbClr val="87949D"/>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grpSp>
        <p:sp>
          <p:nvSpPr>
            <p:cNvPr id="233" name="Google Shape;846;p78">
              <a:extLst>
                <a:ext uri="{FF2B5EF4-FFF2-40B4-BE49-F238E27FC236}">
                  <a16:creationId xmlns:a16="http://schemas.microsoft.com/office/drawing/2014/main" id="{5E0EB32E-4A4D-3574-4219-06A6B202D7E1}"/>
                </a:ext>
              </a:extLst>
            </p:cNvPr>
            <p:cNvSpPr/>
            <p:nvPr/>
          </p:nvSpPr>
          <p:spPr>
            <a:xfrm>
              <a:off x="6721136" y="5261328"/>
              <a:ext cx="276273" cy="230227"/>
            </a:xfrm>
            <a:custGeom>
              <a:avLst/>
              <a:gdLst/>
              <a:ahLst/>
              <a:cxnLst/>
              <a:rect l="l" t="t" r="r" b="b"/>
              <a:pathLst>
                <a:path w="256998" h="214165" extrusionOk="0">
                  <a:moveTo>
                    <a:pt x="236152" y="153913"/>
                  </a:moveTo>
                  <a:cubicBezTo>
                    <a:pt x="236295" y="153770"/>
                    <a:pt x="236295" y="153770"/>
                    <a:pt x="236295" y="153628"/>
                  </a:cubicBezTo>
                  <a:cubicBezTo>
                    <a:pt x="260567" y="129070"/>
                    <a:pt x="260567" y="89378"/>
                    <a:pt x="236152" y="64963"/>
                  </a:cubicBezTo>
                  <a:cubicBezTo>
                    <a:pt x="236152" y="64963"/>
                    <a:pt x="236152" y="64963"/>
                    <a:pt x="236010" y="64963"/>
                  </a:cubicBezTo>
                  <a:lnTo>
                    <a:pt x="181754" y="10708"/>
                  </a:lnTo>
                  <a:lnTo>
                    <a:pt x="109509" y="10708"/>
                  </a:lnTo>
                  <a:cubicBezTo>
                    <a:pt x="54969" y="10708"/>
                    <a:pt x="10708" y="54969"/>
                    <a:pt x="10708" y="109510"/>
                  </a:cubicBezTo>
                  <a:cubicBezTo>
                    <a:pt x="10708" y="164050"/>
                    <a:pt x="54969" y="208311"/>
                    <a:pt x="109509" y="208311"/>
                  </a:cubicBezTo>
                  <a:lnTo>
                    <a:pt x="181754" y="208311"/>
                  </a:lnTo>
                  <a:lnTo>
                    <a:pt x="235867" y="154199"/>
                  </a:lnTo>
                  <a:cubicBezTo>
                    <a:pt x="236010" y="153913"/>
                    <a:pt x="236010" y="153913"/>
                    <a:pt x="236152" y="153913"/>
                  </a:cubicBezTo>
                  <a:close/>
                </a:path>
              </a:pathLst>
            </a:custGeom>
            <a:solidFill>
              <a:srgbClr val="66737C"/>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Font typeface="Arial"/>
                <a:buNone/>
              </a:pPr>
              <a:endParaRPr kern="0">
                <a:solidFill>
                  <a:srgbClr val="262626"/>
                </a:solidFill>
                <a:ea typeface="Arial"/>
                <a:sym typeface="Arial"/>
              </a:endParaRPr>
            </a:p>
          </p:txBody>
        </p:sp>
        <p:sp>
          <p:nvSpPr>
            <p:cNvPr id="234" name="Google Shape;847;p78">
              <a:extLst>
                <a:ext uri="{FF2B5EF4-FFF2-40B4-BE49-F238E27FC236}">
                  <a16:creationId xmlns:a16="http://schemas.microsoft.com/office/drawing/2014/main" id="{AC8FE8DF-A2F9-DCD3-0B38-300A70D38A8C}"/>
                </a:ext>
              </a:extLst>
            </p:cNvPr>
            <p:cNvSpPr/>
            <p:nvPr/>
          </p:nvSpPr>
          <p:spPr>
            <a:xfrm>
              <a:off x="6751808" y="5300982"/>
              <a:ext cx="150986" cy="150986"/>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grpSp>
      <p:grpSp>
        <p:nvGrpSpPr>
          <p:cNvPr id="237" name="Google Shape;848;p78">
            <a:extLst>
              <a:ext uri="{FF2B5EF4-FFF2-40B4-BE49-F238E27FC236}">
                <a16:creationId xmlns:a16="http://schemas.microsoft.com/office/drawing/2014/main" id="{B7FF6A56-E545-B894-F126-3B8B033C5C11}"/>
              </a:ext>
            </a:extLst>
          </p:cNvPr>
          <p:cNvGrpSpPr/>
          <p:nvPr/>
        </p:nvGrpSpPr>
        <p:grpSpPr>
          <a:xfrm>
            <a:off x="1742568" y="5386572"/>
            <a:ext cx="267979" cy="494790"/>
            <a:chOff x="8996572" y="5117752"/>
            <a:chExt cx="328386" cy="518850"/>
          </a:xfrm>
        </p:grpSpPr>
        <p:sp>
          <p:nvSpPr>
            <p:cNvPr id="238" name="Google Shape;849;p78">
              <a:extLst>
                <a:ext uri="{FF2B5EF4-FFF2-40B4-BE49-F238E27FC236}">
                  <a16:creationId xmlns:a16="http://schemas.microsoft.com/office/drawing/2014/main" id="{64C11545-CA25-AB37-D261-7DC29BB51446}"/>
                </a:ext>
              </a:extLst>
            </p:cNvPr>
            <p:cNvSpPr/>
            <p:nvPr/>
          </p:nvSpPr>
          <p:spPr>
            <a:xfrm>
              <a:off x="8996572"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3" y="308541"/>
                  </a:cubicBezTo>
                  <a:lnTo>
                    <a:pt x="219733" y="308541"/>
                  </a:lnTo>
                  <a:lnTo>
                    <a:pt x="29126" y="117934"/>
                  </a:lnTo>
                  <a:lnTo>
                    <a:pt x="29126" y="117934"/>
                  </a:lnTo>
                  <a:cubicBezTo>
                    <a:pt x="4569" y="93376"/>
                    <a:pt x="4569" y="53541"/>
                    <a:pt x="29126" y="29126"/>
                  </a:cubicBezTo>
                  <a:cubicBezTo>
                    <a:pt x="53684" y="4569"/>
                    <a:pt x="93518" y="4569"/>
                    <a:pt x="118076" y="29126"/>
                  </a:cubicBezTo>
                  <a:lnTo>
                    <a:pt x="308540" y="219591"/>
                  </a:lnTo>
                  <a:close/>
                </a:path>
              </a:pathLst>
            </a:custGeom>
            <a:solidFill>
              <a:srgbClr val="C0C6CA"/>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sp>
          <p:nvSpPr>
            <p:cNvPr id="239" name="Google Shape;850;p78">
              <a:extLst>
                <a:ext uri="{FF2B5EF4-FFF2-40B4-BE49-F238E27FC236}">
                  <a16:creationId xmlns:a16="http://schemas.microsoft.com/office/drawing/2014/main" id="{7000F8F2-1567-576C-9BB8-7F9B7F639E59}"/>
                </a:ext>
              </a:extLst>
            </p:cNvPr>
            <p:cNvSpPr/>
            <p:nvPr/>
          </p:nvSpPr>
          <p:spPr>
            <a:xfrm>
              <a:off x="8996572"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3" y="29126"/>
                  </a:cubicBezTo>
                  <a:lnTo>
                    <a:pt x="219733" y="29126"/>
                  </a:lnTo>
                  <a:lnTo>
                    <a:pt x="29126" y="219733"/>
                  </a:lnTo>
                  <a:lnTo>
                    <a:pt x="29126" y="219733"/>
                  </a:lnTo>
                  <a:cubicBezTo>
                    <a:pt x="4569" y="244291"/>
                    <a:pt x="4569" y="284126"/>
                    <a:pt x="29126" y="308541"/>
                  </a:cubicBezTo>
                  <a:cubicBezTo>
                    <a:pt x="53684" y="333098"/>
                    <a:pt x="93518" y="333098"/>
                    <a:pt x="118076" y="308541"/>
                  </a:cubicBezTo>
                  <a:lnTo>
                    <a:pt x="308540" y="118077"/>
                  </a:lnTo>
                  <a:close/>
                </a:path>
              </a:pathLst>
            </a:custGeom>
            <a:solidFill>
              <a:srgbClr val="C0C6CA"/>
            </a:solidFill>
            <a:ln>
              <a:noFill/>
            </a:ln>
            <a:effectLst>
              <a:outerShdw blurRad="190500" dist="38100" dir="5400000" rotWithShape="0">
                <a:srgbClr val="66737C">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ea typeface="Arial"/>
                <a:sym typeface="Arial"/>
              </a:endParaRPr>
            </a:p>
          </p:txBody>
        </p:sp>
      </p:grpSp>
      <p:sp>
        <p:nvSpPr>
          <p:cNvPr id="240" name="Google Shape;851;p78">
            <a:extLst>
              <a:ext uri="{FF2B5EF4-FFF2-40B4-BE49-F238E27FC236}">
                <a16:creationId xmlns:a16="http://schemas.microsoft.com/office/drawing/2014/main" id="{A643F91C-68DD-4B1E-E101-12625AC51ACE}"/>
              </a:ext>
            </a:extLst>
          </p:cNvPr>
          <p:cNvSpPr/>
          <p:nvPr/>
        </p:nvSpPr>
        <p:spPr>
          <a:xfrm>
            <a:off x="1784972" y="5523240"/>
            <a:ext cx="225337" cy="220216"/>
          </a:xfrm>
          <a:custGeom>
            <a:avLst/>
            <a:gdLst/>
            <a:ahLst/>
            <a:cxnLst/>
            <a:rect l="l" t="t" r="r" b="b"/>
            <a:pathLst>
              <a:path w="256998" h="214165" extrusionOk="0">
                <a:moveTo>
                  <a:pt x="236152" y="153913"/>
                </a:moveTo>
                <a:cubicBezTo>
                  <a:pt x="236295" y="153770"/>
                  <a:pt x="236295" y="153770"/>
                  <a:pt x="236295" y="153628"/>
                </a:cubicBezTo>
                <a:cubicBezTo>
                  <a:pt x="260567" y="129070"/>
                  <a:pt x="260567" y="89378"/>
                  <a:pt x="236152" y="64963"/>
                </a:cubicBezTo>
                <a:cubicBezTo>
                  <a:pt x="236152" y="64963"/>
                  <a:pt x="236152" y="64963"/>
                  <a:pt x="236010" y="64963"/>
                </a:cubicBezTo>
                <a:lnTo>
                  <a:pt x="181754" y="10708"/>
                </a:lnTo>
                <a:lnTo>
                  <a:pt x="109509" y="10708"/>
                </a:lnTo>
                <a:cubicBezTo>
                  <a:pt x="54969" y="10708"/>
                  <a:pt x="10708" y="54969"/>
                  <a:pt x="10708" y="109510"/>
                </a:cubicBezTo>
                <a:cubicBezTo>
                  <a:pt x="10708" y="164050"/>
                  <a:pt x="54969" y="208311"/>
                  <a:pt x="109509" y="208311"/>
                </a:cubicBezTo>
                <a:lnTo>
                  <a:pt x="181754" y="208311"/>
                </a:lnTo>
                <a:lnTo>
                  <a:pt x="235867" y="154199"/>
                </a:lnTo>
                <a:cubicBezTo>
                  <a:pt x="236010" y="153913"/>
                  <a:pt x="236010" y="153913"/>
                  <a:pt x="236152" y="153913"/>
                </a:cubicBezTo>
                <a:close/>
              </a:path>
            </a:pathLst>
          </a:custGeom>
          <a:solidFill>
            <a:srgbClr val="A0A9AE"/>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Font typeface="Arial"/>
              <a:buNone/>
            </a:pPr>
            <a:endParaRPr kern="0">
              <a:solidFill>
                <a:srgbClr val="262626"/>
              </a:solidFill>
              <a:ea typeface="Arial"/>
              <a:sym typeface="Arial"/>
            </a:endParaRPr>
          </a:p>
        </p:txBody>
      </p:sp>
      <p:sp>
        <p:nvSpPr>
          <p:cNvPr id="241" name="Google Shape;852;p78">
            <a:extLst>
              <a:ext uri="{FF2B5EF4-FFF2-40B4-BE49-F238E27FC236}">
                <a16:creationId xmlns:a16="http://schemas.microsoft.com/office/drawing/2014/main" id="{E34F8805-BCF3-0D5B-36FA-8C9745BFEA58}"/>
              </a:ext>
            </a:extLst>
          </p:cNvPr>
          <p:cNvSpPr/>
          <p:nvPr/>
        </p:nvSpPr>
        <p:spPr>
          <a:xfrm>
            <a:off x="1810002" y="5561054"/>
            <a:ext cx="122860" cy="144288"/>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242" name="Google Shape;853;p78">
            <a:extLst>
              <a:ext uri="{FF2B5EF4-FFF2-40B4-BE49-F238E27FC236}">
                <a16:creationId xmlns:a16="http://schemas.microsoft.com/office/drawing/2014/main" id="{0132631B-70BF-0BEB-B939-8143F5CF8728}"/>
              </a:ext>
            </a:extLst>
          </p:cNvPr>
          <p:cNvSpPr/>
          <p:nvPr/>
        </p:nvSpPr>
        <p:spPr>
          <a:xfrm>
            <a:off x="341333" y="5561054"/>
            <a:ext cx="122860" cy="144288"/>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243" name="Google Shape;854;p78">
            <a:extLst>
              <a:ext uri="{FF2B5EF4-FFF2-40B4-BE49-F238E27FC236}">
                <a16:creationId xmlns:a16="http://schemas.microsoft.com/office/drawing/2014/main" id="{6C700EFA-6688-B407-043C-64BE09B769E6}"/>
              </a:ext>
            </a:extLst>
          </p:cNvPr>
          <p:cNvSpPr/>
          <p:nvPr/>
        </p:nvSpPr>
        <p:spPr>
          <a:xfrm>
            <a:off x="10225799" y="1208701"/>
            <a:ext cx="1329040" cy="814474"/>
          </a:xfrm>
          <a:custGeom>
            <a:avLst/>
            <a:gdLst/>
            <a:ahLst/>
            <a:cxnLst/>
            <a:rect l="l" t="t" r="r" b="b"/>
            <a:pathLst>
              <a:path w="2736532" h="1449680" extrusionOk="0">
                <a:moveTo>
                  <a:pt x="2703671" y="659070"/>
                </a:moveTo>
                <a:lnTo>
                  <a:pt x="1849660" y="16704"/>
                </a:lnTo>
                <a:cubicBezTo>
                  <a:pt x="1795367" y="-24158"/>
                  <a:pt x="1717739" y="14609"/>
                  <a:pt x="1717739" y="82522"/>
                </a:cubicBezTo>
                <a:lnTo>
                  <a:pt x="1717739" y="436376"/>
                </a:lnTo>
                <a:lnTo>
                  <a:pt x="288512" y="436376"/>
                </a:lnTo>
                <a:cubicBezTo>
                  <a:pt x="129159" y="436376"/>
                  <a:pt x="0" y="565535"/>
                  <a:pt x="0" y="724888"/>
                </a:cubicBezTo>
                <a:lnTo>
                  <a:pt x="0" y="724888"/>
                </a:lnTo>
                <a:cubicBezTo>
                  <a:pt x="0" y="884241"/>
                  <a:pt x="129159" y="1013400"/>
                  <a:pt x="288512" y="1013400"/>
                </a:cubicBezTo>
                <a:lnTo>
                  <a:pt x="1717739" y="1013400"/>
                </a:lnTo>
                <a:lnTo>
                  <a:pt x="1717739" y="1367159"/>
                </a:lnTo>
                <a:cubicBezTo>
                  <a:pt x="1717739" y="1435072"/>
                  <a:pt x="1795367" y="1473839"/>
                  <a:pt x="1849660" y="1432977"/>
                </a:cubicBezTo>
                <a:lnTo>
                  <a:pt x="2703671" y="790611"/>
                </a:lnTo>
                <a:cubicBezTo>
                  <a:pt x="2747486" y="757654"/>
                  <a:pt x="2747486" y="691836"/>
                  <a:pt x="2703671" y="658880"/>
                </a:cubicBezTo>
                <a:close/>
              </a:path>
            </a:pathLst>
          </a:custGeom>
          <a:solidFill>
            <a:srgbClr val="1785E9"/>
          </a:solidFill>
          <a:ln>
            <a:noFill/>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FFFFFF"/>
              </a:solidFill>
              <a:ea typeface="Arial"/>
              <a:sym typeface="Arial"/>
            </a:endParaRPr>
          </a:p>
        </p:txBody>
      </p:sp>
      <p:sp>
        <p:nvSpPr>
          <p:cNvPr id="244" name="Google Shape;855;p78">
            <a:extLst>
              <a:ext uri="{FF2B5EF4-FFF2-40B4-BE49-F238E27FC236}">
                <a16:creationId xmlns:a16="http://schemas.microsoft.com/office/drawing/2014/main" id="{2CE62ABC-A496-4CE3-41B3-744A401942B3}"/>
              </a:ext>
            </a:extLst>
          </p:cNvPr>
          <p:cNvSpPr/>
          <p:nvPr/>
        </p:nvSpPr>
        <p:spPr>
          <a:xfrm>
            <a:off x="9760708" y="2860471"/>
            <a:ext cx="2114504" cy="2010716"/>
          </a:xfrm>
          <a:prstGeom prst="rect">
            <a:avLst/>
          </a:prstGeom>
          <a:noFill/>
          <a:ln>
            <a:noFill/>
          </a:ln>
        </p:spPr>
        <p:txBody>
          <a:bodyPr spcFirstLastPara="1" wrap="square" lIns="91425" tIns="45700" rIns="91425" bIns="45700" anchor="t" anchorCtr="0">
            <a:normAutofit/>
          </a:bodyPr>
          <a:lstStyle/>
          <a:p>
            <a:pPr marL="88900" indent="-69850">
              <a:spcBef>
                <a:spcPts val="400"/>
              </a:spcBef>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Touchless, predictive procurement operating as a strategic business partner.</a:t>
            </a:r>
          </a:p>
        </p:txBody>
      </p:sp>
      <p:grpSp>
        <p:nvGrpSpPr>
          <p:cNvPr id="245" name="Google Shape;856;p78">
            <a:extLst>
              <a:ext uri="{FF2B5EF4-FFF2-40B4-BE49-F238E27FC236}">
                <a16:creationId xmlns:a16="http://schemas.microsoft.com/office/drawing/2014/main" id="{D9ABFE2F-AA75-4CC1-5013-D3AB5E1A5A53}"/>
              </a:ext>
            </a:extLst>
          </p:cNvPr>
          <p:cNvGrpSpPr/>
          <p:nvPr/>
        </p:nvGrpSpPr>
        <p:grpSpPr>
          <a:xfrm>
            <a:off x="10001647" y="2147233"/>
            <a:ext cx="1780291" cy="516961"/>
            <a:chOff x="9626460" y="2019386"/>
            <a:chExt cx="2181600" cy="542100"/>
          </a:xfrm>
        </p:grpSpPr>
        <p:sp>
          <p:nvSpPr>
            <p:cNvPr id="246" name="Google Shape;857;p78">
              <a:extLst>
                <a:ext uri="{FF2B5EF4-FFF2-40B4-BE49-F238E27FC236}">
                  <a16:creationId xmlns:a16="http://schemas.microsoft.com/office/drawing/2014/main" id="{CDAA7785-9AA4-32D2-E2FE-842C5262459B}"/>
                </a:ext>
              </a:extLst>
            </p:cNvPr>
            <p:cNvSpPr/>
            <p:nvPr/>
          </p:nvSpPr>
          <p:spPr>
            <a:xfrm>
              <a:off x="9626460" y="2019386"/>
              <a:ext cx="2181600" cy="542100"/>
            </a:xfrm>
            <a:prstGeom prst="roundRect">
              <a:avLst>
                <a:gd name="adj" fmla="val 13391"/>
              </a:avLst>
            </a:prstGeom>
            <a:solidFill>
              <a:srgbClr val="FFFFFF"/>
            </a:solidFill>
            <a:ln w="9525" cap="flat" cmpd="sng">
              <a:solidFill>
                <a:srgbClr val="459FED"/>
              </a:solidFill>
              <a:prstDash val="solid"/>
              <a:miter lim="800000"/>
              <a:headEnd type="none" w="sm" len="sm"/>
              <a:tailEnd type="none" w="sm" len="sm"/>
            </a:ln>
            <a:effectLst>
              <a:outerShdw blurRad="190500" dist="38100" dir="5400000" rotWithShape="0">
                <a:srgbClr val="0070C0">
                  <a:alpha val="20000"/>
                </a:srgbClr>
              </a:outerShdw>
            </a:effectLst>
          </p:spPr>
          <p:txBody>
            <a:bodyPr spcFirstLastPara="1" wrap="square" lIns="91425" tIns="45700" rIns="91425" bIns="45700" anchor="ctr" anchorCtr="0">
              <a:noAutofit/>
            </a:bodyPr>
            <a:lstStyle/>
            <a:p>
              <a:pPr algn="ctr">
                <a:buClr>
                  <a:srgbClr val="000000"/>
                </a:buClr>
                <a:buFont typeface="Arial"/>
                <a:buNone/>
              </a:pPr>
              <a:endParaRPr sz="1400" kern="0">
                <a:solidFill>
                  <a:srgbClr val="000000"/>
                </a:solidFill>
                <a:latin typeface="Google Sans"/>
                <a:ea typeface="Google Sans"/>
                <a:cs typeface="Google Sans"/>
                <a:sym typeface="Google Sans"/>
              </a:endParaRPr>
            </a:p>
          </p:txBody>
        </p:sp>
        <p:sp>
          <p:nvSpPr>
            <p:cNvPr id="247" name="Google Shape;858;p78">
              <a:extLst>
                <a:ext uri="{FF2B5EF4-FFF2-40B4-BE49-F238E27FC236}">
                  <a16:creationId xmlns:a16="http://schemas.microsoft.com/office/drawing/2014/main" id="{5CEE2BCF-7162-C98F-E31F-1F6BF0B39634}"/>
                </a:ext>
              </a:extLst>
            </p:cNvPr>
            <p:cNvSpPr txBox="1"/>
            <p:nvPr/>
          </p:nvSpPr>
          <p:spPr>
            <a:xfrm>
              <a:off x="9814399" y="2079928"/>
              <a:ext cx="1805699" cy="451798"/>
            </a:xfrm>
            <a:prstGeom prst="rect">
              <a:avLst/>
            </a:prstGeom>
            <a:noFill/>
            <a:ln>
              <a:noFill/>
            </a:ln>
          </p:spPr>
          <p:txBody>
            <a:bodyPr spcFirstLastPara="1" wrap="square" lIns="91425" tIns="45700" rIns="91425" bIns="45700" anchor="t" anchorCtr="0">
              <a:normAutofit/>
            </a:bodyPr>
            <a:lstStyle/>
            <a:p>
              <a:pPr algn="ctr">
                <a:buClr>
                  <a:srgbClr val="459FED"/>
                </a:buClr>
                <a:buSzPts val="1200"/>
              </a:pPr>
              <a:r>
                <a:rPr lang="en-US" sz="1100" b="1" i="1" kern="0">
                  <a:solidFill>
                    <a:srgbClr val="459FED"/>
                  </a:solidFill>
                  <a:latin typeface="+mj-lt"/>
                  <a:sym typeface="Google Sans"/>
                </a:rPr>
                <a:t>Autonomy</a:t>
              </a:r>
              <a:endParaRPr sz="1100" b="1" i="1" kern="0">
                <a:solidFill>
                  <a:srgbClr val="459FED"/>
                </a:solidFill>
                <a:latin typeface="+mj-lt"/>
                <a:sym typeface="Google Sans"/>
              </a:endParaRPr>
            </a:p>
          </p:txBody>
        </p:sp>
      </p:grpSp>
      <p:sp>
        <p:nvSpPr>
          <p:cNvPr id="255" name="Google Shape;866;p78">
            <a:extLst>
              <a:ext uri="{FF2B5EF4-FFF2-40B4-BE49-F238E27FC236}">
                <a16:creationId xmlns:a16="http://schemas.microsoft.com/office/drawing/2014/main" id="{6796A523-7583-45EA-8375-DE6245E5AC1E}"/>
              </a:ext>
            </a:extLst>
          </p:cNvPr>
          <p:cNvSpPr/>
          <p:nvPr/>
        </p:nvSpPr>
        <p:spPr>
          <a:xfrm>
            <a:off x="10293639" y="6123681"/>
            <a:ext cx="1196498" cy="273919"/>
          </a:xfrm>
          <a:prstGeom prst="roundRect">
            <a:avLst>
              <a:gd name="adj" fmla="val 0"/>
            </a:avLst>
          </a:prstGeom>
          <a:noFill/>
          <a:ln>
            <a:noFill/>
          </a:ln>
          <a:effectLst>
            <a:outerShdw blurRad="190500" dist="38100" dir="5400000" algn="t" rotWithShape="0">
              <a:srgbClr val="7ECAF8">
                <a:alpha val="20000"/>
              </a:srgbClr>
            </a:outerShdw>
          </a:effectLst>
        </p:spPr>
        <p:txBody>
          <a:bodyPr spcFirstLastPara="1" wrap="square" lIns="91425" tIns="45700" rIns="91425" bIns="45700" anchor="ctr" anchorCtr="0">
            <a:normAutofit/>
          </a:bodyPr>
          <a:lstStyle/>
          <a:p>
            <a:pPr algn="ctr">
              <a:buClr>
                <a:srgbClr val="262626"/>
              </a:buClr>
              <a:buSzPts val="1200"/>
              <a:buFont typeface="Arial"/>
              <a:buNone/>
            </a:pPr>
            <a:r>
              <a:rPr lang="en-US" sz="1200" b="1" kern="0">
                <a:solidFill>
                  <a:srgbClr val="262626"/>
                </a:solidFill>
                <a:latin typeface="Arial" panose="020B0604020202020204" pitchFamily="34" charset="0"/>
                <a:ea typeface="Google Sans"/>
                <a:cs typeface="Google Sans"/>
                <a:sym typeface="Google Sans"/>
              </a:rPr>
              <a:t>2023+</a:t>
            </a:r>
            <a:endParaRPr lang="en-US" sz="1200" kern="0">
              <a:solidFill>
                <a:srgbClr val="000000"/>
              </a:solidFill>
              <a:latin typeface="Arial" panose="020B0604020202020204" pitchFamily="34" charset="0"/>
              <a:ea typeface="Google Sans"/>
              <a:cs typeface="Google Sans"/>
              <a:sym typeface="Google Sans"/>
            </a:endParaRPr>
          </a:p>
        </p:txBody>
      </p:sp>
      <p:grpSp>
        <p:nvGrpSpPr>
          <p:cNvPr id="256" name="Google Shape;867;p78">
            <a:extLst>
              <a:ext uri="{FF2B5EF4-FFF2-40B4-BE49-F238E27FC236}">
                <a16:creationId xmlns:a16="http://schemas.microsoft.com/office/drawing/2014/main" id="{E4B01915-7DB2-6690-3ADE-8A7E267E9EBF}"/>
              </a:ext>
            </a:extLst>
          </p:cNvPr>
          <p:cNvGrpSpPr/>
          <p:nvPr/>
        </p:nvGrpSpPr>
        <p:grpSpPr>
          <a:xfrm>
            <a:off x="11502712" y="5386572"/>
            <a:ext cx="267979" cy="494790"/>
            <a:chOff x="11409199" y="5117752"/>
            <a:chExt cx="328386" cy="518850"/>
          </a:xfrm>
        </p:grpSpPr>
        <p:sp>
          <p:nvSpPr>
            <p:cNvPr id="257" name="Google Shape;868;p78">
              <a:extLst>
                <a:ext uri="{FF2B5EF4-FFF2-40B4-BE49-F238E27FC236}">
                  <a16:creationId xmlns:a16="http://schemas.microsoft.com/office/drawing/2014/main" id="{E88D929B-8336-F8DA-C9AD-628991BCE332}"/>
                </a:ext>
              </a:extLst>
            </p:cNvPr>
            <p:cNvSpPr/>
            <p:nvPr/>
          </p:nvSpPr>
          <p:spPr>
            <a:xfrm>
              <a:off x="11409199"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4" y="308541"/>
                  </a:cubicBezTo>
                  <a:lnTo>
                    <a:pt x="219734" y="308541"/>
                  </a:lnTo>
                  <a:lnTo>
                    <a:pt x="29126" y="117934"/>
                  </a:lnTo>
                  <a:lnTo>
                    <a:pt x="29126" y="117934"/>
                  </a:lnTo>
                  <a:cubicBezTo>
                    <a:pt x="4569" y="93376"/>
                    <a:pt x="4569" y="53541"/>
                    <a:pt x="29126" y="29126"/>
                  </a:cubicBezTo>
                  <a:cubicBezTo>
                    <a:pt x="53684" y="4569"/>
                    <a:pt x="93519" y="4569"/>
                    <a:pt x="118077" y="29126"/>
                  </a:cubicBezTo>
                  <a:lnTo>
                    <a:pt x="308540" y="219591"/>
                  </a:lnTo>
                  <a:close/>
                </a:path>
              </a:pathLst>
            </a:custGeom>
            <a:solidFill>
              <a:srgbClr val="3C4043"/>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800"/>
                <a:buFont typeface="Calibri"/>
                <a:buNone/>
                <a:tabLst/>
                <a:defRPr/>
              </a:pPr>
              <a:endParaRPr kumimoji="0" sz="1800" b="1" i="0" u="none" strike="noStrike" kern="0" cap="none" spc="0" normalizeH="0" baseline="0" noProof="0">
                <a:ln>
                  <a:noFill/>
                </a:ln>
                <a:solidFill>
                  <a:srgbClr val="262626"/>
                </a:solidFill>
                <a:effectLst/>
                <a:uLnTx/>
                <a:uFillTx/>
                <a:ea typeface="Arial"/>
                <a:sym typeface="Arial"/>
              </a:endParaRPr>
            </a:p>
          </p:txBody>
        </p:sp>
        <p:sp>
          <p:nvSpPr>
            <p:cNvPr id="258" name="Google Shape;869;p78">
              <a:extLst>
                <a:ext uri="{FF2B5EF4-FFF2-40B4-BE49-F238E27FC236}">
                  <a16:creationId xmlns:a16="http://schemas.microsoft.com/office/drawing/2014/main" id="{1844958A-A3D5-B3E1-0064-8E5E6A6CF70A}"/>
                </a:ext>
              </a:extLst>
            </p:cNvPr>
            <p:cNvSpPr/>
            <p:nvPr/>
          </p:nvSpPr>
          <p:spPr>
            <a:xfrm>
              <a:off x="11409199"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4" y="29126"/>
                  </a:cubicBezTo>
                  <a:lnTo>
                    <a:pt x="219734" y="29126"/>
                  </a:lnTo>
                  <a:lnTo>
                    <a:pt x="29126" y="219733"/>
                  </a:lnTo>
                  <a:lnTo>
                    <a:pt x="29126" y="219733"/>
                  </a:lnTo>
                  <a:cubicBezTo>
                    <a:pt x="4569" y="244291"/>
                    <a:pt x="4569" y="284126"/>
                    <a:pt x="29126" y="308541"/>
                  </a:cubicBezTo>
                  <a:cubicBezTo>
                    <a:pt x="53684" y="333098"/>
                    <a:pt x="93519" y="333098"/>
                    <a:pt x="118077" y="308541"/>
                  </a:cubicBezTo>
                  <a:lnTo>
                    <a:pt x="308540" y="118077"/>
                  </a:lnTo>
                  <a:close/>
                </a:path>
              </a:pathLst>
            </a:custGeom>
            <a:solidFill>
              <a:srgbClr val="3C4043"/>
            </a:solidFill>
            <a:ln>
              <a:noFill/>
            </a:ln>
            <a:effectLst>
              <a:outerShdw blurRad="190500" dist="38100" dir="5400000" algn="ctr" rotWithShape="0">
                <a:srgbClr val="20303D">
                  <a:alpha val="20000"/>
                </a:srgbClr>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800"/>
                <a:buFont typeface="Calibri"/>
                <a:buNone/>
                <a:tabLst/>
                <a:defRPr/>
              </a:pPr>
              <a:endParaRPr kumimoji="0" sz="1800" b="1" i="0" u="none" strike="noStrike" kern="0" cap="none" spc="0" normalizeH="0" baseline="0" noProof="0">
                <a:ln>
                  <a:noFill/>
                </a:ln>
                <a:solidFill>
                  <a:srgbClr val="262626"/>
                </a:solidFill>
                <a:effectLst/>
                <a:uLnTx/>
                <a:uFillTx/>
                <a:ea typeface="Arial"/>
                <a:sym typeface="Arial"/>
              </a:endParaRPr>
            </a:p>
          </p:txBody>
        </p:sp>
      </p:grpSp>
      <p:grpSp>
        <p:nvGrpSpPr>
          <p:cNvPr id="259" name="Google Shape;870;p78">
            <a:extLst>
              <a:ext uri="{FF2B5EF4-FFF2-40B4-BE49-F238E27FC236}">
                <a16:creationId xmlns:a16="http://schemas.microsoft.com/office/drawing/2014/main" id="{E673A908-0346-147F-3085-ECE4D67641AE}"/>
              </a:ext>
            </a:extLst>
          </p:cNvPr>
          <p:cNvGrpSpPr/>
          <p:nvPr/>
        </p:nvGrpSpPr>
        <p:grpSpPr>
          <a:xfrm>
            <a:off x="9676102" y="5523482"/>
            <a:ext cx="225452" cy="219551"/>
            <a:chOff x="9178253" y="5261328"/>
            <a:chExt cx="276273" cy="230227"/>
          </a:xfrm>
        </p:grpSpPr>
        <p:sp>
          <p:nvSpPr>
            <p:cNvPr id="260" name="Google Shape;871;p78">
              <a:extLst>
                <a:ext uri="{FF2B5EF4-FFF2-40B4-BE49-F238E27FC236}">
                  <a16:creationId xmlns:a16="http://schemas.microsoft.com/office/drawing/2014/main" id="{38FE40D2-56CC-370D-9733-FCC74EE7CE0D}"/>
                </a:ext>
              </a:extLst>
            </p:cNvPr>
            <p:cNvSpPr/>
            <p:nvPr/>
          </p:nvSpPr>
          <p:spPr>
            <a:xfrm>
              <a:off x="9178253" y="5261328"/>
              <a:ext cx="276273" cy="230227"/>
            </a:xfrm>
            <a:custGeom>
              <a:avLst/>
              <a:gdLst/>
              <a:ahLst/>
              <a:cxnLst/>
              <a:rect l="l" t="t" r="r" b="b"/>
              <a:pathLst>
                <a:path w="256998" h="214165" extrusionOk="0">
                  <a:moveTo>
                    <a:pt x="236152" y="153913"/>
                  </a:moveTo>
                  <a:cubicBezTo>
                    <a:pt x="236295" y="153770"/>
                    <a:pt x="236295" y="153770"/>
                    <a:pt x="236295" y="153628"/>
                  </a:cubicBezTo>
                  <a:cubicBezTo>
                    <a:pt x="260567" y="129070"/>
                    <a:pt x="260567" y="89378"/>
                    <a:pt x="236152" y="64963"/>
                  </a:cubicBezTo>
                  <a:cubicBezTo>
                    <a:pt x="236152" y="64963"/>
                    <a:pt x="236152" y="64963"/>
                    <a:pt x="236010" y="64963"/>
                  </a:cubicBezTo>
                  <a:lnTo>
                    <a:pt x="181754" y="10708"/>
                  </a:lnTo>
                  <a:lnTo>
                    <a:pt x="109509" y="10708"/>
                  </a:lnTo>
                  <a:cubicBezTo>
                    <a:pt x="54969" y="10708"/>
                    <a:pt x="10708" y="54969"/>
                    <a:pt x="10708" y="109510"/>
                  </a:cubicBezTo>
                  <a:cubicBezTo>
                    <a:pt x="10708" y="164050"/>
                    <a:pt x="54969" y="208311"/>
                    <a:pt x="109509" y="208311"/>
                  </a:cubicBezTo>
                  <a:lnTo>
                    <a:pt x="181754" y="208311"/>
                  </a:lnTo>
                  <a:lnTo>
                    <a:pt x="235867" y="154199"/>
                  </a:lnTo>
                  <a:cubicBezTo>
                    <a:pt x="236010" y="153913"/>
                    <a:pt x="236010" y="153913"/>
                    <a:pt x="236152" y="153913"/>
                  </a:cubicBezTo>
                  <a:close/>
                </a:path>
              </a:pathLst>
            </a:custGeom>
            <a:solidFill>
              <a:srgbClr val="43515C"/>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261" name="Google Shape;872;p78">
              <a:extLst>
                <a:ext uri="{FF2B5EF4-FFF2-40B4-BE49-F238E27FC236}">
                  <a16:creationId xmlns:a16="http://schemas.microsoft.com/office/drawing/2014/main" id="{6F3BD797-6AC2-7E08-2DE2-66B2ED3B7DEC}"/>
                </a:ext>
              </a:extLst>
            </p:cNvPr>
            <p:cNvSpPr/>
            <p:nvPr/>
          </p:nvSpPr>
          <p:spPr>
            <a:xfrm>
              <a:off x="9208925" y="5300982"/>
              <a:ext cx="150986" cy="150986"/>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grpSp>
      <p:grpSp>
        <p:nvGrpSpPr>
          <p:cNvPr id="3" name="Group 2">
            <a:extLst>
              <a:ext uri="{FF2B5EF4-FFF2-40B4-BE49-F238E27FC236}">
                <a16:creationId xmlns:a16="http://schemas.microsoft.com/office/drawing/2014/main" id="{798F7B22-976E-0324-0D36-78B6B2F34B3E}"/>
              </a:ext>
            </a:extLst>
          </p:cNvPr>
          <p:cNvGrpSpPr/>
          <p:nvPr/>
        </p:nvGrpSpPr>
        <p:grpSpPr>
          <a:xfrm>
            <a:off x="2536767" y="5410993"/>
            <a:ext cx="443634" cy="444410"/>
            <a:chOff x="1159537" y="4914200"/>
            <a:chExt cx="322796" cy="323361"/>
          </a:xfrm>
        </p:grpSpPr>
        <p:grpSp>
          <p:nvGrpSpPr>
            <p:cNvPr id="4" name="Google Shape;825;p78">
              <a:extLst>
                <a:ext uri="{FF2B5EF4-FFF2-40B4-BE49-F238E27FC236}">
                  <a16:creationId xmlns:a16="http://schemas.microsoft.com/office/drawing/2014/main" id="{09F57266-4DB3-F058-6E4E-E4F0E3CCE7CE}"/>
                </a:ext>
              </a:extLst>
            </p:cNvPr>
            <p:cNvGrpSpPr/>
            <p:nvPr/>
          </p:nvGrpSpPr>
          <p:grpSpPr>
            <a:xfrm rot="2700000">
              <a:off x="1159254" y="4914483"/>
              <a:ext cx="323361" cy="322796"/>
              <a:chOff x="8973001" y="2110729"/>
              <a:chExt cx="478902" cy="476742"/>
            </a:xfrm>
          </p:grpSpPr>
          <p:sp>
            <p:nvSpPr>
              <p:cNvPr id="7" name="Google Shape;826;p78">
                <a:extLst>
                  <a:ext uri="{FF2B5EF4-FFF2-40B4-BE49-F238E27FC236}">
                    <a16:creationId xmlns:a16="http://schemas.microsoft.com/office/drawing/2014/main" id="{B7AD669B-7F90-D241-25D0-48BE0A6E2232}"/>
                  </a:ext>
                </a:extLst>
              </p:cNvPr>
              <p:cNvSpPr/>
              <p:nvPr/>
            </p:nvSpPr>
            <p:spPr>
              <a:xfrm>
                <a:off x="8975503" y="2110729"/>
                <a:ext cx="476400" cy="476400"/>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8" name="Google Shape;827;p78">
                <a:extLst>
                  <a:ext uri="{FF2B5EF4-FFF2-40B4-BE49-F238E27FC236}">
                    <a16:creationId xmlns:a16="http://schemas.microsoft.com/office/drawing/2014/main" id="{56C557DD-1C05-C02A-30CD-B19E82A31ABF}"/>
                  </a:ext>
                </a:extLst>
              </p:cNvPr>
              <p:cNvSpPr/>
              <p:nvPr/>
            </p:nvSpPr>
            <p:spPr>
              <a:xfrm>
                <a:off x="8973001" y="2111071"/>
                <a:ext cx="476400" cy="476400"/>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9" name="Google Shape;828;p78">
                <a:extLst>
                  <a:ext uri="{FF2B5EF4-FFF2-40B4-BE49-F238E27FC236}">
                    <a16:creationId xmlns:a16="http://schemas.microsoft.com/office/drawing/2014/main" id="{BFB6F793-4132-15DD-B60E-09DB255A8CDB}"/>
                  </a:ext>
                </a:extLst>
              </p:cNvPr>
              <p:cNvSpPr/>
              <p:nvPr/>
            </p:nvSpPr>
            <p:spPr>
              <a:xfrm>
                <a:off x="8975503" y="2110729"/>
                <a:ext cx="476400" cy="476400"/>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10" name="Google Shape;829;p78">
                <a:extLst>
                  <a:ext uri="{FF2B5EF4-FFF2-40B4-BE49-F238E27FC236}">
                    <a16:creationId xmlns:a16="http://schemas.microsoft.com/office/drawing/2014/main" id="{27780B56-F339-2B0C-17AE-8E75D27ED7E0}"/>
                  </a:ext>
                </a:extLst>
              </p:cNvPr>
              <p:cNvSpPr/>
              <p:nvPr/>
            </p:nvSpPr>
            <p:spPr>
              <a:xfrm>
                <a:off x="8975503" y="2110729"/>
                <a:ext cx="476400" cy="476400"/>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grpSp>
        <p:sp>
          <p:nvSpPr>
            <p:cNvPr id="5" name="Google Shape;830;p78">
              <a:extLst>
                <a:ext uri="{FF2B5EF4-FFF2-40B4-BE49-F238E27FC236}">
                  <a16:creationId xmlns:a16="http://schemas.microsoft.com/office/drawing/2014/main" id="{093C4756-8F93-7AA2-8851-116B385DF755}"/>
                </a:ext>
              </a:extLst>
            </p:cNvPr>
            <p:cNvSpPr/>
            <p:nvPr/>
          </p:nvSpPr>
          <p:spPr>
            <a:xfrm>
              <a:off x="1180764" y="4939739"/>
              <a:ext cx="278296" cy="277608"/>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grpSp>
      <p:grpSp>
        <p:nvGrpSpPr>
          <p:cNvPr id="262" name="Google Shape;873;p78">
            <a:extLst>
              <a:ext uri="{FF2B5EF4-FFF2-40B4-BE49-F238E27FC236}">
                <a16:creationId xmlns:a16="http://schemas.microsoft.com/office/drawing/2014/main" id="{F8FF39B8-912B-3B64-9CE7-D78C7A1485A5}"/>
              </a:ext>
            </a:extLst>
          </p:cNvPr>
          <p:cNvGrpSpPr/>
          <p:nvPr/>
        </p:nvGrpSpPr>
        <p:grpSpPr>
          <a:xfrm>
            <a:off x="7412360" y="5386553"/>
            <a:ext cx="267979" cy="494788"/>
            <a:chOff x="9126346" y="5117752"/>
            <a:chExt cx="328386" cy="518850"/>
          </a:xfrm>
        </p:grpSpPr>
        <p:grpSp>
          <p:nvGrpSpPr>
            <p:cNvPr id="263" name="Google Shape;874;p78">
              <a:extLst>
                <a:ext uri="{FF2B5EF4-FFF2-40B4-BE49-F238E27FC236}">
                  <a16:creationId xmlns:a16="http://schemas.microsoft.com/office/drawing/2014/main" id="{D8167BC0-CFE1-FD98-B9A8-E987B80D1B3A}"/>
                </a:ext>
              </a:extLst>
            </p:cNvPr>
            <p:cNvGrpSpPr/>
            <p:nvPr/>
          </p:nvGrpSpPr>
          <p:grpSpPr>
            <a:xfrm>
              <a:off x="9126346" y="5117752"/>
              <a:ext cx="328386" cy="518850"/>
              <a:chOff x="8996572" y="5117752"/>
              <a:chExt cx="328386" cy="518850"/>
            </a:xfrm>
          </p:grpSpPr>
          <p:sp>
            <p:nvSpPr>
              <p:cNvPr id="267" name="Google Shape;875;p78">
                <a:extLst>
                  <a:ext uri="{FF2B5EF4-FFF2-40B4-BE49-F238E27FC236}">
                    <a16:creationId xmlns:a16="http://schemas.microsoft.com/office/drawing/2014/main" id="{60B0EEBB-B8AA-FADE-47E1-14803E09B06A}"/>
                  </a:ext>
                </a:extLst>
              </p:cNvPr>
              <p:cNvSpPr/>
              <p:nvPr/>
            </p:nvSpPr>
            <p:spPr>
              <a:xfrm>
                <a:off x="8996572" y="5117752"/>
                <a:ext cx="328386" cy="328386"/>
              </a:xfrm>
              <a:custGeom>
                <a:avLst/>
                <a:gdLst/>
                <a:ahLst/>
                <a:cxnLst/>
                <a:rect l="l" t="t" r="r" b="b"/>
                <a:pathLst>
                  <a:path w="328386" h="328386" extrusionOk="0">
                    <a:moveTo>
                      <a:pt x="308540" y="219591"/>
                    </a:moveTo>
                    <a:cubicBezTo>
                      <a:pt x="333098" y="244148"/>
                      <a:pt x="333098" y="283983"/>
                      <a:pt x="308540" y="308541"/>
                    </a:cubicBezTo>
                    <a:cubicBezTo>
                      <a:pt x="283983" y="333098"/>
                      <a:pt x="244148" y="333098"/>
                      <a:pt x="219733" y="308541"/>
                    </a:cubicBezTo>
                    <a:lnTo>
                      <a:pt x="219733" y="308541"/>
                    </a:lnTo>
                    <a:lnTo>
                      <a:pt x="29126" y="117934"/>
                    </a:lnTo>
                    <a:lnTo>
                      <a:pt x="29126" y="117934"/>
                    </a:lnTo>
                    <a:cubicBezTo>
                      <a:pt x="4569" y="93376"/>
                      <a:pt x="4569" y="53541"/>
                      <a:pt x="29126" y="29126"/>
                    </a:cubicBezTo>
                    <a:cubicBezTo>
                      <a:pt x="53684" y="4569"/>
                      <a:pt x="93518" y="4569"/>
                      <a:pt x="118076" y="29126"/>
                    </a:cubicBezTo>
                    <a:lnTo>
                      <a:pt x="308540" y="219591"/>
                    </a:lnTo>
                    <a:close/>
                  </a:path>
                </a:pathLst>
              </a:custGeom>
              <a:solidFill>
                <a:srgbClr val="66737C"/>
              </a:solidFill>
              <a:ln>
                <a:noFill/>
              </a:ln>
              <a:effectLst>
                <a:outerShdw blurRad="190500" dist="38100" dir="5400000" algn="ctr" rotWithShape="0">
                  <a:srgbClr val="43515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sp>
            <p:nvSpPr>
              <p:cNvPr id="268" name="Google Shape;876;p78">
                <a:extLst>
                  <a:ext uri="{FF2B5EF4-FFF2-40B4-BE49-F238E27FC236}">
                    <a16:creationId xmlns:a16="http://schemas.microsoft.com/office/drawing/2014/main" id="{1D176907-1C81-8A92-00A2-2DD5728BA165}"/>
                  </a:ext>
                </a:extLst>
              </p:cNvPr>
              <p:cNvSpPr/>
              <p:nvPr/>
            </p:nvSpPr>
            <p:spPr>
              <a:xfrm>
                <a:off x="8996572" y="5308216"/>
                <a:ext cx="328386" cy="328386"/>
              </a:xfrm>
              <a:custGeom>
                <a:avLst/>
                <a:gdLst/>
                <a:ahLst/>
                <a:cxnLst/>
                <a:rect l="l" t="t" r="r" b="b"/>
                <a:pathLst>
                  <a:path w="328386" h="328386" extrusionOk="0">
                    <a:moveTo>
                      <a:pt x="308540" y="118077"/>
                    </a:moveTo>
                    <a:cubicBezTo>
                      <a:pt x="333098" y="93519"/>
                      <a:pt x="333098" y="53684"/>
                      <a:pt x="308540" y="29126"/>
                    </a:cubicBezTo>
                    <a:cubicBezTo>
                      <a:pt x="283983" y="4569"/>
                      <a:pt x="244148" y="4569"/>
                      <a:pt x="219733" y="29126"/>
                    </a:cubicBezTo>
                    <a:lnTo>
                      <a:pt x="219733" y="29126"/>
                    </a:lnTo>
                    <a:lnTo>
                      <a:pt x="29126" y="219733"/>
                    </a:lnTo>
                    <a:lnTo>
                      <a:pt x="29126" y="219733"/>
                    </a:lnTo>
                    <a:cubicBezTo>
                      <a:pt x="4569" y="244291"/>
                      <a:pt x="4569" y="284126"/>
                      <a:pt x="29126" y="308541"/>
                    </a:cubicBezTo>
                    <a:cubicBezTo>
                      <a:pt x="53684" y="333098"/>
                      <a:pt x="93518" y="333098"/>
                      <a:pt x="118076" y="308541"/>
                    </a:cubicBezTo>
                    <a:lnTo>
                      <a:pt x="308540" y="118077"/>
                    </a:lnTo>
                    <a:close/>
                  </a:path>
                </a:pathLst>
              </a:custGeom>
              <a:solidFill>
                <a:srgbClr val="66737C"/>
              </a:solidFill>
              <a:ln>
                <a:noFill/>
              </a:ln>
              <a:effectLst>
                <a:outerShdw blurRad="190500" dist="38100" dir="5400000" algn="ctr" rotWithShape="0">
                  <a:srgbClr val="43515C">
                    <a:alpha val="20000"/>
                  </a:srgbClr>
                </a:outerShdw>
              </a:effectLst>
            </p:spPr>
            <p:txBody>
              <a:bodyPr spcFirstLastPara="1" wrap="square" lIns="91425" tIns="45700" rIns="91425" bIns="45700" anchor="ctr" anchorCtr="0">
                <a:noAutofit/>
              </a:bodyPr>
              <a:lstStyle/>
              <a:p>
                <a:pPr algn="ctr">
                  <a:buClr>
                    <a:srgbClr val="000000"/>
                  </a:buClr>
                  <a:buSzPts val="1800"/>
                  <a:buFont typeface="Calibri"/>
                  <a:buNone/>
                </a:pPr>
                <a:endParaRPr kern="0">
                  <a:solidFill>
                    <a:srgbClr val="262626"/>
                  </a:solidFill>
                  <a:ea typeface="Arial"/>
                  <a:sym typeface="Arial"/>
                </a:endParaRPr>
              </a:p>
            </p:txBody>
          </p:sp>
        </p:grpSp>
        <p:grpSp>
          <p:nvGrpSpPr>
            <p:cNvPr id="264" name="Google Shape;877;p78">
              <a:extLst>
                <a:ext uri="{FF2B5EF4-FFF2-40B4-BE49-F238E27FC236}">
                  <a16:creationId xmlns:a16="http://schemas.microsoft.com/office/drawing/2014/main" id="{8D0D431C-43C7-23F5-3B3F-360CA64AC79F}"/>
                </a:ext>
              </a:extLst>
            </p:cNvPr>
            <p:cNvGrpSpPr/>
            <p:nvPr/>
          </p:nvGrpSpPr>
          <p:grpSpPr>
            <a:xfrm>
              <a:off x="9178253" y="5261328"/>
              <a:ext cx="276273" cy="230227"/>
              <a:chOff x="9178253" y="5261328"/>
              <a:chExt cx="276273" cy="230227"/>
            </a:xfrm>
          </p:grpSpPr>
          <p:sp>
            <p:nvSpPr>
              <p:cNvPr id="265" name="Google Shape;878;p78">
                <a:extLst>
                  <a:ext uri="{FF2B5EF4-FFF2-40B4-BE49-F238E27FC236}">
                    <a16:creationId xmlns:a16="http://schemas.microsoft.com/office/drawing/2014/main" id="{272947A8-A3F7-5BFF-7CE3-6B932D46132D}"/>
                  </a:ext>
                </a:extLst>
              </p:cNvPr>
              <p:cNvSpPr/>
              <p:nvPr/>
            </p:nvSpPr>
            <p:spPr>
              <a:xfrm>
                <a:off x="9178253" y="5261328"/>
                <a:ext cx="276273" cy="230227"/>
              </a:xfrm>
              <a:custGeom>
                <a:avLst/>
                <a:gdLst/>
                <a:ahLst/>
                <a:cxnLst/>
                <a:rect l="l" t="t" r="r" b="b"/>
                <a:pathLst>
                  <a:path w="256998" h="214165" extrusionOk="0">
                    <a:moveTo>
                      <a:pt x="236152" y="153913"/>
                    </a:moveTo>
                    <a:cubicBezTo>
                      <a:pt x="236295" y="153770"/>
                      <a:pt x="236295" y="153770"/>
                      <a:pt x="236295" y="153628"/>
                    </a:cubicBezTo>
                    <a:cubicBezTo>
                      <a:pt x="260567" y="129070"/>
                      <a:pt x="260567" y="89378"/>
                      <a:pt x="236152" y="64963"/>
                    </a:cubicBezTo>
                    <a:cubicBezTo>
                      <a:pt x="236152" y="64963"/>
                      <a:pt x="236152" y="64963"/>
                      <a:pt x="236010" y="64963"/>
                    </a:cubicBezTo>
                    <a:lnTo>
                      <a:pt x="181754" y="10708"/>
                    </a:lnTo>
                    <a:lnTo>
                      <a:pt x="109509" y="10708"/>
                    </a:lnTo>
                    <a:cubicBezTo>
                      <a:pt x="54969" y="10708"/>
                      <a:pt x="10708" y="54969"/>
                      <a:pt x="10708" y="109510"/>
                    </a:cubicBezTo>
                    <a:cubicBezTo>
                      <a:pt x="10708" y="164050"/>
                      <a:pt x="54969" y="208311"/>
                      <a:pt x="109509" y="208311"/>
                    </a:cubicBezTo>
                    <a:lnTo>
                      <a:pt x="181754" y="208311"/>
                    </a:lnTo>
                    <a:lnTo>
                      <a:pt x="235867" y="154199"/>
                    </a:lnTo>
                    <a:cubicBezTo>
                      <a:pt x="236010" y="153913"/>
                      <a:pt x="236010" y="153913"/>
                      <a:pt x="236152" y="153913"/>
                    </a:cubicBezTo>
                    <a:close/>
                  </a:path>
                </a:pathLst>
              </a:custGeom>
              <a:solidFill>
                <a:srgbClr val="43515C"/>
              </a:solidFill>
              <a:ln>
                <a:noFill/>
              </a:ln>
              <a:effectLst>
                <a:outerShdw blurRad="50800" dist="38100" algn="l" rotWithShape="0">
                  <a:srgbClr val="000000">
                    <a:alpha val="25880"/>
                  </a:srgbClr>
                </a:outerShdw>
              </a:effectLst>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sp>
            <p:nvSpPr>
              <p:cNvPr id="266" name="Google Shape;879;p78">
                <a:extLst>
                  <a:ext uri="{FF2B5EF4-FFF2-40B4-BE49-F238E27FC236}">
                    <a16:creationId xmlns:a16="http://schemas.microsoft.com/office/drawing/2014/main" id="{D745290F-DE4D-D9C2-3CE8-B452C2D1EBA3}"/>
                  </a:ext>
                </a:extLst>
              </p:cNvPr>
              <p:cNvSpPr/>
              <p:nvPr/>
            </p:nvSpPr>
            <p:spPr>
              <a:xfrm>
                <a:off x="9208925" y="5300982"/>
                <a:ext cx="150986" cy="150986"/>
              </a:xfrm>
              <a:custGeom>
                <a:avLst/>
                <a:gdLst/>
                <a:ahLst/>
                <a:cxnLst/>
                <a:rect l="l" t="t" r="r" b="b"/>
                <a:pathLst>
                  <a:path w="142776" h="142776" extrusionOk="0">
                    <a:moveTo>
                      <a:pt x="73530" y="136352"/>
                    </a:moveTo>
                    <a:cubicBezTo>
                      <a:pt x="38835" y="136352"/>
                      <a:pt x="10708" y="108225"/>
                      <a:pt x="10708" y="73530"/>
                    </a:cubicBezTo>
                    <a:cubicBezTo>
                      <a:pt x="10708" y="38835"/>
                      <a:pt x="38835" y="10708"/>
                      <a:pt x="73530" y="10708"/>
                    </a:cubicBezTo>
                    <a:cubicBezTo>
                      <a:pt x="108225" y="10708"/>
                      <a:pt x="136352" y="38978"/>
                      <a:pt x="136352" y="73530"/>
                    </a:cubicBezTo>
                    <a:cubicBezTo>
                      <a:pt x="136352" y="108082"/>
                      <a:pt x="108225" y="136352"/>
                      <a:pt x="73530" y="136352"/>
                    </a:cubicBezTo>
                    <a:lnTo>
                      <a:pt x="73530" y="136352"/>
                    </a:lnTo>
                    <a:close/>
                  </a:path>
                </a:pathLst>
              </a:custGeom>
              <a:solidFill>
                <a:srgbClr val="FFFFFF"/>
              </a:solidFill>
              <a:ln>
                <a:noFill/>
              </a:ln>
            </p:spPr>
            <p:txBody>
              <a:bodyPr spcFirstLastPara="1" wrap="square" lIns="91425" tIns="45700" rIns="91425" bIns="45700" anchor="ctr" anchorCtr="0">
                <a:noAutofit/>
              </a:bodyPr>
              <a:lstStyle/>
              <a:p>
                <a:pPr>
                  <a:buClr>
                    <a:srgbClr val="000000"/>
                  </a:buClr>
                  <a:buSzPts val="1800"/>
                  <a:buFont typeface="Calibri"/>
                  <a:buNone/>
                </a:pPr>
                <a:endParaRPr kern="0">
                  <a:solidFill>
                    <a:srgbClr val="262626"/>
                  </a:solidFill>
                  <a:ea typeface="Arial"/>
                  <a:sym typeface="Arial"/>
                </a:endParaRPr>
              </a:p>
            </p:txBody>
          </p:sp>
        </p:grpSp>
      </p:grpSp>
      <p:sp>
        <p:nvSpPr>
          <p:cNvPr id="269" name="Google Shape;880;p78">
            <a:extLst>
              <a:ext uri="{FF2B5EF4-FFF2-40B4-BE49-F238E27FC236}">
                <a16:creationId xmlns:a16="http://schemas.microsoft.com/office/drawing/2014/main" id="{BF3537A9-7B95-D24A-2352-070B4E3ED930}"/>
              </a:ext>
            </a:extLst>
          </p:cNvPr>
          <p:cNvSpPr/>
          <p:nvPr/>
        </p:nvSpPr>
        <p:spPr>
          <a:xfrm>
            <a:off x="2040275" y="2860188"/>
            <a:ext cx="1500414" cy="1477295"/>
          </a:xfrm>
          <a:prstGeom prst="rect">
            <a:avLst/>
          </a:prstGeom>
          <a:noFill/>
          <a:ln>
            <a:noFill/>
          </a:ln>
        </p:spPr>
        <p:txBody>
          <a:bodyPr spcFirstLastPara="1" wrap="square" lIns="91425" tIns="45700" rIns="91425" bIns="45700" anchor="t" anchorCtr="0">
            <a:normAutofit/>
          </a:bodyPr>
          <a:lstStyle/>
          <a:p>
            <a:pPr marL="88900" indent="-69850">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Rolled out category strategies and standardized sourcing processes globally.</a:t>
            </a:r>
            <a:endParaRPr lang="en-US" sz="1200" kern="0">
              <a:solidFill>
                <a:srgbClr val="000000"/>
              </a:solidFill>
              <a:latin typeface="Arial" panose="020B0604020202020204" pitchFamily="34" charset="0"/>
              <a:ea typeface="Google Sans"/>
              <a:cs typeface="Google Sans"/>
              <a:sym typeface="Google Sans"/>
            </a:endParaRPr>
          </a:p>
        </p:txBody>
      </p:sp>
      <p:grpSp>
        <p:nvGrpSpPr>
          <p:cNvPr id="11" name="Group 10">
            <a:extLst>
              <a:ext uri="{FF2B5EF4-FFF2-40B4-BE49-F238E27FC236}">
                <a16:creationId xmlns:a16="http://schemas.microsoft.com/office/drawing/2014/main" id="{FDA89631-45C1-2C24-82F0-268708DCAE59}"/>
              </a:ext>
            </a:extLst>
          </p:cNvPr>
          <p:cNvGrpSpPr/>
          <p:nvPr/>
        </p:nvGrpSpPr>
        <p:grpSpPr>
          <a:xfrm>
            <a:off x="4274806" y="5315502"/>
            <a:ext cx="634282" cy="635392"/>
            <a:chOff x="1159537" y="4914200"/>
            <a:chExt cx="322796" cy="323361"/>
          </a:xfrm>
        </p:grpSpPr>
        <p:grpSp>
          <p:nvGrpSpPr>
            <p:cNvPr id="12" name="Google Shape;825;p78">
              <a:extLst>
                <a:ext uri="{FF2B5EF4-FFF2-40B4-BE49-F238E27FC236}">
                  <a16:creationId xmlns:a16="http://schemas.microsoft.com/office/drawing/2014/main" id="{3A0BF01D-DA64-0C7C-ACED-0A572D027706}"/>
                </a:ext>
              </a:extLst>
            </p:cNvPr>
            <p:cNvGrpSpPr/>
            <p:nvPr/>
          </p:nvGrpSpPr>
          <p:grpSpPr>
            <a:xfrm rot="2700000">
              <a:off x="1159254" y="4914483"/>
              <a:ext cx="323361" cy="322796"/>
              <a:chOff x="8973001" y="2110729"/>
              <a:chExt cx="478902" cy="476742"/>
            </a:xfrm>
          </p:grpSpPr>
          <p:sp>
            <p:nvSpPr>
              <p:cNvPr id="14" name="Google Shape;826;p78">
                <a:extLst>
                  <a:ext uri="{FF2B5EF4-FFF2-40B4-BE49-F238E27FC236}">
                    <a16:creationId xmlns:a16="http://schemas.microsoft.com/office/drawing/2014/main" id="{60A638FB-AA95-3C05-BC67-54D8D405C08A}"/>
                  </a:ext>
                </a:extLst>
              </p:cNvPr>
              <p:cNvSpPr/>
              <p:nvPr/>
            </p:nvSpPr>
            <p:spPr>
              <a:xfrm>
                <a:off x="8975503" y="2110729"/>
                <a:ext cx="476400" cy="476400"/>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15" name="Google Shape;827;p78">
                <a:extLst>
                  <a:ext uri="{FF2B5EF4-FFF2-40B4-BE49-F238E27FC236}">
                    <a16:creationId xmlns:a16="http://schemas.microsoft.com/office/drawing/2014/main" id="{8B669B17-E47E-0D25-A807-46F60B9B6DB4}"/>
                  </a:ext>
                </a:extLst>
              </p:cNvPr>
              <p:cNvSpPr/>
              <p:nvPr/>
            </p:nvSpPr>
            <p:spPr>
              <a:xfrm>
                <a:off x="8973001" y="2111071"/>
                <a:ext cx="476400" cy="476400"/>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16" name="Google Shape;828;p78">
                <a:extLst>
                  <a:ext uri="{FF2B5EF4-FFF2-40B4-BE49-F238E27FC236}">
                    <a16:creationId xmlns:a16="http://schemas.microsoft.com/office/drawing/2014/main" id="{6FB27F39-481C-0412-C7B6-CE837915C71F}"/>
                  </a:ext>
                </a:extLst>
              </p:cNvPr>
              <p:cNvSpPr/>
              <p:nvPr/>
            </p:nvSpPr>
            <p:spPr>
              <a:xfrm>
                <a:off x="8975503" y="2110729"/>
                <a:ext cx="476400" cy="476400"/>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17" name="Google Shape;829;p78">
                <a:extLst>
                  <a:ext uri="{FF2B5EF4-FFF2-40B4-BE49-F238E27FC236}">
                    <a16:creationId xmlns:a16="http://schemas.microsoft.com/office/drawing/2014/main" id="{8642B08C-EE96-EFB4-A9A9-7620AFBDE1F6}"/>
                  </a:ext>
                </a:extLst>
              </p:cNvPr>
              <p:cNvSpPr/>
              <p:nvPr/>
            </p:nvSpPr>
            <p:spPr>
              <a:xfrm>
                <a:off x="8975503" y="2110729"/>
                <a:ext cx="476400" cy="476400"/>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grpSp>
        <p:sp>
          <p:nvSpPr>
            <p:cNvPr id="13" name="Google Shape;830;p78">
              <a:extLst>
                <a:ext uri="{FF2B5EF4-FFF2-40B4-BE49-F238E27FC236}">
                  <a16:creationId xmlns:a16="http://schemas.microsoft.com/office/drawing/2014/main" id="{97BCF847-D907-E629-66B0-0DAAA0BCDC4D}"/>
                </a:ext>
              </a:extLst>
            </p:cNvPr>
            <p:cNvSpPr/>
            <p:nvPr/>
          </p:nvSpPr>
          <p:spPr>
            <a:xfrm>
              <a:off x="1180764" y="4939739"/>
              <a:ext cx="278296" cy="277608"/>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grpSp>
      <p:sp>
        <p:nvSpPr>
          <p:cNvPr id="270" name="Google Shape;881;p78">
            <a:extLst>
              <a:ext uri="{FF2B5EF4-FFF2-40B4-BE49-F238E27FC236}">
                <a16:creationId xmlns:a16="http://schemas.microsoft.com/office/drawing/2014/main" id="{C0AFC9A5-5160-8BE0-B3D6-3A3CF16DF99E}"/>
              </a:ext>
            </a:extLst>
          </p:cNvPr>
          <p:cNvSpPr/>
          <p:nvPr/>
        </p:nvSpPr>
        <p:spPr>
          <a:xfrm>
            <a:off x="5668080" y="2860464"/>
            <a:ext cx="1746832" cy="1848739"/>
          </a:xfrm>
          <a:prstGeom prst="rect">
            <a:avLst/>
          </a:prstGeom>
          <a:noFill/>
          <a:ln>
            <a:noFill/>
          </a:ln>
        </p:spPr>
        <p:txBody>
          <a:bodyPr spcFirstLastPara="1" wrap="square" lIns="91425" tIns="45700" rIns="91425" bIns="45700" anchor="t" anchorCtr="0">
            <a:normAutofit/>
          </a:bodyPr>
          <a:lstStyle/>
          <a:p>
            <a:pPr marL="88900" indent="-69850">
              <a:buClr>
                <a:srgbClr val="262626"/>
              </a:buClr>
              <a:buSzPts val="800"/>
              <a:buFont typeface="Google Sans"/>
              <a:buChar char="•"/>
            </a:pPr>
            <a:r>
              <a:rPr lang="en-US" sz="1200" kern="0">
                <a:solidFill>
                  <a:srgbClr val="262626"/>
                </a:solidFill>
                <a:latin typeface="Arial" panose="020B0604020202020204" pitchFamily="34" charset="0"/>
                <a:ea typeface="Google Sans"/>
                <a:cs typeface="Google Sans"/>
                <a:sym typeface="Google Sans"/>
              </a:rPr>
              <a:t>Drove measurable savings through analytics and supplier rationalization.</a:t>
            </a:r>
            <a:endParaRPr lang="en-US" sz="1200" kern="0">
              <a:solidFill>
                <a:srgbClr val="000000"/>
              </a:solidFill>
              <a:latin typeface="Arial" panose="020B0604020202020204" pitchFamily="34" charset="0"/>
              <a:ea typeface="Google Sans"/>
              <a:cs typeface="Google Sans"/>
              <a:sym typeface="Google Sans"/>
            </a:endParaRPr>
          </a:p>
        </p:txBody>
      </p:sp>
      <p:sp>
        <p:nvSpPr>
          <p:cNvPr id="322" name="Rectangle 321">
            <a:extLst>
              <a:ext uri="{FF2B5EF4-FFF2-40B4-BE49-F238E27FC236}">
                <a16:creationId xmlns:a16="http://schemas.microsoft.com/office/drawing/2014/main" id="{F99F4DD1-A9FD-CE44-3BBD-A044F9A359BB}"/>
              </a:ext>
            </a:extLst>
          </p:cNvPr>
          <p:cNvSpPr/>
          <p:nvPr/>
        </p:nvSpPr>
        <p:spPr>
          <a:xfrm>
            <a:off x="2519144" y="5437435"/>
            <a:ext cx="491386" cy="369332"/>
          </a:xfrm>
          <a:prstGeom prst="rect">
            <a:avLst/>
          </a:prstGeom>
        </p:spPr>
        <p:txBody>
          <a:bodyPr wrap="square" lIns="91440" tIns="45720" rIns="91440" bIns="4572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schemeClr val="tx1">
                    <a:lumMod val="85000"/>
                    <a:lumOff val="15000"/>
                  </a:schemeClr>
                </a:solidFill>
                <a:latin typeface="Arial" panose="020B0604020202020204" pitchFamily="34" charset="0"/>
                <a:cs typeface="Arial"/>
              </a:rPr>
              <a:t/>
            </a:r>
          </a:p>
        </p:txBody>
      </p:sp>
      <p:sp>
        <p:nvSpPr>
          <p:cNvPr id="323" name="Rectangle 322">
            <a:extLst>
              <a:ext uri="{FF2B5EF4-FFF2-40B4-BE49-F238E27FC236}">
                <a16:creationId xmlns:a16="http://schemas.microsoft.com/office/drawing/2014/main" id="{E7EC34F5-595C-A16F-14F5-8E410AD46D76}"/>
              </a:ext>
            </a:extLst>
          </p:cNvPr>
          <p:cNvSpPr/>
          <p:nvPr/>
        </p:nvSpPr>
        <p:spPr>
          <a:xfrm>
            <a:off x="4225225" y="5399950"/>
            <a:ext cx="743386" cy="430887"/>
          </a:xfrm>
          <a:prstGeom prst="rect">
            <a:avLst/>
          </a:prstGeom>
        </p:spPr>
        <p:txBody>
          <a:bodyPr wrap="square" lIns="91440" tIns="45720" rIns="91440" bIns="4572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lumMod val="85000"/>
                    <a:lumOff val="15000"/>
                  </a:schemeClr>
                </a:solidFill>
                <a:latin typeface="Arial" panose="020B0604020202020204" pitchFamily="34" charset="0"/>
                <a:cs typeface="Arial"/>
              </a:rPr>
              <a:t/>
            </a:r>
          </a:p>
        </p:txBody>
      </p:sp>
      <p:grpSp>
        <p:nvGrpSpPr>
          <p:cNvPr id="25" name="Group 24">
            <a:extLst>
              <a:ext uri="{FF2B5EF4-FFF2-40B4-BE49-F238E27FC236}">
                <a16:creationId xmlns:a16="http://schemas.microsoft.com/office/drawing/2014/main" id="{4C56D829-1B35-AE9E-3856-ECFB90EF9F15}"/>
              </a:ext>
            </a:extLst>
          </p:cNvPr>
          <p:cNvGrpSpPr/>
          <p:nvPr/>
        </p:nvGrpSpPr>
        <p:grpSpPr>
          <a:xfrm>
            <a:off x="6226469" y="5315502"/>
            <a:ext cx="634282" cy="635392"/>
            <a:chOff x="1159537" y="4914200"/>
            <a:chExt cx="322796" cy="323361"/>
          </a:xfrm>
        </p:grpSpPr>
        <p:grpSp>
          <p:nvGrpSpPr>
            <p:cNvPr id="26" name="Google Shape;825;p78">
              <a:extLst>
                <a:ext uri="{FF2B5EF4-FFF2-40B4-BE49-F238E27FC236}">
                  <a16:creationId xmlns:a16="http://schemas.microsoft.com/office/drawing/2014/main" id="{5954612C-88F0-9CB2-0C29-99A08E496CA8}"/>
                </a:ext>
              </a:extLst>
            </p:cNvPr>
            <p:cNvGrpSpPr/>
            <p:nvPr/>
          </p:nvGrpSpPr>
          <p:grpSpPr>
            <a:xfrm rot="2700000">
              <a:off x="1159254" y="4914483"/>
              <a:ext cx="323361" cy="322796"/>
              <a:chOff x="8973001" y="2110729"/>
              <a:chExt cx="478902" cy="476742"/>
            </a:xfrm>
          </p:grpSpPr>
          <p:sp>
            <p:nvSpPr>
              <p:cNvPr id="28" name="Google Shape;826;p78">
                <a:extLst>
                  <a:ext uri="{FF2B5EF4-FFF2-40B4-BE49-F238E27FC236}">
                    <a16:creationId xmlns:a16="http://schemas.microsoft.com/office/drawing/2014/main" id="{C8BD3969-7C57-BBD6-F5FF-1FC01D63F287}"/>
                  </a:ext>
                </a:extLst>
              </p:cNvPr>
              <p:cNvSpPr/>
              <p:nvPr/>
            </p:nvSpPr>
            <p:spPr>
              <a:xfrm>
                <a:off x="8975503" y="2110729"/>
                <a:ext cx="476400" cy="476400"/>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29" name="Google Shape;827;p78">
                <a:extLst>
                  <a:ext uri="{FF2B5EF4-FFF2-40B4-BE49-F238E27FC236}">
                    <a16:creationId xmlns:a16="http://schemas.microsoft.com/office/drawing/2014/main" id="{D5F20026-E1C7-A7B2-9090-35BBC9694416}"/>
                  </a:ext>
                </a:extLst>
              </p:cNvPr>
              <p:cNvSpPr/>
              <p:nvPr/>
            </p:nvSpPr>
            <p:spPr>
              <a:xfrm>
                <a:off x="8973001" y="2111071"/>
                <a:ext cx="476400" cy="476400"/>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30" name="Google Shape;828;p78">
                <a:extLst>
                  <a:ext uri="{FF2B5EF4-FFF2-40B4-BE49-F238E27FC236}">
                    <a16:creationId xmlns:a16="http://schemas.microsoft.com/office/drawing/2014/main" id="{AB92DDD4-21C8-28C3-530D-9EB98E5E69C0}"/>
                  </a:ext>
                </a:extLst>
              </p:cNvPr>
              <p:cNvSpPr/>
              <p:nvPr/>
            </p:nvSpPr>
            <p:spPr>
              <a:xfrm>
                <a:off x="8975503" y="2110729"/>
                <a:ext cx="476400" cy="476400"/>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31" name="Google Shape;829;p78">
                <a:extLst>
                  <a:ext uri="{FF2B5EF4-FFF2-40B4-BE49-F238E27FC236}">
                    <a16:creationId xmlns:a16="http://schemas.microsoft.com/office/drawing/2014/main" id="{E423C820-5C96-8C2D-D262-E4454AFB30E5}"/>
                  </a:ext>
                </a:extLst>
              </p:cNvPr>
              <p:cNvSpPr/>
              <p:nvPr/>
            </p:nvSpPr>
            <p:spPr>
              <a:xfrm>
                <a:off x="8975503" y="2110729"/>
                <a:ext cx="476400" cy="476400"/>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grpSp>
        <p:sp>
          <p:nvSpPr>
            <p:cNvPr id="27" name="Google Shape;830;p78">
              <a:extLst>
                <a:ext uri="{FF2B5EF4-FFF2-40B4-BE49-F238E27FC236}">
                  <a16:creationId xmlns:a16="http://schemas.microsoft.com/office/drawing/2014/main" id="{2A0FFE0C-0983-C1BA-1CDA-E1C5533AE406}"/>
                </a:ext>
              </a:extLst>
            </p:cNvPr>
            <p:cNvSpPr/>
            <p:nvPr/>
          </p:nvSpPr>
          <p:spPr>
            <a:xfrm>
              <a:off x="1180764" y="4939739"/>
              <a:ext cx="278296" cy="277608"/>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grpSp>
      <p:sp>
        <p:nvSpPr>
          <p:cNvPr id="324" name="Rectangle 323">
            <a:extLst>
              <a:ext uri="{FF2B5EF4-FFF2-40B4-BE49-F238E27FC236}">
                <a16:creationId xmlns:a16="http://schemas.microsoft.com/office/drawing/2014/main" id="{D112B7E7-4DCE-FBAB-297F-B191D70AF91C}"/>
              </a:ext>
            </a:extLst>
          </p:cNvPr>
          <p:cNvSpPr/>
          <p:nvPr/>
        </p:nvSpPr>
        <p:spPr>
          <a:xfrm>
            <a:off x="6191740" y="5428133"/>
            <a:ext cx="743386" cy="430887"/>
          </a:xfrm>
          <a:prstGeom prst="rect">
            <a:avLst/>
          </a:prstGeom>
        </p:spPr>
        <p:txBody>
          <a:bodyPr wrap="square" lIns="91440" tIns="45720" rIns="91440" bIns="45720" anchor="t">
            <a:normAutofit/>
          </a:bodyPr>
          <a:lstStyle/>
          <a:p>
            <a:pPr algn="ctr">
              <a:defRPr/>
            </a:pPr>
            <a:r>
              <a:rPr lang="en-US" sz="1100">
                <a:solidFill>
                  <a:schemeClr val="tx1">
                    <a:lumMod val="85000"/>
                    <a:lumOff val="15000"/>
                  </a:schemeClr>
                </a:solidFill>
                <a:latin typeface="Arial" panose="020B0604020202020204" pitchFamily="34" charset="0"/>
                <a:cs typeface="Arial"/>
              </a:rPr>
              <a:t/>
            </a:r>
          </a:p>
        </p:txBody>
      </p:sp>
      <p:grpSp>
        <p:nvGrpSpPr>
          <p:cNvPr id="32" name="Group 31">
            <a:extLst>
              <a:ext uri="{FF2B5EF4-FFF2-40B4-BE49-F238E27FC236}">
                <a16:creationId xmlns:a16="http://schemas.microsoft.com/office/drawing/2014/main" id="{B4704AE8-58C6-31A6-695E-5CCCEA74A056}"/>
              </a:ext>
            </a:extLst>
          </p:cNvPr>
          <p:cNvGrpSpPr/>
          <p:nvPr/>
        </p:nvGrpSpPr>
        <p:grpSpPr>
          <a:xfrm>
            <a:off x="8248885" y="5199466"/>
            <a:ext cx="865948" cy="867464"/>
            <a:chOff x="1159537" y="4914200"/>
            <a:chExt cx="322796" cy="323361"/>
          </a:xfrm>
        </p:grpSpPr>
        <p:grpSp>
          <p:nvGrpSpPr>
            <p:cNvPr id="33" name="Google Shape;825;p78">
              <a:extLst>
                <a:ext uri="{FF2B5EF4-FFF2-40B4-BE49-F238E27FC236}">
                  <a16:creationId xmlns:a16="http://schemas.microsoft.com/office/drawing/2014/main" id="{43CF4204-AAC6-CC16-62D0-36C0FD223027}"/>
                </a:ext>
              </a:extLst>
            </p:cNvPr>
            <p:cNvGrpSpPr/>
            <p:nvPr/>
          </p:nvGrpSpPr>
          <p:grpSpPr>
            <a:xfrm rot="2700000">
              <a:off x="1159254" y="4914483"/>
              <a:ext cx="323361" cy="322796"/>
              <a:chOff x="8973001" y="2110729"/>
              <a:chExt cx="478902" cy="476742"/>
            </a:xfrm>
          </p:grpSpPr>
          <p:sp>
            <p:nvSpPr>
              <p:cNvPr id="35" name="Google Shape;826;p78">
                <a:extLst>
                  <a:ext uri="{FF2B5EF4-FFF2-40B4-BE49-F238E27FC236}">
                    <a16:creationId xmlns:a16="http://schemas.microsoft.com/office/drawing/2014/main" id="{58C7BDEA-C944-F91B-F5B5-E7595299F11A}"/>
                  </a:ext>
                </a:extLst>
              </p:cNvPr>
              <p:cNvSpPr/>
              <p:nvPr/>
            </p:nvSpPr>
            <p:spPr>
              <a:xfrm>
                <a:off x="8975503" y="2110729"/>
                <a:ext cx="476400" cy="476400"/>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36" name="Google Shape;827;p78">
                <a:extLst>
                  <a:ext uri="{FF2B5EF4-FFF2-40B4-BE49-F238E27FC236}">
                    <a16:creationId xmlns:a16="http://schemas.microsoft.com/office/drawing/2014/main" id="{7D34C2F5-D810-CE0A-4742-A064EEB32F77}"/>
                  </a:ext>
                </a:extLst>
              </p:cNvPr>
              <p:cNvSpPr/>
              <p:nvPr/>
            </p:nvSpPr>
            <p:spPr>
              <a:xfrm>
                <a:off x="8973001" y="2111071"/>
                <a:ext cx="476400" cy="476400"/>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37" name="Google Shape;828;p78">
                <a:extLst>
                  <a:ext uri="{FF2B5EF4-FFF2-40B4-BE49-F238E27FC236}">
                    <a16:creationId xmlns:a16="http://schemas.microsoft.com/office/drawing/2014/main" id="{AC7856C4-EA39-738E-D12F-37DB8A064E3F}"/>
                  </a:ext>
                </a:extLst>
              </p:cNvPr>
              <p:cNvSpPr/>
              <p:nvPr/>
            </p:nvSpPr>
            <p:spPr>
              <a:xfrm>
                <a:off x="8975503" y="2110729"/>
                <a:ext cx="476400" cy="476400"/>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38" name="Google Shape;829;p78">
                <a:extLst>
                  <a:ext uri="{FF2B5EF4-FFF2-40B4-BE49-F238E27FC236}">
                    <a16:creationId xmlns:a16="http://schemas.microsoft.com/office/drawing/2014/main" id="{74156BDE-3ADE-8DC5-62F7-9480D9AFA736}"/>
                  </a:ext>
                </a:extLst>
              </p:cNvPr>
              <p:cNvSpPr/>
              <p:nvPr/>
            </p:nvSpPr>
            <p:spPr>
              <a:xfrm>
                <a:off x="8975503" y="2110729"/>
                <a:ext cx="476400" cy="476400"/>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grpSp>
        <p:sp>
          <p:nvSpPr>
            <p:cNvPr id="34" name="Google Shape;830;p78">
              <a:extLst>
                <a:ext uri="{FF2B5EF4-FFF2-40B4-BE49-F238E27FC236}">
                  <a16:creationId xmlns:a16="http://schemas.microsoft.com/office/drawing/2014/main" id="{A18B7B51-D2BB-DEBB-C298-96EA1D999BD5}"/>
                </a:ext>
              </a:extLst>
            </p:cNvPr>
            <p:cNvSpPr/>
            <p:nvPr/>
          </p:nvSpPr>
          <p:spPr>
            <a:xfrm>
              <a:off x="1180764" y="4939739"/>
              <a:ext cx="278296" cy="277608"/>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grpSp>
      <p:sp>
        <p:nvSpPr>
          <p:cNvPr id="42" name="Google Shape;826;p78">
            <a:extLst>
              <a:ext uri="{FF2B5EF4-FFF2-40B4-BE49-F238E27FC236}">
                <a16:creationId xmlns:a16="http://schemas.microsoft.com/office/drawing/2014/main" id="{020CBE65-059A-7E5C-4CF2-09FECC5D2A07}"/>
              </a:ext>
            </a:extLst>
          </p:cNvPr>
          <p:cNvSpPr/>
          <p:nvPr/>
        </p:nvSpPr>
        <p:spPr>
          <a:xfrm rot="2700000">
            <a:off x="10460674" y="5201918"/>
            <a:ext cx="862932" cy="865327"/>
          </a:xfrm>
          <a:prstGeom prst="blockArc">
            <a:avLst>
              <a:gd name="adj1" fmla="val 10800000"/>
              <a:gd name="adj2" fmla="val 16200000"/>
              <a:gd name="adj3" fmla="val 20000"/>
            </a:avLst>
          </a:prstGeom>
          <a:solidFill>
            <a:srgbClr val="66737C"/>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43" name="Google Shape;827;p78">
            <a:extLst>
              <a:ext uri="{FF2B5EF4-FFF2-40B4-BE49-F238E27FC236}">
                <a16:creationId xmlns:a16="http://schemas.microsoft.com/office/drawing/2014/main" id="{F64F1AA1-656F-C71C-C3B5-CD2EC9332AB7}"/>
              </a:ext>
            </a:extLst>
          </p:cNvPr>
          <p:cNvSpPr/>
          <p:nvPr/>
        </p:nvSpPr>
        <p:spPr>
          <a:xfrm rot="2700000">
            <a:off x="10457030" y="5199153"/>
            <a:ext cx="862932" cy="865327"/>
          </a:xfrm>
          <a:prstGeom prst="blockArc">
            <a:avLst>
              <a:gd name="adj1" fmla="val 16200000"/>
              <a:gd name="adj2" fmla="val 18"/>
              <a:gd name="adj3" fmla="val 20000"/>
            </a:avLst>
          </a:prstGeom>
          <a:solidFill>
            <a:srgbClr val="B2E0FA"/>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44" name="Google Shape;828;p78">
            <a:extLst>
              <a:ext uri="{FF2B5EF4-FFF2-40B4-BE49-F238E27FC236}">
                <a16:creationId xmlns:a16="http://schemas.microsoft.com/office/drawing/2014/main" id="{2BEE3DEB-7AE5-AF68-D865-CDE2DB217EE8}"/>
              </a:ext>
            </a:extLst>
          </p:cNvPr>
          <p:cNvSpPr/>
          <p:nvPr/>
        </p:nvSpPr>
        <p:spPr>
          <a:xfrm rot="2700000">
            <a:off x="10460674" y="5201918"/>
            <a:ext cx="862932" cy="865327"/>
          </a:xfrm>
          <a:prstGeom prst="blockArc">
            <a:avLst>
              <a:gd name="adj1" fmla="val 0"/>
              <a:gd name="adj2" fmla="val 5400000"/>
              <a:gd name="adj3" fmla="val 20000"/>
            </a:avLst>
          </a:prstGeom>
          <a:solidFill>
            <a:srgbClr val="FCA523"/>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45" name="Google Shape;829;p78">
            <a:extLst>
              <a:ext uri="{FF2B5EF4-FFF2-40B4-BE49-F238E27FC236}">
                <a16:creationId xmlns:a16="http://schemas.microsoft.com/office/drawing/2014/main" id="{08C9075F-22F3-8B0A-9ABF-17B3B539D7A1}"/>
              </a:ext>
            </a:extLst>
          </p:cNvPr>
          <p:cNvSpPr/>
          <p:nvPr/>
        </p:nvSpPr>
        <p:spPr>
          <a:xfrm rot="2700000">
            <a:off x="10460674" y="5201918"/>
            <a:ext cx="862932" cy="865327"/>
          </a:xfrm>
          <a:prstGeom prst="blockArc">
            <a:avLst>
              <a:gd name="adj1" fmla="val 5400000"/>
              <a:gd name="adj2" fmla="val 10800000"/>
              <a:gd name="adj3" fmla="val 20000"/>
            </a:avLst>
          </a:prstGeom>
          <a:solidFill>
            <a:srgbClr val="459FED"/>
          </a:solidFill>
          <a:ln>
            <a:noFill/>
          </a:ln>
        </p:spPr>
        <p:txBody>
          <a:bodyPr spcFirstLastPara="1" wrap="square" lIns="91425" tIns="45700" rIns="91425" bIns="45700" anchor="ctr" anchorCtr="0">
            <a:noAutofit/>
          </a:bodyPr>
          <a:lstStyle/>
          <a:p>
            <a:pPr algn="ctr">
              <a:buClr>
                <a:srgbClr val="000000"/>
              </a:buClr>
              <a:buFont typeface="Arial"/>
              <a:buNone/>
            </a:pPr>
            <a:endParaRPr kern="0">
              <a:solidFill>
                <a:srgbClr val="262626"/>
              </a:solidFill>
              <a:latin typeface="Calibri"/>
              <a:ea typeface="Calibri"/>
              <a:cs typeface="Calibri"/>
              <a:sym typeface="Calibri"/>
            </a:endParaRPr>
          </a:p>
        </p:txBody>
      </p:sp>
      <p:sp>
        <p:nvSpPr>
          <p:cNvPr id="41" name="Google Shape;830;p78">
            <a:extLst>
              <a:ext uri="{FF2B5EF4-FFF2-40B4-BE49-F238E27FC236}">
                <a16:creationId xmlns:a16="http://schemas.microsoft.com/office/drawing/2014/main" id="{33113786-64B3-BF7B-24A4-F1D9CE87A209}"/>
              </a:ext>
            </a:extLst>
          </p:cNvPr>
          <p:cNvSpPr/>
          <p:nvPr/>
        </p:nvSpPr>
        <p:spPr>
          <a:xfrm>
            <a:off x="10514290" y="5267978"/>
            <a:ext cx="746570" cy="744725"/>
          </a:xfrm>
          <a:prstGeom prst="ellipse">
            <a:avLst/>
          </a:prstGeom>
          <a:solidFill>
            <a:srgbClr val="FFFFFF"/>
          </a:solidFill>
          <a:ln>
            <a:noFill/>
          </a:ln>
        </p:spPr>
        <p:txBody>
          <a:bodyPr spcFirstLastPara="1" wrap="square" lIns="0" tIns="0" rIns="0" bIns="0" anchor="ctr" anchorCtr="0">
            <a:noAutofit/>
          </a:bodyPr>
          <a:lstStyle/>
          <a:p>
            <a:pPr algn="ctr">
              <a:buClr>
                <a:srgbClr val="000000"/>
              </a:buClr>
              <a:buFont typeface="Arial"/>
              <a:buNone/>
            </a:pPr>
            <a:endParaRPr sz="600" b="1" kern="0">
              <a:solidFill>
                <a:srgbClr val="262626"/>
              </a:solidFill>
              <a:latin typeface="Google Sans"/>
              <a:ea typeface="Google Sans"/>
              <a:cs typeface="Google Sans"/>
              <a:sym typeface="Google Sans"/>
            </a:endParaRPr>
          </a:p>
        </p:txBody>
      </p:sp>
      <p:sp>
        <p:nvSpPr>
          <p:cNvPr id="325" name="Rectangle 324">
            <a:extLst>
              <a:ext uri="{FF2B5EF4-FFF2-40B4-BE49-F238E27FC236}">
                <a16:creationId xmlns:a16="http://schemas.microsoft.com/office/drawing/2014/main" id="{47A43FD4-DA55-11E5-6159-38C3BDB9F919}"/>
              </a:ext>
            </a:extLst>
          </p:cNvPr>
          <p:cNvSpPr/>
          <p:nvPr/>
        </p:nvSpPr>
        <p:spPr>
          <a:xfrm>
            <a:off x="8312386" y="5352760"/>
            <a:ext cx="743386" cy="584775"/>
          </a:xfrm>
          <a:prstGeom prst="rect">
            <a:avLst/>
          </a:prstGeom>
        </p:spPr>
        <p:txBody>
          <a:bodyPr wrap="square" lIns="91440" tIns="45720" rIns="91440" bIns="4572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solidFill>
                  <a:schemeClr val="tx1">
                    <a:lumMod val="85000"/>
                    <a:lumOff val="15000"/>
                  </a:schemeClr>
                </a:solidFill>
                <a:latin typeface="Arial" panose="020B0604020202020204" pitchFamily="34" charset="0"/>
                <a:cs typeface="Arial"/>
              </a:rPr>
              <a:t/>
            </a:r>
          </a:p>
        </p:txBody>
      </p:sp>
      <p:sp>
        <p:nvSpPr>
          <p:cNvPr id="326" name="Rectangle 325">
            <a:extLst>
              <a:ext uri="{FF2B5EF4-FFF2-40B4-BE49-F238E27FC236}">
                <a16:creationId xmlns:a16="http://schemas.microsoft.com/office/drawing/2014/main" id="{98E50FF6-884B-FBC9-27AB-C6ED03711444}"/>
              </a:ext>
            </a:extLst>
          </p:cNvPr>
          <p:cNvSpPr/>
          <p:nvPr/>
        </p:nvSpPr>
        <p:spPr>
          <a:xfrm>
            <a:off x="739307" y="5448532"/>
            <a:ext cx="491386" cy="369332"/>
          </a:xfrm>
          <a:prstGeom prst="rect">
            <a:avLst/>
          </a:prstGeom>
        </p:spPr>
        <p:txBody>
          <a:bodyPr wrap="square">
            <a:normAutofit/>
          </a:bodyPr>
          <a:lstStyle/>
          <a:p>
            <a:pPr algn="ctr">
              <a:defRPr/>
            </a:pPr>
            <a:r>
              <a:rPr lang="en-US" sz="900">
                <a:solidFill>
                  <a:schemeClr val="tx1">
                    <a:lumMod val="85000"/>
                    <a:lumOff val="15000"/>
                  </a:schemeClr>
                </a:solidFill>
                <a:latin typeface="Arial" panose="020B0604020202020204" pitchFamily="34" charset="0"/>
                <a:cs typeface="Arial"/>
              </a:rPr>
              <a:t/>
            </a:r>
          </a:p>
        </p:txBody>
      </p:sp>
      <p:sp>
        <p:nvSpPr>
          <p:cNvPr id="327" name="Rectangle 326">
            <a:extLst>
              <a:ext uri="{FF2B5EF4-FFF2-40B4-BE49-F238E27FC236}">
                <a16:creationId xmlns:a16="http://schemas.microsoft.com/office/drawing/2014/main" id="{02599059-0E94-B289-88D5-A7D1E479D280}"/>
              </a:ext>
            </a:extLst>
          </p:cNvPr>
          <p:cNvSpPr/>
          <p:nvPr/>
        </p:nvSpPr>
        <p:spPr>
          <a:xfrm>
            <a:off x="10533768" y="5333837"/>
            <a:ext cx="743386" cy="584775"/>
          </a:xfrm>
          <a:prstGeom prst="rect">
            <a:avLst/>
          </a:prstGeom>
        </p:spPr>
        <p:txBody>
          <a:bodyPr wrap="square" lIns="91440" tIns="45720" rIns="91440" bIns="4572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solidFill>
                  <a:schemeClr val="tx1">
                    <a:lumMod val="85000"/>
                    <a:lumOff val="15000"/>
                  </a:schemeClr>
                </a:solidFill>
                <a:latin typeface="Arial" panose="020B0604020202020204" pitchFamily="34" charset="0"/>
                <a:cs typeface="Arial"/>
              </a:rPr>
              <a:t/>
            </a:r>
          </a:p>
        </p:txBody>
      </p:sp>
      <p:sp>
        <p:nvSpPr>
          <p:cNvPr id="328" name="Title 3">
            <a:extLst>
              <a:ext uri="{FF2B5EF4-FFF2-40B4-BE49-F238E27FC236}">
                <a16:creationId xmlns:a16="http://schemas.microsoft.com/office/drawing/2014/main" id="{B7158A34-F6D2-19F9-154B-B5D2B542F5CF}"/>
              </a:ext>
            </a:extLst>
          </p:cNvPr>
          <p:cNvSpPr>
            <a:spLocks noGrp="1"/>
          </p:cNvSpPr>
          <p:nvPr>
            <p:ph type="title"/>
          </p:nvPr>
        </p:nvSpPr>
        <p:spPr/>
        <p:txBody>
          <a:bodyPr wrap="square">
            <a:normAutofit/>
          </a:bodyPr>
          <a:lstStyle/>
          <a:p>
            <a:pPr marL="0" marR="0" lvl="0" indent="0" algn="l" defTabSz="914400" rtl="0" eaLnBrk="1" fontAlgn="auto" latinLnBrk="0" hangingPunct="1">
              <a:lnSpc>
                <a:spcPct val="90000"/>
              </a:lnSpc>
              <a:spcBef>
                <a:spcPts val="0"/>
              </a:spcBef>
              <a:spcAft>
                <a:spcPts val="0"/>
              </a:spcAft>
              <a:buClr>
                <a:srgbClr val="3C4043"/>
              </a:buClr>
              <a:buSzPts val="800"/>
              <a:buFont typeface="Arial"/>
              <a:buNone/>
              <a:tabLst/>
              <a:defRPr/>
            </a:pPr>
            <a:r>
              <a:rPr kumimoji="0" lang="en-US" sz="2000" b="1" i="0" u="none" strike="noStrike" kern="0" cap="none" spc="0" normalizeH="0" baseline="0" noProof="0">
                <a:ln>
                  <a:noFill/>
                </a:ln>
                <a:effectLst/>
                <a:uLnTx/>
                <a:uFillTx/>
                <a:latin typeface="Arial" panose="020B0604020202020204" pitchFamily="34" charset="0"/>
                <a:ea typeface="Google Sans"/>
                <a:cs typeface="Google Sans"/>
                <a:sym typeface="Google Sans"/>
              </a:rPr>
              <a:t>Our Procurement Transformation Journey: 2013 to Today</a:t>
            </a:r>
          </a:p>
        </p:txBody>
      </p:sp>
    </p:spTree>
    <p:extLst>
      <p:ext uri="{BB962C8B-B14F-4D97-AF65-F5344CB8AC3E}">
        <p14:creationId xmlns:p14="http://schemas.microsoft.com/office/powerpoint/2010/main" val="2995647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F66FBB7-F391-40FB-97CC-1886B0A268E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4" name="Object 3" hidden="1">
                        <a:extLst>
                          <a:ext uri="{FF2B5EF4-FFF2-40B4-BE49-F238E27FC236}">
                            <a16:creationId xmlns:a16="http://schemas.microsoft.com/office/drawing/2014/main" id="{AF66FBB7-F391-40FB-97CC-1886B0A268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D71B95B-876A-4B98-9793-02606131EA83}"/>
              </a:ext>
            </a:extLst>
          </p:cNvPr>
          <p:cNvSpPr/>
          <p:nvPr>
            <p:custDataLst>
              <p:tags r:id="rId2"/>
            </p:custDataLst>
          </p:nvPr>
        </p:nvSpPr>
        <p:spPr bwMode="auto">
          <a:xfrm>
            <a:off x="0" y="0"/>
            <a:ext cx="158750" cy="158750"/>
          </a:xfrm>
          <a:prstGeom prst="rect">
            <a:avLst/>
          </a:prstGeom>
          <a:solidFill>
            <a:schemeClr val="bg1">
              <a:lumMod val="85000"/>
            </a:schemeClr>
          </a:solidFill>
          <a:ln w="9525">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pic>
        <p:nvPicPr>
          <p:cNvPr id="3" name="Picture 2"/>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0" y="0"/>
            <a:ext cx="12192000" cy="6871648"/>
          </a:xfrm>
          <a:prstGeom prst="rect">
            <a:avLst/>
          </a:prstGeom>
          <a:solidFill>
            <a:srgbClr val="7ECAF8"/>
          </a:solidFill>
        </p:spPr>
      </p:pic>
      <p:sp>
        <p:nvSpPr>
          <p:cNvPr id="29" name="TextBox 28"/>
          <p:cNvSpPr txBox="1"/>
          <p:nvPr/>
        </p:nvSpPr>
        <p:spPr>
          <a:xfrm>
            <a:off x="103532" y="4967541"/>
            <a:ext cx="3077595" cy="1077218"/>
          </a:xfrm>
          <a:prstGeom prst="rect">
            <a:avLst/>
          </a:prstGeom>
          <a:noFill/>
          <a:ln w="12700">
            <a:noFill/>
            <a:prstDash val="solid"/>
          </a:ln>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Esquein</a:t>
            </a:r>
            <a:endParaRPr kumimoji="0" lang="en-US" sz="16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Ipsumidorci portada pibu svi vamu</a:t>
            </a: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Ssuscipi ttor toregetf</a:t>
            </a: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Elispo rttitorvol utp atcrasultr iciesli</a:t>
            </a: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Gulas edma gnad ict umportal or e mips</a:t>
            </a:r>
            <a:endParaRPr kumimoji="0" lang="en-US" sz="1200" b="1"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2" name="TextBox 31"/>
          <p:cNvSpPr txBox="1"/>
          <p:nvPr/>
        </p:nvSpPr>
        <p:spPr>
          <a:xfrm>
            <a:off x="3590185" y="5872962"/>
            <a:ext cx="1512000" cy="374571"/>
          </a:xfrm>
          <a:prstGeom prst="roundRect">
            <a:avLst/>
          </a:prstGeom>
          <a:solidFill>
            <a:srgbClr val="37BBEB"/>
          </a:solidFill>
          <a:effectLst>
            <a:outerShdw blurRad="139700" dist="50800" dir="2700000" algn="tl" rotWithShape="0">
              <a:schemeClr val="tx2">
                <a:lumMod val="50000"/>
                <a:alpha val="68000"/>
              </a:scheme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1999</a:t>
            </a:r>
          </a:p>
        </p:txBody>
      </p:sp>
      <p:sp>
        <p:nvSpPr>
          <p:cNvPr id="8" name="Freeform 5"/>
          <p:cNvSpPr>
            <a:spLocks noEditPoints="1"/>
          </p:cNvSpPr>
          <p:nvPr/>
        </p:nvSpPr>
        <p:spPr bwMode="auto">
          <a:xfrm>
            <a:off x="3279832" y="5173691"/>
            <a:ext cx="470824" cy="683389"/>
          </a:xfrm>
          <a:custGeom>
            <a:avLst/>
            <a:gdLst>
              <a:gd name="T0" fmla="*/ 194 w 198"/>
              <a:gd name="T1" fmla="*/ 72 h 288"/>
              <a:gd name="T2" fmla="*/ 189 w 198"/>
              <a:gd name="T3" fmla="*/ 60 h 288"/>
              <a:gd name="T4" fmla="*/ 98 w 198"/>
              <a:gd name="T5" fmla="*/ 0 h 288"/>
              <a:gd name="T6" fmla="*/ 0 w 198"/>
              <a:gd name="T7" fmla="*/ 89 h 288"/>
              <a:gd name="T8" fmla="*/ 0 w 198"/>
              <a:gd name="T9" fmla="*/ 102 h 288"/>
              <a:gd name="T10" fmla="*/ 0 w 198"/>
              <a:gd name="T11" fmla="*/ 109 h 288"/>
              <a:gd name="T12" fmla="*/ 44 w 198"/>
              <a:gd name="T13" fmla="*/ 197 h 288"/>
              <a:gd name="T14" fmla="*/ 99 w 198"/>
              <a:gd name="T15" fmla="*/ 288 h 288"/>
              <a:gd name="T16" fmla="*/ 134 w 198"/>
              <a:gd name="T17" fmla="*/ 229 h 288"/>
              <a:gd name="T18" fmla="*/ 143 w 198"/>
              <a:gd name="T19" fmla="*/ 212 h 288"/>
              <a:gd name="T20" fmla="*/ 151 w 198"/>
              <a:gd name="T21" fmla="*/ 202 h 288"/>
              <a:gd name="T22" fmla="*/ 198 w 198"/>
              <a:gd name="T23" fmla="*/ 102 h 288"/>
              <a:gd name="T24" fmla="*/ 198 w 198"/>
              <a:gd name="T25" fmla="*/ 89 h 288"/>
              <a:gd name="T26" fmla="*/ 194 w 198"/>
              <a:gd name="T27" fmla="*/ 72 h 288"/>
              <a:gd name="T28" fmla="*/ 99 w 198"/>
              <a:gd name="T29" fmla="*/ 133 h 288"/>
              <a:gd name="T30" fmla="*/ 65 w 198"/>
              <a:gd name="T31" fmla="*/ 109 h 288"/>
              <a:gd name="T32" fmla="*/ 64 w 198"/>
              <a:gd name="T33" fmla="*/ 100 h 288"/>
              <a:gd name="T34" fmla="*/ 64 w 198"/>
              <a:gd name="T35" fmla="*/ 92 h 288"/>
              <a:gd name="T36" fmla="*/ 100 w 198"/>
              <a:gd name="T37" fmla="*/ 60 h 288"/>
              <a:gd name="T38" fmla="*/ 136 w 198"/>
              <a:gd name="T39" fmla="*/ 97 h 288"/>
              <a:gd name="T40" fmla="*/ 99 w 198"/>
              <a:gd name="T41" fmla="*/ 133 h 288"/>
              <a:gd name="T42" fmla="*/ 99 w 198"/>
              <a:gd name="T43" fmla="*/ 133 h 288"/>
              <a:gd name="T44" fmla="*/ 99 w 198"/>
              <a:gd name="T45" fmla="*/ 13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8" h="288">
                <a:moveTo>
                  <a:pt x="194" y="72"/>
                </a:moveTo>
                <a:cubicBezTo>
                  <a:pt x="193" y="68"/>
                  <a:pt x="191" y="64"/>
                  <a:pt x="189" y="60"/>
                </a:cubicBezTo>
                <a:cubicBezTo>
                  <a:pt x="171" y="16"/>
                  <a:pt x="130" y="0"/>
                  <a:pt x="98" y="0"/>
                </a:cubicBezTo>
                <a:cubicBezTo>
                  <a:pt x="54" y="0"/>
                  <a:pt x="6" y="29"/>
                  <a:pt x="0" y="89"/>
                </a:cubicBezTo>
                <a:cubicBezTo>
                  <a:pt x="0" y="102"/>
                  <a:pt x="0" y="102"/>
                  <a:pt x="0" y="102"/>
                </a:cubicBezTo>
                <a:cubicBezTo>
                  <a:pt x="0" y="102"/>
                  <a:pt x="0" y="107"/>
                  <a:pt x="0" y="109"/>
                </a:cubicBezTo>
                <a:cubicBezTo>
                  <a:pt x="4" y="138"/>
                  <a:pt x="27" y="168"/>
                  <a:pt x="44" y="197"/>
                </a:cubicBezTo>
                <a:cubicBezTo>
                  <a:pt x="62" y="228"/>
                  <a:pt x="81" y="258"/>
                  <a:pt x="99" y="288"/>
                </a:cubicBezTo>
                <a:cubicBezTo>
                  <a:pt x="111" y="268"/>
                  <a:pt x="122" y="248"/>
                  <a:pt x="134" y="229"/>
                </a:cubicBezTo>
                <a:cubicBezTo>
                  <a:pt x="137" y="223"/>
                  <a:pt x="140" y="218"/>
                  <a:pt x="143" y="212"/>
                </a:cubicBezTo>
                <a:cubicBezTo>
                  <a:pt x="145" y="209"/>
                  <a:pt x="149" y="205"/>
                  <a:pt x="151" y="202"/>
                </a:cubicBezTo>
                <a:cubicBezTo>
                  <a:pt x="169" y="169"/>
                  <a:pt x="198" y="135"/>
                  <a:pt x="198" y="102"/>
                </a:cubicBezTo>
                <a:cubicBezTo>
                  <a:pt x="198" y="89"/>
                  <a:pt x="198" y="89"/>
                  <a:pt x="198" y="89"/>
                </a:cubicBezTo>
                <a:cubicBezTo>
                  <a:pt x="198" y="85"/>
                  <a:pt x="194" y="72"/>
                  <a:pt x="194" y="72"/>
                </a:cubicBezTo>
                <a:close/>
                <a:moveTo>
                  <a:pt x="99" y="133"/>
                </a:moveTo>
                <a:cubicBezTo>
                  <a:pt x="86" y="133"/>
                  <a:pt x="72" y="127"/>
                  <a:pt x="65" y="109"/>
                </a:cubicBezTo>
                <a:cubicBezTo>
                  <a:pt x="64" y="106"/>
                  <a:pt x="64" y="101"/>
                  <a:pt x="64" y="100"/>
                </a:cubicBezTo>
                <a:cubicBezTo>
                  <a:pt x="64" y="92"/>
                  <a:pt x="64" y="92"/>
                  <a:pt x="64" y="92"/>
                </a:cubicBezTo>
                <a:cubicBezTo>
                  <a:pt x="64" y="70"/>
                  <a:pt x="83" y="60"/>
                  <a:pt x="100" y="60"/>
                </a:cubicBezTo>
                <a:cubicBezTo>
                  <a:pt x="120" y="60"/>
                  <a:pt x="136" y="76"/>
                  <a:pt x="136" y="97"/>
                </a:cubicBezTo>
                <a:cubicBezTo>
                  <a:pt x="136" y="117"/>
                  <a:pt x="119" y="133"/>
                  <a:pt x="99" y="133"/>
                </a:cubicBezTo>
                <a:close/>
                <a:moveTo>
                  <a:pt x="99" y="133"/>
                </a:moveTo>
                <a:cubicBezTo>
                  <a:pt x="99" y="133"/>
                  <a:pt x="99" y="133"/>
                  <a:pt x="99" y="133"/>
                </a:cubicBezTo>
              </a:path>
            </a:pathLst>
          </a:custGeom>
          <a:gradFill flip="none" rotWithShape="1">
            <a:gsLst>
              <a:gs pos="0">
                <a:schemeClr val="accent3">
                  <a:lumMod val="5000"/>
                  <a:lumOff val="95000"/>
                </a:schemeClr>
              </a:gs>
              <a:gs pos="100000">
                <a:srgbClr val="778391">
                  <a:lumMod val="84000"/>
                  <a:lumOff val="16000"/>
                </a:srgbClr>
              </a:gs>
            </a:gsLst>
            <a:lin ang="5400000" scaled="1"/>
            <a:tileRect/>
          </a:gradFill>
          <a:ln>
            <a:solidFill>
              <a:srgbClr val="FFCC00"/>
            </a:solid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Arial"/>
            </a:endParaRPr>
          </a:p>
        </p:txBody>
      </p:sp>
      <p:sp>
        <p:nvSpPr>
          <p:cNvPr id="23" name="TextBox 22">
            <a:extLst>
              <a:ext uri="{FF2B5EF4-FFF2-40B4-BE49-F238E27FC236}">
                <a16:creationId xmlns:a16="http://schemas.microsoft.com/office/drawing/2014/main" id="{96794983-E7F1-49F9-9846-E7BC538F8CB2}"/>
              </a:ext>
            </a:extLst>
          </p:cNvPr>
          <p:cNvSpPr txBox="1"/>
          <p:nvPr/>
        </p:nvSpPr>
        <p:spPr>
          <a:xfrm>
            <a:off x="8382000" y="689223"/>
            <a:ext cx="2339903" cy="434935"/>
          </a:xfrm>
          <a:prstGeom prst="roundRect">
            <a:avLst>
              <a:gd name="adj" fmla="val 13860"/>
            </a:avLst>
          </a:prstGeom>
          <a:solidFill>
            <a:srgbClr val="157AD5"/>
          </a:solidFill>
          <a:ln w="12700">
            <a:noFill/>
            <a:prstDash val="solid"/>
          </a:ln>
          <a:effectLst>
            <a:outerShdw blurRad="190500" dist="38100" dir="5400000" rotWithShape="0">
              <a:srgbClr val="0070C0">
                <a:alpha val="20000"/>
              </a:srgbClr>
            </a:outerShdw>
          </a:effectLst>
        </p:spPr>
        <p:txBody>
          <a:bodyPr wrap="square" rtlCol="0" anchor="ctr" anchorCtr="1">
            <a:spAutoFit/>
          </a:bodyPr>
          <a:lstStyle/>
          <a:p>
            <a:pPr marR="0" lvl="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Umdolors</a:t>
            </a:r>
            <a:r>
              <a:rPr kumimoji="0" lang="en-US" sz="20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2000" b="1" i="0" u="none" strike="noStrike" kern="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itamet</a:t>
            </a:r>
            <a:endParaRPr kumimoji="0" lang="en-US" sz="20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 name="TextBox 19">
            <a:extLst>
              <a:ext uri="{FF2B5EF4-FFF2-40B4-BE49-F238E27FC236}">
                <a16:creationId xmlns:a16="http://schemas.microsoft.com/office/drawing/2014/main" id="{268A1CC6-7138-453F-9D6C-A1004BA63037}"/>
              </a:ext>
            </a:extLst>
          </p:cNvPr>
          <p:cNvSpPr txBox="1"/>
          <p:nvPr/>
        </p:nvSpPr>
        <p:spPr>
          <a:xfrm>
            <a:off x="5554122" y="4230097"/>
            <a:ext cx="1512592" cy="374571"/>
          </a:xfrm>
          <a:prstGeom prst="roundRect">
            <a:avLst/>
          </a:prstGeom>
          <a:solidFill>
            <a:srgbClr val="43515C"/>
          </a:solidFill>
          <a:effectLst>
            <a:outerShdw blurRad="190500" dist="38100" dir="5400000" algn="tl" rotWithShape="0">
              <a:srgbClr val="20303D">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2010</a:t>
            </a:r>
          </a:p>
        </p:txBody>
      </p:sp>
      <p:sp>
        <p:nvSpPr>
          <p:cNvPr id="24" name="Freeform 5">
            <a:extLst>
              <a:ext uri="{FF2B5EF4-FFF2-40B4-BE49-F238E27FC236}">
                <a16:creationId xmlns:a16="http://schemas.microsoft.com/office/drawing/2014/main" id="{938AB171-9E55-4BFE-8C9F-9D591AA83778}"/>
              </a:ext>
            </a:extLst>
          </p:cNvPr>
          <p:cNvSpPr>
            <a:spLocks noEditPoints="1"/>
          </p:cNvSpPr>
          <p:nvPr/>
        </p:nvSpPr>
        <p:spPr bwMode="auto">
          <a:xfrm>
            <a:off x="5204946" y="3546708"/>
            <a:ext cx="470824" cy="683389"/>
          </a:xfrm>
          <a:custGeom>
            <a:avLst/>
            <a:gdLst>
              <a:gd name="T0" fmla="*/ 194 w 198"/>
              <a:gd name="T1" fmla="*/ 72 h 288"/>
              <a:gd name="T2" fmla="*/ 189 w 198"/>
              <a:gd name="T3" fmla="*/ 60 h 288"/>
              <a:gd name="T4" fmla="*/ 98 w 198"/>
              <a:gd name="T5" fmla="*/ 0 h 288"/>
              <a:gd name="T6" fmla="*/ 0 w 198"/>
              <a:gd name="T7" fmla="*/ 89 h 288"/>
              <a:gd name="T8" fmla="*/ 0 w 198"/>
              <a:gd name="T9" fmla="*/ 102 h 288"/>
              <a:gd name="T10" fmla="*/ 0 w 198"/>
              <a:gd name="T11" fmla="*/ 109 h 288"/>
              <a:gd name="T12" fmla="*/ 44 w 198"/>
              <a:gd name="T13" fmla="*/ 197 h 288"/>
              <a:gd name="T14" fmla="*/ 99 w 198"/>
              <a:gd name="T15" fmla="*/ 288 h 288"/>
              <a:gd name="T16" fmla="*/ 134 w 198"/>
              <a:gd name="T17" fmla="*/ 229 h 288"/>
              <a:gd name="T18" fmla="*/ 143 w 198"/>
              <a:gd name="T19" fmla="*/ 212 h 288"/>
              <a:gd name="T20" fmla="*/ 151 w 198"/>
              <a:gd name="T21" fmla="*/ 202 h 288"/>
              <a:gd name="T22" fmla="*/ 198 w 198"/>
              <a:gd name="T23" fmla="*/ 102 h 288"/>
              <a:gd name="T24" fmla="*/ 198 w 198"/>
              <a:gd name="T25" fmla="*/ 89 h 288"/>
              <a:gd name="T26" fmla="*/ 194 w 198"/>
              <a:gd name="T27" fmla="*/ 72 h 288"/>
              <a:gd name="T28" fmla="*/ 99 w 198"/>
              <a:gd name="T29" fmla="*/ 133 h 288"/>
              <a:gd name="T30" fmla="*/ 65 w 198"/>
              <a:gd name="T31" fmla="*/ 109 h 288"/>
              <a:gd name="T32" fmla="*/ 64 w 198"/>
              <a:gd name="T33" fmla="*/ 100 h 288"/>
              <a:gd name="T34" fmla="*/ 64 w 198"/>
              <a:gd name="T35" fmla="*/ 92 h 288"/>
              <a:gd name="T36" fmla="*/ 100 w 198"/>
              <a:gd name="T37" fmla="*/ 60 h 288"/>
              <a:gd name="T38" fmla="*/ 136 w 198"/>
              <a:gd name="T39" fmla="*/ 97 h 288"/>
              <a:gd name="T40" fmla="*/ 99 w 198"/>
              <a:gd name="T41" fmla="*/ 133 h 288"/>
              <a:gd name="T42" fmla="*/ 99 w 198"/>
              <a:gd name="T43" fmla="*/ 133 h 288"/>
              <a:gd name="T44" fmla="*/ 99 w 198"/>
              <a:gd name="T45" fmla="*/ 13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8" h="288">
                <a:moveTo>
                  <a:pt x="194" y="72"/>
                </a:moveTo>
                <a:cubicBezTo>
                  <a:pt x="193" y="68"/>
                  <a:pt x="191" y="64"/>
                  <a:pt x="189" y="60"/>
                </a:cubicBezTo>
                <a:cubicBezTo>
                  <a:pt x="171" y="16"/>
                  <a:pt x="130" y="0"/>
                  <a:pt x="98" y="0"/>
                </a:cubicBezTo>
                <a:cubicBezTo>
                  <a:pt x="54" y="0"/>
                  <a:pt x="6" y="29"/>
                  <a:pt x="0" y="89"/>
                </a:cubicBezTo>
                <a:cubicBezTo>
                  <a:pt x="0" y="102"/>
                  <a:pt x="0" y="102"/>
                  <a:pt x="0" y="102"/>
                </a:cubicBezTo>
                <a:cubicBezTo>
                  <a:pt x="0" y="102"/>
                  <a:pt x="0" y="107"/>
                  <a:pt x="0" y="109"/>
                </a:cubicBezTo>
                <a:cubicBezTo>
                  <a:pt x="4" y="138"/>
                  <a:pt x="27" y="168"/>
                  <a:pt x="44" y="197"/>
                </a:cubicBezTo>
                <a:cubicBezTo>
                  <a:pt x="62" y="228"/>
                  <a:pt x="81" y="258"/>
                  <a:pt x="99" y="288"/>
                </a:cubicBezTo>
                <a:cubicBezTo>
                  <a:pt x="111" y="268"/>
                  <a:pt x="122" y="248"/>
                  <a:pt x="134" y="229"/>
                </a:cubicBezTo>
                <a:cubicBezTo>
                  <a:pt x="137" y="223"/>
                  <a:pt x="140" y="218"/>
                  <a:pt x="143" y="212"/>
                </a:cubicBezTo>
                <a:cubicBezTo>
                  <a:pt x="145" y="209"/>
                  <a:pt x="149" y="205"/>
                  <a:pt x="151" y="202"/>
                </a:cubicBezTo>
                <a:cubicBezTo>
                  <a:pt x="169" y="169"/>
                  <a:pt x="198" y="135"/>
                  <a:pt x="198" y="102"/>
                </a:cubicBezTo>
                <a:cubicBezTo>
                  <a:pt x="198" y="89"/>
                  <a:pt x="198" y="89"/>
                  <a:pt x="198" y="89"/>
                </a:cubicBezTo>
                <a:cubicBezTo>
                  <a:pt x="198" y="85"/>
                  <a:pt x="194" y="72"/>
                  <a:pt x="194" y="72"/>
                </a:cubicBezTo>
                <a:close/>
                <a:moveTo>
                  <a:pt x="99" y="133"/>
                </a:moveTo>
                <a:cubicBezTo>
                  <a:pt x="86" y="133"/>
                  <a:pt x="72" y="127"/>
                  <a:pt x="65" y="109"/>
                </a:cubicBezTo>
                <a:cubicBezTo>
                  <a:pt x="64" y="106"/>
                  <a:pt x="64" y="101"/>
                  <a:pt x="64" y="100"/>
                </a:cubicBezTo>
                <a:cubicBezTo>
                  <a:pt x="64" y="92"/>
                  <a:pt x="64" y="92"/>
                  <a:pt x="64" y="92"/>
                </a:cubicBezTo>
                <a:cubicBezTo>
                  <a:pt x="64" y="70"/>
                  <a:pt x="83" y="60"/>
                  <a:pt x="100" y="60"/>
                </a:cubicBezTo>
                <a:cubicBezTo>
                  <a:pt x="120" y="60"/>
                  <a:pt x="136" y="76"/>
                  <a:pt x="136" y="97"/>
                </a:cubicBezTo>
                <a:cubicBezTo>
                  <a:pt x="136" y="117"/>
                  <a:pt x="119" y="133"/>
                  <a:pt x="99" y="133"/>
                </a:cubicBezTo>
                <a:close/>
                <a:moveTo>
                  <a:pt x="99" y="133"/>
                </a:moveTo>
                <a:cubicBezTo>
                  <a:pt x="99" y="133"/>
                  <a:pt x="99" y="133"/>
                  <a:pt x="99" y="133"/>
                </a:cubicBezTo>
              </a:path>
            </a:pathLst>
          </a:custGeom>
          <a:gradFill flip="none" rotWithShape="1">
            <a:gsLst>
              <a:gs pos="0">
                <a:schemeClr val="accent3">
                  <a:lumMod val="5000"/>
                  <a:lumOff val="95000"/>
                </a:schemeClr>
              </a:gs>
              <a:gs pos="100000">
                <a:srgbClr val="778391">
                  <a:lumMod val="84000"/>
                  <a:lumOff val="16000"/>
                </a:srgbClr>
              </a:gs>
            </a:gsLst>
            <a:lin ang="5400000" scaled="1"/>
            <a:tileRect/>
          </a:gradFill>
          <a:ln>
            <a:solidFill>
              <a:srgbClr val="FFCC00"/>
            </a:solid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Arial"/>
            </a:endParaRPr>
          </a:p>
        </p:txBody>
      </p:sp>
      <p:sp>
        <p:nvSpPr>
          <p:cNvPr id="35" name="TextBox 34">
            <a:extLst>
              <a:ext uri="{FF2B5EF4-FFF2-40B4-BE49-F238E27FC236}">
                <a16:creationId xmlns:a16="http://schemas.microsoft.com/office/drawing/2014/main" id="{8C8895C2-B188-466A-859E-5F2B9404F94C}"/>
              </a:ext>
            </a:extLst>
          </p:cNvPr>
          <p:cNvSpPr txBox="1"/>
          <p:nvPr/>
        </p:nvSpPr>
        <p:spPr>
          <a:xfrm>
            <a:off x="7384201" y="3192802"/>
            <a:ext cx="1512000" cy="374571"/>
          </a:xfrm>
          <a:prstGeom prst="roundRect">
            <a:avLst/>
          </a:prstGeom>
          <a:solidFill>
            <a:srgbClr val="FFC000"/>
          </a:solidFill>
          <a:effectLst>
            <a:outerShdw blurRad="139700" dist="50800" dir="2700000" algn="tl" rotWithShape="0">
              <a:schemeClr val="tx2">
                <a:lumMod val="50000"/>
                <a:alpha val="68000"/>
              </a:scheme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2019</a:t>
            </a:r>
          </a:p>
        </p:txBody>
      </p:sp>
      <p:sp>
        <p:nvSpPr>
          <p:cNvPr id="36" name="Freeform 5">
            <a:extLst>
              <a:ext uri="{FF2B5EF4-FFF2-40B4-BE49-F238E27FC236}">
                <a16:creationId xmlns:a16="http://schemas.microsoft.com/office/drawing/2014/main" id="{9EDBF928-FFFE-4E2F-A8A5-3B2DB1BA66DA}"/>
              </a:ext>
            </a:extLst>
          </p:cNvPr>
          <p:cNvSpPr>
            <a:spLocks noEditPoints="1"/>
          </p:cNvSpPr>
          <p:nvPr/>
        </p:nvSpPr>
        <p:spPr bwMode="auto">
          <a:xfrm>
            <a:off x="7102044" y="2388446"/>
            <a:ext cx="470824" cy="683389"/>
          </a:xfrm>
          <a:custGeom>
            <a:avLst/>
            <a:gdLst>
              <a:gd name="T0" fmla="*/ 194 w 198"/>
              <a:gd name="T1" fmla="*/ 72 h 288"/>
              <a:gd name="T2" fmla="*/ 189 w 198"/>
              <a:gd name="T3" fmla="*/ 60 h 288"/>
              <a:gd name="T4" fmla="*/ 98 w 198"/>
              <a:gd name="T5" fmla="*/ 0 h 288"/>
              <a:gd name="T6" fmla="*/ 0 w 198"/>
              <a:gd name="T7" fmla="*/ 89 h 288"/>
              <a:gd name="T8" fmla="*/ 0 w 198"/>
              <a:gd name="T9" fmla="*/ 102 h 288"/>
              <a:gd name="T10" fmla="*/ 0 w 198"/>
              <a:gd name="T11" fmla="*/ 109 h 288"/>
              <a:gd name="T12" fmla="*/ 44 w 198"/>
              <a:gd name="T13" fmla="*/ 197 h 288"/>
              <a:gd name="T14" fmla="*/ 99 w 198"/>
              <a:gd name="T15" fmla="*/ 288 h 288"/>
              <a:gd name="T16" fmla="*/ 134 w 198"/>
              <a:gd name="T17" fmla="*/ 229 h 288"/>
              <a:gd name="T18" fmla="*/ 143 w 198"/>
              <a:gd name="T19" fmla="*/ 212 h 288"/>
              <a:gd name="T20" fmla="*/ 151 w 198"/>
              <a:gd name="T21" fmla="*/ 202 h 288"/>
              <a:gd name="T22" fmla="*/ 198 w 198"/>
              <a:gd name="T23" fmla="*/ 102 h 288"/>
              <a:gd name="T24" fmla="*/ 198 w 198"/>
              <a:gd name="T25" fmla="*/ 89 h 288"/>
              <a:gd name="T26" fmla="*/ 194 w 198"/>
              <a:gd name="T27" fmla="*/ 72 h 288"/>
              <a:gd name="T28" fmla="*/ 99 w 198"/>
              <a:gd name="T29" fmla="*/ 133 h 288"/>
              <a:gd name="T30" fmla="*/ 65 w 198"/>
              <a:gd name="T31" fmla="*/ 109 h 288"/>
              <a:gd name="T32" fmla="*/ 64 w 198"/>
              <a:gd name="T33" fmla="*/ 100 h 288"/>
              <a:gd name="T34" fmla="*/ 64 w 198"/>
              <a:gd name="T35" fmla="*/ 92 h 288"/>
              <a:gd name="T36" fmla="*/ 100 w 198"/>
              <a:gd name="T37" fmla="*/ 60 h 288"/>
              <a:gd name="T38" fmla="*/ 136 w 198"/>
              <a:gd name="T39" fmla="*/ 97 h 288"/>
              <a:gd name="T40" fmla="*/ 99 w 198"/>
              <a:gd name="T41" fmla="*/ 133 h 288"/>
              <a:gd name="T42" fmla="*/ 99 w 198"/>
              <a:gd name="T43" fmla="*/ 133 h 288"/>
              <a:gd name="T44" fmla="*/ 99 w 198"/>
              <a:gd name="T45" fmla="*/ 13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8" h="288">
                <a:moveTo>
                  <a:pt x="194" y="72"/>
                </a:moveTo>
                <a:cubicBezTo>
                  <a:pt x="193" y="68"/>
                  <a:pt x="191" y="64"/>
                  <a:pt x="189" y="60"/>
                </a:cubicBezTo>
                <a:cubicBezTo>
                  <a:pt x="171" y="16"/>
                  <a:pt x="130" y="0"/>
                  <a:pt x="98" y="0"/>
                </a:cubicBezTo>
                <a:cubicBezTo>
                  <a:pt x="54" y="0"/>
                  <a:pt x="6" y="29"/>
                  <a:pt x="0" y="89"/>
                </a:cubicBezTo>
                <a:cubicBezTo>
                  <a:pt x="0" y="102"/>
                  <a:pt x="0" y="102"/>
                  <a:pt x="0" y="102"/>
                </a:cubicBezTo>
                <a:cubicBezTo>
                  <a:pt x="0" y="102"/>
                  <a:pt x="0" y="107"/>
                  <a:pt x="0" y="109"/>
                </a:cubicBezTo>
                <a:cubicBezTo>
                  <a:pt x="4" y="138"/>
                  <a:pt x="27" y="168"/>
                  <a:pt x="44" y="197"/>
                </a:cubicBezTo>
                <a:cubicBezTo>
                  <a:pt x="62" y="228"/>
                  <a:pt x="81" y="258"/>
                  <a:pt x="99" y="288"/>
                </a:cubicBezTo>
                <a:cubicBezTo>
                  <a:pt x="111" y="268"/>
                  <a:pt x="122" y="248"/>
                  <a:pt x="134" y="229"/>
                </a:cubicBezTo>
                <a:cubicBezTo>
                  <a:pt x="137" y="223"/>
                  <a:pt x="140" y="218"/>
                  <a:pt x="143" y="212"/>
                </a:cubicBezTo>
                <a:cubicBezTo>
                  <a:pt x="145" y="209"/>
                  <a:pt x="149" y="205"/>
                  <a:pt x="151" y="202"/>
                </a:cubicBezTo>
                <a:cubicBezTo>
                  <a:pt x="169" y="169"/>
                  <a:pt x="198" y="135"/>
                  <a:pt x="198" y="102"/>
                </a:cubicBezTo>
                <a:cubicBezTo>
                  <a:pt x="198" y="89"/>
                  <a:pt x="198" y="89"/>
                  <a:pt x="198" y="89"/>
                </a:cubicBezTo>
                <a:cubicBezTo>
                  <a:pt x="198" y="85"/>
                  <a:pt x="194" y="72"/>
                  <a:pt x="194" y="72"/>
                </a:cubicBezTo>
                <a:close/>
                <a:moveTo>
                  <a:pt x="99" y="133"/>
                </a:moveTo>
                <a:cubicBezTo>
                  <a:pt x="86" y="133"/>
                  <a:pt x="72" y="127"/>
                  <a:pt x="65" y="109"/>
                </a:cubicBezTo>
                <a:cubicBezTo>
                  <a:pt x="64" y="106"/>
                  <a:pt x="64" y="101"/>
                  <a:pt x="64" y="100"/>
                </a:cubicBezTo>
                <a:cubicBezTo>
                  <a:pt x="64" y="92"/>
                  <a:pt x="64" y="92"/>
                  <a:pt x="64" y="92"/>
                </a:cubicBezTo>
                <a:cubicBezTo>
                  <a:pt x="64" y="70"/>
                  <a:pt x="83" y="60"/>
                  <a:pt x="100" y="60"/>
                </a:cubicBezTo>
                <a:cubicBezTo>
                  <a:pt x="120" y="60"/>
                  <a:pt x="136" y="76"/>
                  <a:pt x="136" y="97"/>
                </a:cubicBezTo>
                <a:cubicBezTo>
                  <a:pt x="136" y="117"/>
                  <a:pt x="119" y="133"/>
                  <a:pt x="99" y="133"/>
                </a:cubicBezTo>
                <a:close/>
                <a:moveTo>
                  <a:pt x="99" y="133"/>
                </a:moveTo>
                <a:cubicBezTo>
                  <a:pt x="99" y="133"/>
                  <a:pt x="99" y="133"/>
                  <a:pt x="99" y="133"/>
                </a:cubicBezTo>
              </a:path>
            </a:pathLst>
          </a:custGeom>
          <a:gradFill flip="none" rotWithShape="1">
            <a:gsLst>
              <a:gs pos="0">
                <a:schemeClr val="accent3">
                  <a:lumMod val="5000"/>
                  <a:lumOff val="95000"/>
                </a:schemeClr>
              </a:gs>
              <a:gs pos="100000">
                <a:srgbClr val="778391">
                  <a:lumMod val="84000"/>
                  <a:lumOff val="16000"/>
                </a:srgbClr>
              </a:gs>
            </a:gsLst>
            <a:lin ang="5400000" scaled="1"/>
            <a:tileRect/>
          </a:gradFill>
          <a:ln>
            <a:solidFill>
              <a:srgbClr val="FFCC00"/>
            </a:solid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Arial"/>
            </a:endParaRPr>
          </a:p>
        </p:txBody>
      </p:sp>
      <p:sp>
        <p:nvSpPr>
          <p:cNvPr id="37" name="TextBox 36"/>
          <p:cNvSpPr txBox="1"/>
          <p:nvPr/>
        </p:nvSpPr>
        <p:spPr>
          <a:xfrm>
            <a:off x="260440" y="3254190"/>
            <a:ext cx="4895273" cy="84638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a:rPr>
              <a:t>Consecte Turadip I2S Cingelit sed Doeiusmodt</a:t>
            </a:r>
            <a:endPar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Empor INC ididun tutlabo R2E etdolor</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Emagn Aaliq’u auten imadmin I2M veniamqu isno s trudex ercitat ionu</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Llamcola borisnis iutali qui pexeacom modoconse</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p:txBody>
      </p:sp>
      <p:sp>
        <p:nvSpPr>
          <p:cNvPr id="38" name="TextBox 37"/>
          <p:cNvSpPr txBox="1"/>
          <p:nvPr/>
        </p:nvSpPr>
        <p:spPr>
          <a:xfrm>
            <a:off x="390881" y="2021110"/>
            <a:ext cx="6728246" cy="84638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a:rPr>
              <a:t>Quatduisaut Eirure</a:t>
            </a:r>
            <a:endPar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Dolor in Reprehender it involuptate velitessecillu</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MDO loree ufugia tn ullap A2R Iaturexc (EPT Eursin Tocca) </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Ecatc upidatatno nproiden ts untinculpaq – Uioffi ci ade ser 3 untmollit</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p:txBody>
      </p:sp>
      <p:sp>
        <p:nvSpPr>
          <p:cNvPr id="39" name="Title 1"/>
          <p:cNvSpPr>
            <a:spLocks noGrp="1"/>
          </p:cNvSpPr>
          <p:nvPr>
            <p:ph type="title"/>
          </p:nvPr>
        </p:nvSpPr>
        <p:spPr>
          <a:prstGeom prst="rect">
            <a:avLst/>
          </a:prstGeom>
        </p:spPr>
        <p:txBody>
          <a:bodyPr anchor="ctr"/>
          <a:lstStyle/>
          <a:p>
            <a:r>
              <a:rPr lang="en-US" dirty="0">
                <a:solidFill>
                  <a:schemeClr val="bg1"/>
                </a:solidFill>
                <a:latin typeface="Arial" panose="020B0604020202020204" pitchFamily="34" charset="0"/>
              </a:rPr>
              <a:t>Ani </a:t>
            </a:r>
            <a:r>
              <a:rPr lang="en-US" dirty="0" err="1">
                <a:solidFill>
                  <a:schemeClr val="bg1"/>
                </a:solidFill>
                <a:latin typeface="Arial" panose="020B0604020202020204" pitchFamily="34" charset="0"/>
              </a:rPr>
              <a:t>Midestlab</a:t>
            </a:r>
            <a:r>
              <a:rPr lang="en-US" dirty="0">
                <a:solidFill>
                  <a:schemeClr val="bg1"/>
                </a:solidFill>
                <a:latin typeface="Arial" panose="020B0604020202020204" pitchFamily="34" charset="0"/>
              </a:rPr>
              <a:t> </a:t>
            </a:r>
            <a:r>
              <a:rPr lang="en-US" dirty="0" err="1">
                <a:solidFill>
                  <a:schemeClr val="bg1"/>
                </a:solidFill>
                <a:latin typeface="Arial" panose="020B0604020202020204" pitchFamily="34" charset="0"/>
              </a:rPr>
              <a:t>Orumcurab</a:t>
            </a:r>
            <a:r>
              <a:rPr lang="en-US" dirty="0">
                <a:solidFill>
                  <a:schemeClr val="bg1"/>
                </a:solidFill>
                <a:latin typeface="Arial" panose="020B0604020202020204" pitchFamily="34" charset="0"/>
              </a:rPr>
              <a:t>: </a:t>
            </a:r>
            <a:r>
              <a:rPr lang="en-US" sz="1900" b="0" dirty="0">
                <a:solidFill>
                  <a:schemeClr val="bg1"/>
                </a:solidFill>
                <a:latin typeface="Arial" panose="020B0604020202020204" pitchFamily="34" charset="0"/>
              </a:rPr>
              <a:t>It </a:t>
            </a:r>
            <a:r>
              <a:rPr lang="en-US" sz="1900" b="0" dirty="0" err="1">
                <a:solidFill>
                  <a:schemeClr val="bg1"/>
                </a:solidFill>
                <a:latin typeface="Arial" panose="020B0604020202020204" pitchFamily="34" charset="0"/>
              </a:rPr>
              <a:t>urno</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nnul</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lasitame</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tnisltempu</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sco</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nvallisquisac</a:t>
            </a:r>
            <a:r>
              <a:rPr lang="en-US" sz="1900" b="0" dirty="0">
                <a:solidFill>
                  <a:schemeClr val="bg1"/>
                </a:solidFill>
                <a:latin typeface="Arial" panose="020B0604020202020204" pitchFamily="34" charset="0"/>
              </a:rPr>
              <a:t> le </a:t>
            </a:r>
            <a:r>
              <a:rPr lang="en-US" sz="1900" b="0" dirty="0" err="1">
                <a:solidFill>
                  <a:schemeClr val="bg1"/>
                </a:solidFill>
                <a:latin typeface="Arial" panose="020B0604020202020204" pitchFamily="34" charset="0"/>
              </a:rPr>
              <a:t>ctu</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spellen</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tesquein</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ips</a:t>
            </a:r>
            <a:r>
              <a:rPr lang="en-US" sz="1900" b="0" dirty="0">
                <a:solidFill>
                  <a:schemeClr val="bg1"/>
                </a:solidFill>
                <a:latin typeface="Arial" panose="020B0604020202020204" pitchFamily="34" charset="0"/>
              </a:rPr>
              <a:t> </a:t>
            </a:r>
            <a:r>
              <a:rPr lang="en-US" sz="1900" b="0" dirty="0" err="1">
                <a:solidFill>
                  <a:schemeClr val="bg1"/>
                </a:solidFill>
                <a:latin typeface="Arial" panose="020B0604020202020204" pitchFamily="34" charset="0"/>
              </a:rPr>
              <a:t>umid</a:t>
            </a:r>
            <a:r>
              <a:rPr lang="en-US" sz="1900" b="0" dirty="0">
                <a:solidFill>
                  <a:schemeClr val="bg1"/>
                </a:solidFill>
                <a:latin typeface="Arial" panose="020B0604020202020204" pitchFamily="34" charset="0"/>
              </a:rPr>
              <a:t> 20 </a:t>
            </a:r>
            <a:r>
              <a:rPr lang="en-US" sz="1900" b="0" dirty="0" err="1">
                <a:solidFill>
                  <a:schemeClr val="bg1"/>
                </a:solidFill>
                <a:latin typeface="Arial" panose="020B0604020202020204" pitchFamily="34" charset="0"/>
              </a:rPr>
              <a:t>orcip</a:t>
            </a:r>
            <a:endParaRPr lang="en-US" sz="1900" b="0" dirty="0">
              <a:solidFill>
                <a:schemeClr val="bg1"/>
              </a:solidFill>
              <a:latin typeface="Arial" panose="020B0604020202020204" pitchFamily="34" charset="0"/>
            </a:endParaRPr>
          </a:p>
        </p:txBody>
      </p:sp>
      <p:sp>
        <p:nvSpPr>
          <p:cNvPr id="14" name="TextBox 13">
            <a:extLst>
              <a:ext uri="{FF2B5EF4-FFF2-40B4-BE49-F238E27FC236}">
                <a16:creationId xmlns:a16="http://schemas.microsoft.com/office/drawing/2014/main" id="{A4D30AB6-121C-4B9E-A662-68D517C504BB}"/>
              </a:ext>
            </a:extLst>
          </p:cNvPr>
          <p:cNvSpPr txBox="1"/>
          <p:nvPr/>
        </p:nvSpPr>
        <p:spPr>
          <a:xfrm>
            <a:off x="2343168" y="1165397"/>
            <a:ext cx="6129610" cy="84638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a:rPr>
              <a:t>Ortadapibu Svivamussus cipi Tto Rtoregetfeli</a:t>
            </a:r>
            <a:endPar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Sportt itorvolutpa tcra Sultricie sl igulasedmagnad ictumpor talore MI, Psumd-olors, ItA met. </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Consec te Turad</a:t>
            </a:r>
            <a:r>
              <a:rPr kumimoji="0" lang="en-US" sz="1100" b="0" i="0" u="none" strike="noStrike" kern="1200" cap="none" spc="0" normalizeH="0" baseline="30000" noProof="0">
                <a:ln>
                  <a:noFill/>
                </a:ln>
                <a:solidFill>
                  <a:srgbClr val="FFFFFF"/>
                </a:solidFill>
                <a:effectLst/>
                <a:uLnTx/>
                <a:uFillTx/>
                <a:latin typeface="Arial" panose="020B0604020202020204" pitchFamily="34" charset="0"/>
                <a:ea typeface="+mn-ea"/>
                <a:cs typeface="Arial"/>
              </a:rPr>
              <a:t>IP </a:t>
            </a: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 - ISC’i ngel itsed Doeius Modte Mporincididunt Utlaboreet</a:t>
            </a:r>
            <a:endParaRPr kumimoji="0" lang="en-US" sz="1100" b="0" i="0" u="none" strike="noStrike" kern="1200" cap="none" spc="0" normalizeH="0" baseline="30000" noProof="0" dirty="0">
              <a:ln>
                <a:noFill/>
              </a:ln>
              <a:solidFill>
                <a:srgbClr val="FFFFFF"/>
              </a:solidFill>
              <a:effectLst/>
              <a:uLnTx/>
              <a:uFillTx/>
              <a:latin typeface="Arial" panose="020B0604020202020204" pitchFamily="34" charset="0"/>
              <a:ea typeface="+mn-ea"/>
              <a:cs typeface="Arial"/>
            </a:endParaRPr>
          </a:p>
          <a:p>
            <a:pPr marL="171450" marR="0" lvl="0" indent="-17145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ea typeface="+mn-ea"/>
                <a:cs typeface="Arial"/>
              </a:rPr>
              <a:t>Dolorema gn aaliq uau teni madminim ven iamq uisnostr ud exercit “ation-ullamco” laborisni</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a:endParaRPr>
          </a:p>
        </p:txBody>
      </p:sp>
      <p:sp>
        <p:nvSpPr>
          <p:cNvPr id="15" name="Freeform 5">
            <a:extLst>
              <a:ext uri="{FF2B5EF4-FFF2-40B4-BE49-F238E27FC236}">
                <a16:creationId xmlns:a16="http://schemas.microsoft.com/office/drawing/2014/main" id="{BF0D1155-3026-4263-A904-52943367EF90}"/>
              </a:ext>
            </a:extLst>
          </p:cNvPr>
          <p:cNvSpPr>
            <a:spLocks noEditPoints="1"/>
          </p:cNvSpPr>
          <p:nvPr/>
        </p:nvSpPr>
        <p:spPr bwMode="auto">
          <a:xfrm>
            <a:off x="8498001" y="1437641"/>
            <a:ext cx="470824" cy="683389"/>
          </a:xfrm>
          <a:custGeom>
            <a:avLst/>
            <a:gdLst>
              <a:gd name="T0" fmla="*/ 194 w 198"/>
              <a:gd name="T1" fmla="*/ 72 h 288"/>
              <a:gd name="T2" fmla="*/ 189 w 198"/>
              <a:gd name="T3" fmla="*/ 60 h 288"/>
              <a:gd name="T4" fmla="*/ 98 w 198"/>
              <a:gd name="T5" fmla="*/ 0 h 288"/>
              <a:gd name="T6" fmla="*/ 0 w 198"/>
              <a:gd name="T7" fmla="*/ 89 h 288"/>
              <a:gd name="T8" fmla="*/ 0 w 198"/>
              <a:gd name="T9" fmla="*/ 102 h 288"/>
              <a:gd name="T10" fmla="*/ 0 w 198"/>
              <a:gd name="T11" fmla="*/ 109 h 288"/>
              <a:gd name="T12" fmla="*/ 44 w 198"/>
              <a:gd name="T13" fmla="*/ 197 h 288"/>
              <a:gd name="T14" fmla="*/ 99 w 198"/>
              <a:gd name="T15" fmla="*/ 288 h 288"/>
              <a:gd name="T16" fmla="*/ 134 w 198"/>
              <a:gd name="T17" fmla="*/ 229 h 288"/>
              <a:gd name="T18" fmla="*/ 143 w 198"/>
              <a:gd name="T19" fmla="*/ 212 h 288"/>
              <a:gd name="T20" fmla="*/ 151 w 198"/>
              <a:gd name="T21" fmla="*/ 202 h 288"/>
              <a:gd name="T22" fmla="*/ 198 w 198"/>
              <a:gd name="T23" fmla="*/ 102 h 288"/>
              <a:gd name="T24" fmla="*/ 198 w 198"/>
              <a:gd name="T25" fmla="*/ 89 h 288"/>
              <a:gd name="T26" fmla="*/ 194 w 198"/>
              <a:gd name="T27" fmla="*/ 72 h 288"/>
              <a:gd name="T28" fmla="*/ 99 w 198"/>
              <a:gd name="T29" fmla="*/ 133 h 288"/>
              <a:gd name="T30" fmla="*/ 65 w 198"/>
              <a:gd name="T31" fmla="*/ 109 h 288"/>
              <a:gd name="T32" fmla="*/ 64 w 198"/>
              <a:gd name="T33" fmla="*/ 100 h 288"/>
              <a:gd name="T34" fmla="*/ 64 w 198"/>
              <a:gd name="T35" fmla="*/ 92 h 288"/>
              <a:gd name="T36" fmla="*/ 100 w 198"/>
              <a:gd name="T37" fmla="*/ 60 h 288"/>
              <a:gd name="T38" fmla="*/ 136 w 198"/>
              <a:gd name="T39" fmla="*/ 97 h 288"/>
              <a:gd name="T40" fmla="*/ 99 w 198"/>
              <a:gd name="T41" fmla="*/ 133 h 288"/>
              <a:gd name="T42" fmla="*/ 99 w 198"/>
              <a:gd name="T43" fmla="*/ 133 h 288"/>
              <a:gd name="T44" fmla="*/ 99 w 198"/>
              <a:gd name="T45" fmla="*/ 13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8" h="288">
                <a:moveTo>
                  <a:pt x="194" y="72"/>
                </a:moveTo>
                <a:cubicBezTo>
                  <a:pt x="193" y="68"/>
                  <a:pt x="191" y="64"/>
                  <a:pt x="189" y="60"/>
                </a:cubicBezTo>
                <a:cubicBezTo>
                  <a:pt x="171" y="16"/>
                  <a:pt x="130" y="0"/>
                  <a:pt x="98" y="0"/>
                </a:cubicBezTo>
                <a:cubicBezTo>
                  <a:pt x="54" y="0"/>
                  <a:pt x="6" y="29"/>
                  <a:pt x="0" y="89"/>
                </a:cubicBezTo>
                <a:cubicBezTo>
                  <a:pt x="0" y="102"/>
                  <a:pt x="0" y="102"/>
                  <a:pt x="0" y="102"/>
                </a:cubicBezTo>
                <a:cubicBezTo>
                  <a:pt x="0" y="102"/>
                  <a:pt x="0" y="107"/>
                  <a:pt x="0" y="109"/>
                </a:cubicBezTo>
                <a:cubicBezTo>
                  <a:pt x="4" y="138"/>
                  <a:pt x="27" y="168"/>
                  <a:pt x="44" y="197"/>
                </a:cubicBezTo>
                <a:cubicBezTo>
                  <a:pt x="62" y="228"/>
                  <a:pt x="81" y="258"/>
                  <a:pt x="99" y="288"/>
                </a:cubicBezTo>
                <a:cubicBezTo>
                  <a:pt x="111" y="268"/>
                  <a:pt x="122" y="248"/>
                  <a:pt x="134" y="229"/>
                </a:cubicBezTo>
                <a:cubicBezTo>
                  <a:pt x="137" y="223"/>
                  <a:pt x="140" y="218"/>
                  <a:pt x="143" y="212"/>
                </a:cubicBezTo>
                <a:cubicBezTo>
                  <a:pt x="145" y="209"/>
                  <a:pt x="149" y="205"/>
                  <a:pt x="151" y="202"/>
                </a:cubicBezTo>
                <a:cubicBezTo>
                  <a:pt x="169" y="169"/>
                  <a:pt x="198" y="135"/>
                  <a:pt x="198" y="102"/>
                </a:cubicBezTo>
                <a:cubicBezTo>
                  <a:pt x="198" y="89"/>
                  <a:pt x="198" y="89"/>
                  <a:pt x="198" y="89"/>
                </a:cubicBezTo>
                <a:cubicBezTo>
                  <a:pt x="198" y="85"/>
                  <a:pt x="194" y="72"/>
                  <a:pt x="194" y="72"/>
                </a:cubicBezTo>
                <a:close/>
                <a:moveTo>
                  <a:pt x="99" y="133"/>
                </a:moveTo>
                <a:cubicBezTo>
                  <a:pt x="86" y="133"/>
                  <a:pt x="72" y="127"/>
                  <a:pt x="65" y="109"/>
                </a:cubicBezTo>
                <a:cubicBezTo>
                  <a:pt x="64" y="106"/>
                  <a:pt x="64" y="101"/>
                  <a:pt x="64" y="100"/>
                </a:cubicBezTo>
                <a:cubicBezTo>
                  <a:pt x="64" y="92"/>
                  <a:pt x="64" y="92"/>
                  <a:pt x="64" y="92"/>
                </a:cubicBezTo>
                <a:cubicBezTo>
                  <a:pt x="64" y="70"/>
                  <a:pt x="83" y="60"/>
                  <a:pt x="100" y="60"/>
                </a:cubicBezTo>
                <a:cubicBezTo>
                  <a:pt x="120" y="60"/>
                  <a:pt x="136" y="76"/>
                  <a:pt x="136" y="97"/>
                </a:cubicBezTo>
                <a:cubicBezTo>
                  <a:pt x="136" y="117"/>
                  <a:pt x="119" y="133"/>
                  <a:pt x="99" y="133"/>
                </a:cubicBezTo>
                <a:close/>
                <a:moveTo>
                  <a:pt x="99" y="133"/>
                </a:moveTo>
                <a:cubicBezTo>
                  <a:pt x="99" y="133"/>
                  <a:pt x="99" y="133"/>
                  <a:pt x="99" y="133"/>
                </a:cubicBezTo>
              </a:path>
            </a:pathLst>
          </a:custGeom>
          <a:gradFill flip="none" rotWithShape="1">
            <a:gsLst>
              <a:gs pos="0">
                <a:schemeClr val="accent3">
                  <a:lumMod val="5000"/>
                  <a:lumOff val="95000"/>
                </a:schemeClr>
              </a:gs>
              <a:gs pos="100000">
                <a:srgbClr val="778391">
                  <a:lumMod val="84000"/>
                  <a:lumOff val="16000"/>
                </a:srgbClr>
              </a:gs>
            </a:gsLst>
            <a:lin ang="5400000" scaled="1"/>
            <a:tileRect/>
          </a:gradFill>
          <a:ln>
            <a:solidFill>
              <a:srgbClr val="FFCC00"/>
            </a:solid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Arial"/>
            </a:endParaRPr>
          </a:p>
        </p:txBody>
      </p:sp>
      <p:sp>
        <p:nvSpPr>
          <p:cNvPr id="16" name="TextBox 15">
            <a:extLst>
              <a:ext uri="{FF2B5EF4-FFF2-40B4-BE49-F238E27FC236}">
                <a16:creationId xmlns:a16="http://schemas.microsoft.com/office/drawing/2014/main" id="{1CBF566A-3939-4212-8135-5150440BABF3}"/>
              </a:ext>
            </a:extLst>
          </p:cNvPr>
          <p:cNvSpPr txBox="1"/>
          <p:nvPr/>
        </p:nvSpPr>
        <p:spPr>
          <a:xfrm>
            <a:off x="8835699" y="2125613"/>
            <a:ext cx="1512000" cy="646986"/>
          </a:xfrm>
          <a:prstGeom prst="roundRect">
            <a:avLst/>
          </a:prstGeom>
          <a:solidFill>
            <a:srgbClr val="459FED"/>
          </a:solidFill>
          <a:ln>
            <a:noFill/>
          </a:ln>
          <a:effectLst>
            <a:outerShdw blurRad="190500" dist="38100" dir="5400000" algn="tl" rotWithShape="0">
              <a:srgbClr val="0070C0">
                <a:alpha val="20000"/>
              </a:srgb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2020 siu Taliqu</a:t>
            </a:r>
            <a:endParaRPr kumimoji="0" lang="en-US" sz="1600" b="1"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675344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 val="YES"/>
</p:tagLst>
</file>

<file path=ppt/tags/tag2.xml><?xml version="1.0" encoding="utf-8"?>
<p:tagLst xmlns:a="http://schemas.openxmlformats.org/drawingml/2006/main" xmlns:r="http://schemas.openxmlformats.org/officeDocument/2006/relationships" xmlns:p="http://schemas.openxmlformats.org/presentationml/2006/main">
  <p:tag name="HIDEME" val="YES"/>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pmLDcrzx3SQHh_QlAievSg"/>
</p:tagLst>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TotalTime>
  <Words>1343</Words>
  <Application>Microsoft Office PowerPoint</Application>
  <PresentationFormat>Widescreen</PresentationFormat>
  <Paragraphs>265</Paragraphs>
  <Slides>8</Slides>
  <Notes>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7" baseType="lpstr">
      <vt:lpstr>Aptos</vt:lpstr>
      <vt:lpstr>Arial</vt:lpstr>
      <vt:lpstr>Calibri</vt:lpstr>
      <vt:lpstr>Calibri Light</vt:lpstr>
      <vt:lpstr>Century Gothic</vt:lpstr>
      <vt:lpstr>Google Sans</vt:lpstr>
      <vt:lpstr>Helvetica</vt:lpstr>
      <vt:lpstr>4_Office Theme</vt:lpstr>
      <vt:lpstr>think-cell Slide</vt:lpstr>
      <vt:lpstr>Lor EMI Psumdol: </vt:lpstr>
      <vt:lpstr>10+ Isnos tr Udexerci Tationullam &amp; Colabor Isnisiutaliqui</vt:lpstr>
      <vt:lpstr>Ortaloremip’s umdolor sitametco ns ectetu ra dipiscin ge litse ddoeiu</vt:lpstr>
      <vt:lpstr>15+ Smodt em Porincid Iduntutlabo</vt:lpstr>
      <vt:lpstr>Null Amcol 3: ABO ris Nisiuta liqu i 17+ pexea Commodocons Equatdu. Is aute irur edolorin reprehe nder </vt:lpstr>
      <vt:lpstr>MET Consecte Turadi pis CIN: Ge lits eddoeiu smo dtempori ncidi dunt utlabor eetdo, loremagnaa, liq uaut enimadmin im veniam qui snos-trude xe rcitatio nul lamcol aborisn</vt:lpstr>
      <vt:lpstr>URN’o 10-nnul lasitametni sltempu scon v Allisqu 500 Isaclectus pellent</vt:lpstr>
      <vt:lpstr>Ani Midestlab Orumcurab: It urno nnul lasitame tnisltempu sco nvallisquisac le ctu spellen tesquein ips umid 20 orcip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Vasanti Kadam</dc:creator>
  <cp:lastModifiedBy>Krishna Nadar</cp:lastModifiedBy>
  <cp:revision>3</cp:revision>
  <dcterms:created xsi:type="dcterms:W3CDTF">2025-08-12T12:01:37Z</dcterms:created>
  <dcterms:modified xsi:type="dcterms:W3CDTF">2025-08-18T17:05:32Z</dcterms:modified>
</cp:coreProperties>
</file>